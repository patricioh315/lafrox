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</p:sldMasterIdLst>
  <p:notesMasterIdLst>
    <p:notesMasterId r:id="rId16"/>
  </p:notesMasterIdLst>
  <p:sldIdLst>
    <p:sldId id="286" r:id="rId3"/>
    <p:sldId id="287" r:id="rId4"/>
    <p:sldId id="288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</p:sldIdLst>
  <p:sldSz cx="18288000" cy="10287000"/>
  <p:notesSz cx="6858000" cy="9144000"/>
  <p:embeddedFontLst>
    <p:embeddedFont>
      <p:font typeface="Inter" panose="020B0604020202020204" charset="0"/>
      <p:regular r:id="rId17"/>
      <p:bold r:id="rId18"/>
      <p:italic r:id="rId19"/>
      <p:boldItalic r:id="rId20"/>
    </p:embeddedFont>
    <p:embeddedFont>
      <p:font typeface="Inter SemiBold" panose="020B060402020202020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0" roundtripDataSignature="AMtx7mjMn/eJYygyYAIOBg2whbyUSmlg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52" dt="2026-10-21T23:25:37.025"/>
    <p1510:client id="{19887FBB-2E95-1307-0AAC-04868A63639A}" v="10" dt="2026-10-22T02:42:18.882"/>
    <p1510:client id="{2CAB3DA1-4BE8-5171-4280-B148218AFE50}" v="16" dt="2026-10-22T02:27:19.701"/>
    <p1510:client id="{8518D1DE-07C9-4C97-8F05-220E18EC7522}" v="25" dt="2026-10-22T02:33:04.967"/>
    <p1510:client id="{882E8C7D-2876-1916-59F0-D22F26B0C238}" v="37" dt="2026-10-22T02:42:40.488"/>
    <p1510:client id="{B4D353A1-8446-1601-325E-45018A9A3BA4}" v="683" dt="2026-10-22T00:58:37.339"/>
  </p1510:revLst>
</p1510:revInfo>
</file>

<file path=ppt/tableStyles.xml><?xml version="1.0" encoding="utf-8"?>
<a:tblStyleLst xmlns:a="http://schemas.openxmlformats.org/drawingml/2006/main" def="{C4A5C758-D4A7-4D3F-9BCE-32F5856BC382}">
  <a:tblStyle styleId="{C4A5C758-D4A7-4D3F-9BCE-32F5856BC38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29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2.fntdata"/><Relationship Id="rId72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font" Target="fonts/font5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1.fntdata"/><Relationship Id="rId71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70" Type="http://customschemas.google.com/relationships/presentationmetadata" Target="metadata"/><Relationship Id="rId75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8.fntdata"/><Relationship Id="rId7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7.fntdata"/><Relationship Id="rId10" Type="http://schemas.openxmlformats.org/officeDocument/2006/relationships/slide" Target="slides/slide8.xml"/><Relationship Id="rId19" Type="http://schemas.openxmlformats.org/officeDocument/2006/relationships/font" Target="fonts/font3.fntdata"/><Relationship Id="rId73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13" name="Google Shape;1513;p2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Dos niveles: tres bloques contractuales —Etapa 1, Etapa 2 y Operación, solapados en los meses 13–15 y 19–20— y ocho frentes con un responsable nominado cada uno. (T-14 Tabla 7.52, T-15 Tabla 7.1)</a:t>
            </a:r>
            <a:endParaRPr/>
          </a:p>
        </p:txBody>
      </p:sp>
      <p:sp>
        <p:nvSpPr>
          <p:cNvPr id="1514" name="Google Shape;1514;p2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0" name="Google Shape;156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61" name="Google Shape;1561;p2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(Transición automática.)</a:t>
            </a:r>
            <a:endParaRPr/>
          </a:p>
        </p:txBody>
      </p:sp>
      <p:sp>
        <p:nvSpPr>
          <p:cNvPr id="1562" name="Google Shape;1562;p2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6" name="Google Shape;162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27" name="Google Shape;1627;p2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Gantt mes a mes. En gris, los congelamientos de septiembre y diciembre: no se despliega nada. Migración en los meses 7 a 12; la Etapa 1 entra en tres olas y pasa a producción en el H7 (mes 16), y la Etapa 2 en el H12 (mes 21). Los hitos marcan los puntos de control del cronograma. (T-14 y T-15)</a:t>
            </a:r>
            <a:endParaRPr/>
          </a:p>
        </p:txBody>
      </p:sp>
      <p:sp>
        <p:nvSpPr>
          <p:cNvPr id="1628" name="Google Shape;1628;p2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hc7cc306779174be_8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2" name="Google Shape;782;hc7cc306779174be_8_7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La EDT ordena el trabajo en nueve fases, 49 cuentas de control y 222 paquetes. Las fases 1 a 4 se ejecutan una vez por etapa. Recorramos cada fase. (T-14 Tabla 7.1, T-15 Tabla 7.3)</a:t>
            </a:r>
          </a:p>
        </p:txBody>
      </p:sp>
      <p:sp>
        <p:nvSpPr>
          <p:cNvPr id="783" name="Google Shape;783;hc7cc306779174be_8_7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hc7cc306779174be_8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2" name="Google Shape;852;hc7cc306779174be_8_14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Inicio: nueve cuentas de gestión —alcance, planificación, interesados, calidad, riesgos, reversibilidad, gobierno y cumplimiento—. Se ejecuta una vez por etapa. (T-14 §7.2)</a:t>
            </a:r>
          </a:p>
        </p:txBody>
      </p:sp>
      <p:sp>
        <p:nvSpPr>
          <p:cNvPr id="853" name="Google Shape;853;hc7cc306779174be_8_14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hc7cc306779174be_8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9" name="Google Shape;929;hc7cc306779174be_8_22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Elaboración: arquitectura, seguridad, diseño de la sala técnica, validación, continuidad y experiencia de usuario. Cierra con el H2 en el mes 4 y, en la Etapa 2, con el H8 en el mes 14. (T-14 §7.2)</a:t>
            </a:r>
          </a:p>
        </p:txBody>
      </p:sp>
      <p:sp>
        <p:nvSpPr>
          <p:cNvPr id="930" name="Google Shape;930;hc7cc306779174be_8_22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hc7cc306779174be_8_2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3" name="Google Shape;1003;hc7cc306779174be_8_29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Construcción: la fase más grande, 79 paquetes. Ambientes, nube, base compartida, módulos de cada etapa, integraciones, migración, pruebas, innovaciones y documentación. (T-14 §7.2)</a:t>
            </a:r>
          </a:p>
        </p:txBody>
      </p:sp>
      <p:sp>
        <p:nvSpPr>
          <p:cNvPr id="1004" name="Google Shape;1004;hc7cc306779174be_8_29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hc7cc306779174be_8_3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2" name="Google Shape;1082;hc7cc306779174be_8_37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Transición: plan de implantación y las dos marchas blancas con su paso a producción (H7 mes 16 y H12 mes 21). (T-14 §7.2)</a:t>
            </a:r>
          </a:p>
        </p:txBody>
      </p:sp>
      <p:sp>
        <p:nvSpPr>
          <p:cNvPr id="1083" name="Google Shape;1083;hc7cc306779174be_8_37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hc7cc306779174be_8_4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3" name="Google Shape;1153;hc7cc306779174be_8_44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Adquisiciones: hardware, nube y licencias, enlaces y acuerdos con terceros. El cliente compra el equipo de terreno; LafroX lo especifica. (T-14 §7.2)</a:t>
            </a:r>
          </a:p>
        </p:txBody>
      </p:sp>
      <p:sp>
        <p:nvSpPr>
          <p:cNvPr id="1154" name="Google Shape;1154;hc7cc306779174be_8_44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hc7cc306779174be_8_5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5" name="Google Shape;1225;hc7cc306779174be_8_51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Infraestructura y sitios: sala técnica de Talca, cableado, racks, seguridad física, equipos de campo y configuración de los sitios, meses 3 a 12. (T-14 §7.2)</a:t>
            </a:r>
          </a:p>
        </p:txBody>
      </p:sp>
      <p:sp>
        <p:nvSpPr>
          <p:cNvPr id="1226" name="Google Shape;1226;hc7cc306779174be_8_5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hc7cc306779174be_8_5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9" name="Google Shape;1299;hc7cc306779174be_8_58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Capacitación y gestión del cambio: capacitación por rol, gestión del cambio con las cadenas y los transportistas, y certificación de usuarios. (T-14 §7.2)</a:t>
            </a:r>
          </a:p>
        </p:txBody>
      </p:sp>
      <p:sp>
        <p:nvSpPr>
          <p:cNvPr id="1300" name="Google Shape;1300;hc7cc306779174be_8_58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hc7cc306779174be_8_6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0" name="Google Shape;1370;hc7cc306779174be_8_65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Operación y soporte: 36 meses de servicio, 129.879 HH. Operación, mantenimiento fuera de congelamientos, innovaciones, informes y transferencia. (T-14 §7.2)</a:t>
            </a:r>
          </a:p>
        </p:txBody>
      </p:sp>
      <p:sp>
        <p:nvSpPr>
          <p:cNvPr id="1371" name="Google Shape;1371;hc7cc306779174be_8_65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hc7cc306779174be_8_7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43" name="Google Shape;1443;hc7cc306779174be_8_72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t>Cierre: cierre de la implementación y salida ordenada al término del contrato, con el plan de reversibilidad (meses 54–56). (T-14 §7.2)</a:t>
            </a:r>
          </a:p>
        </p:txBody>
      </p:sp>
      <p:sp>
        <p:nvSpPr>
          <p:cNvPr id="1444" name="Google Shape;1444;hc7cc306779174be_8_72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Inter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4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4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4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4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4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4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4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44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4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4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4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4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6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4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4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4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7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4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4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4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hc7cc306779174be_8_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hc7cc306779174be_8_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hc7cc306779174be_8_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hc7cc306779174be_8_10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hc7cc306779174be_8_10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hc7cc306779174be_8_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hc7cc306779174be_8_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hc7cc306779174be_8_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hc7cc306779174be_8_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hc7cc306779174be_8_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hc7cc306779174be_8_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hc7cc306779174be_8_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hc7cc306779174be_8_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hc7cc306779174be_8_22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Inter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hc7cc306779174be_8_22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hc7cc306779174be_8_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hc7cc306779174be_8_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hc7cc306779174be_8_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hc7cc306779174be_8_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hc7cc306779174be_8_2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1" name="Google Shape;111;hc7cc306779174be_8_2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2" name="Google Shape;112;hc7cc306779174be_8_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hc7cc306779174be_8_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hc7cc306779174be_8_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hc7cc306779174be_8_3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hc7cc306779174be_8_35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8" name="Google Shape;118;hc7cc306779174be_8_35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19" name="Google Shape;119;hc7cc306779174be_8_35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0" name="Google Shape;120;hc7cc306779174be_8_35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21" name="Google Shape;121;hc7cc306779174be_8_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hc7cc306779174be_8_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hc7cc306779174be_8_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hc7cc306779174be_8_4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hc7cc306779174be_8_4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hc7cc306779174be_8_4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hc7cc306779174be_8_4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hc7cc306779174be_8_4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hc7cc306779174be_8_4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2" name="Google Shape;132;hc7cc306779174be_8_4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3" name="Google Shape;133;hc7cc306779174be_8_4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hc7cc306779174be_8_4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hc7cc306779174be_8_4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hc7cc306779174be_8_5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hc7cc306779174be_8_5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hc7cc306779174be_8_5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40" name="Google Shape;140;hc7cc306779174be_8_5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hc7cc306779174be_8_5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hc7cc306779174be_8_5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hc7cc306779174be_8_6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hc7cc306779174be_8_63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hc7cc306779174be_8_6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hc7cc306779174be_8_6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hc7cc306779174be_8_6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hc7cc306779174be_8_69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hc7cc306779174be_8_69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hc7cc306779174be_8_6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hc7cc306779174be_8_6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hc7cc306779174be_8_6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nter"/>
              <a:buNone/>
              <a:defRPr sz="4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3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" name="Google Shape;8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9" name="Google Shape;9;p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10" name="Google Shape;10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c7cc306779174be_8_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nter"/>
              <a:buNone/>
              <a:defRPr sz="4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2" name="Google Shape;82;hc7cc306779174be_8_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3" name="Google Shape;83;hc7cc306779174be_8_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4" name="Google Shape;84;hc7cc306779174be_8_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85" name="Google Shape;85;hc7cc306779174be_8_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1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svg"/><Relationship Id="rId4" Type="http://schemas.openxmlformats.org/officeDocument/2006/relationships/image" Target="../media/image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" name="!!title"/>
          <p:cNvSpPr txBox="1"/>
          <p:nvPr/>
        </p:nvSpPr>
        <p:spPr>
          <a:xfrm>
            <a:off x="1503838" y="1097280"/>
            <a:ext cx="4524671" cy="2160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2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Cómo se divide el proyecto</a:t>
            </a:r>
            <a:endParaRPr lang="es-CL" noProof="0"/>
          </a:p>
        </p:txBody>
      </p:sp>
      <p:sp>
        <p:nvSpPr>
          <p:cNvPr id="1517" name="!!deco_dce8b6c9_1"/>
          <p:cNvSpPr/>
          <p:nvPr/>
        </p:nvSpPr>
        <p:spPr>
          <a:xfrm>
            <a:off x="-4730695" y="-7442573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2" y="0"/>
                </a:lnTo>
                <a:lnTo>
                  <a:pt x="10236982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8" name="Google Shape;1518;p24"/>
          <p:cNvSpPr txBox="1"/>
          <p:nvPr/>
        </p:nvSpPr>
        <p:spPr>
          <a:xfrm>
            <a:off x="1499616" y="4023360"/>
            <a:ext cx="566928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6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 etapas + operación</a:t>
            </a:r>
            <a:br>
              <a:rPr lang="es-CL" sz="26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s-CL" sz="26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8 frentes con responsable</a:t>
            </a:r>
            <a:endParaRPr lang="es-CL" noProof="0"/>
          </a:p>
        </p:txBody>
      </p:sp>
      <p:sp>
        <p:nvSpPr>
          <p:cNvPr id="1519" name="Google Shape;1519;p24"/>
          <p:cNvSpPr txBox="1"/>
          <p:nvPr/>
        </p:nvSpPr>
        <p:spPr>
          <a:xfrm>
            <a:off x="1499616" y="5486400"/>
            <a:ext cx="56692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2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Solapes: meses 13–15 y 19–20</a:t>
            </a:r>
            <a:endParaRPr lang="es-CL" noProof="0"/>
          </a:p>
        </p:txBody>
      </p:sp>
      <p:sp>
        <p:nvSpPr>
          <p:cNvPr id="1520" name="Google Shape;1520;p24"/>
          <p:cNvSpPr/>
          <p:nvPr/>
        </p:nvSpPr>
        <p:spPr>
          <a:xfrm>
            <a:off x="12076611" y="1188720"/>
            <a:ext cx="367392" cy="7269480"/>
          </a:xfrm>
          <a:prstGeom prst="rect">
            <a:avLst/>
          </a:prstGeom>
          <a:solidFill>
            <a:srgbClr val="FDE8DC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21" name="Google Shape;1521;p24"/>
          <p:cNvSpPr/>
          <p:nvPr/>
        </p:nvSpPr>
        <p:spPr>
          <a:xfrm>
            <a:off x="12811397" y="1188720"/>
            <a:ext cx="244928" cy="7269480"/>
          </a:xfrm>
          <a:prstGeom prst="rect">
            <a:avLst/>
          </a:prstGeom>
          <a:solidFill>
            <a:srgbClr val="FDE8DC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22" name="Google Shape;1522;p24"/>
          <p:cNvSpPr txBox="1"/>
          <p:nvPr/>
        </p:nvSpPr>
        <p:spPr>
          <a:xfrm>
            <a:off x="7680960" y="10972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BLOQUES</a:t>
            </a:r>
            <a:endParaRPr lang="es-CL" noProof="0"/>
          </a:p>
        </p:txBody>
      </p:sp>
      <p:sp>
        <p:nvSpPr>
          <p:cNvPr id="1523" name="Google Shape;1523;p24"/>
          <p:cNvSpPr txBox="1"/>
          <p:nvPr/>
        </p:nvSpPr>
        <p:spPr>
          <a:xfrm>
            <a:off x="7680960" y="146304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Etapa 1</a:t>
            </a:r>
            <a:endParaRPr lang="es-CL" noProof="0"/>
          </a:p>
        </p:txBody>
      </p:sp>
      <p:sp>
        <p:nvSpPr>
          <p:cNvPr id="1524" name="Google Shape;1524;p24"/>
          <p:cNvSpPr/>
          <p:nvPr/>
        </p:nvSpPr>
        <p:spPr>
          <a:xfrm>
            <a:off x="10607040" y="1463040"/>
            <a:ext cx="1959428" cy="411480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m1–16</a:t>
            </a:r>
            <a:endParaRPr lang="es-CL" noProof="0"/>
          </a:p>
        </p:txBody>
      </p:sp>
      <p:sp>
        <p:nvSpPr>
          <p:cNvPr id="1525" name="Google Shape;1525;p24"/>
          <p:cNvSpPr txBox="1"/>
          <p:nvPr/>
        </p:nvSpPr>
        <p:spPr>
          <a:xfrm>
            <a:off x="7680960" y="1993392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Etapa 2</a:t>
            </a:r>
            <a:endParaRPr lang="es-CL" noProof="0"/>
          </a:p>
        </p:txBody>
      </p:sp>
      <p:sp>
        <p:nvSpPr>
          <p:cNvPr id="1526" name="Google Shape;1526;p24"/>
          <p:cNvSpPr/>
          <p:nvPr/>
        </p:nvSpPr>
        <p:spPr>
          <a:xfrm>
            <a:off x="12076611" y="1993392"/>
            <a:ext cx="1102178" cy="411480"/>
          </a:xfrm>
          <a:prstGeom prst="roundRect">
            <a:avLst>
              <a:gd name="adj" fmla="val 30000"/>
            </a:avLst>
          </a:prstGeom>
          <a:solidFill>
            <a:srgbClr val="F29A5E"/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m13–21</a:t>
            </a:r>
            <a:endParaRPr lang="es-CL" noProof="0"/>
          </a:p>
        </p:txBody>
      </p:sp>
      <p:sp>
        <p:nvSpPr>
          <p:cNvPr id="1527" name="Google Shape;1527;p24"/>
          <p:cNvSpPr txBox="1"/>
          <p:nvPr/>
        </p:nvSpPr>
        <p:spPr>
          <a:xfrm>
            <a:off x="7680960" y="2523744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7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Operación</a:t>
            </a:r>
            <a:endParaRPr lang="es-CL" noProof="0"/>
          </a:p>
        </p:txBody>
      </p:sp>
      <p:sp>
        <p:nvSpPr>
          <p:cNvPr id="1528" name="Google Shape;1528;p24"/>
          <p:cNvSpPr/>
          <p:nvPr/>
        </p:nvSpPr>
        <p:spPr>
          <a:xfrm>
            <a:off x="13056325" y="2523744"/>
            <a:ext cx="4408714" cy="411480"/>
          </a:xfrm>
          <a:prstGeom prst="roundRect">
            <a:avLst>
              <a:gd name="adj" fmla="val 30000"/>
            </a:avLst>
          </a:prstGeom>
          <a:solidFill>
            <a:srgbClr val="3C3C3C"/>
          </a:solidFill>
          <a:ln>
            <a:noFill/>
          </a:ln>
        </p:spPr>
        <p:txBody>
          <a:bodyPr spcFirstLastPara="1" wrap="square" lIns="18275" tIns="45700" rIns="1827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00" b="1" noProof="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m21–56</a:t>
            </a:r>
            <a:endParaRPr lang="es-CL" noProof="0"/>
          </a:p>
        </p:txBody>
      </p:sp>
      <p:sp>
        <p:nvSpPr>
          <p:cNvPr id="1529" name="Google Shape;1529;p24"/>
          <p:cNvSpPr txBox="1"/>
          <p:nvPr/>
        </p:nvSpPr>
        <p:spPr>
          <a:xfrm>
            <a:off x="7680960" y="31546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FRENTES</a:t>
            </a:r>
            <a:endParaRPr lang="es-CL" noProof="0"/>
          </a:p>
        </p:txBody>
      </p:sp>
      <p:sp>
        <p:nvSpPr>
          <p:cNvPr id="1530" name="Google Shape;1530;p24"/>
          <p:cNvSpPr txBox="1"/>
          <p:nvPr/>
        </p:nvSpPr>
        <p:spPr>
          <a:xfrm>
            <a:off x="7680960" y="3483864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F1 Dirección</a:t>
            </a:r>
            <a:endParaRPr lang="es-CL" noProof="0"/>
          </a:p>
        </p:txBody>
      </p:sp>
      <p:sp>
        <p:nvSpPr>
          <p:cNvPr id="1531" name="Google Shape;1531;p24"/>
          <p:cNvSpPr txBox="1"/>
          <p:nvPr/>
        </p:nvSpPr>
        <p:spPr>
          <a:xfrm>
            <a:off x="7680960" y="3767328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Jefe de Proyecto</a:t>
            </a:r>
            <a:endParaRPr lang="es-CL" noProof="0"/>
          </a:p>
        </p:txBody>
      </p:sp>
      <p:sp>
        <p:nvSpPr>
          <p:cNvPr id="1532" name="Google Shape;1532;p24"/>
          <p:cNvSpPr/>
          <p:nvPr/>
        </p:nvSpPr>
        <p:spPr>
          <a:xfrm>
            <a:off x="10607040" y="3593592"/>
            <a:ext cx="6858000" cy="384048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33" name="!!gantt_label_design"/>
          <p:cNvSpPr txBox="1"/>
          <p:nvPr/>
        </p:nvSpPr>
        <p:spPr>
          <a:xfrm>
            <a:off x="7680960" y="4105656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F2 Arquitectura</a:t>
            </a:r>
            <a:endParaRPr lang="es-CL" noProof="0"/>
          </a:p>
        </p:txBody>
      </p:sp>
      <p:sp>
        <p:nvSpPr>
          <p:cNvPr id="1534" name="Google Shape;1534;p24"/>
          <p:cNvSpPr txBox="1"/>
          <p:nvPr/>
        </p:nvSpPr>
        <p:spPr>
          <a:xfrm>
            <a:off x="7680960" y="4389120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Arquitecto de Solución</a:t>
            </a:r>
            <a:endParaRPr lang="es-CL" noProof="0"/>
          </a:p>
        </p:txBody>
      </p:sp>
      <p:sp>
        <p:nvSpPr>
          <p:cNvPr id="1535" name="!!gv_0"/>
          <p:cNvSpPr/>
          <p:nvPr/>
        </p:nvSpPr>
        <p:spPr>
          <a:xfrm>
            <a:off x="10607040" y="4215384"/>
            <a:ext cx="2571750" cy="384048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36" name="!!gantt_label_e1"/>
          <p:cNvSpPr txBox="1"/>
          <p:nvPr/>
        </p:nvSpPr>
        <p:spPr>
          <a:xfrm>
            <a:off x="7680960" y="4727448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F3 Construcción E1</a:t>
            </a:r>
            <a:endParaRPr lang="es-CL" noProof="0"/>
          </a:p>
        </p:txBody>
      </p:sp>
      <p:sp>
        <p:nvSpPr>
          <p:cNvPr id="1537" name="Google Shape;1537;p24"/>
          <p:cNvSpPr txBox="1"/>
          <p:nvPr/>
        </p:nvSpPr>
        <p:spPr>
          <a:xfrm>
            <a:off x="7680960" y="5010912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Líder de Desarrollo</a:t>
            </a:r>
            <a:endParaRPr lang="es-CL" noProof="0"/>
          </a:p>
        </p:txBody>
      </p:sp>
      <p:sp>
        <p:nvSpPr>
          <p:cNvPr id="1538" name="!!gv_1"/>
          <p:cNvSpPr/>
          <p:nvPr/>
        </p:nvSpPr>
        <p:spPr>
          <a:xfrm>
            <a:off x="10607040" y="4837176"/>
            <a:ext cx="2449285" cy="384048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39" name="!!gantt_label_e2"/>
          <p:cNvSpPr txBox="1"/>
          <p:nvPr/>
        </p:nvSpPr>
        <p:spPr>
          <a:xfrm>
            <a:off x="7680960" y="5349240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F4 Construcción E2</a:t>
            </a:r>
            <a:endParaRPr lang="es-CL" noProof="0"/>
          </a:p>
        </p:txBody>
      </p:sp>
      <p:sp>
        <p:nvSpPr>
          <p:cNvPr id="1540" name="Google Shape;1540;p24"/>
          <p:cNvSpPr txBox="1"/>
          <p:nvPr/>
        </p:nvSpPr>
        <p:spPr>
          <a:xfrm>
            <a:off x="7680960" y="5632704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Líder de Desarrollo</a:t>
            </a:r>
            <a:endParaRPr lang="es-CL" noProof="0"/>
          </a:p>
        </p:txBody>
      </p:sp>
      <p:sp>
        <p:nvSpPr>
          <p:cNvPr id="1541" name="!!gv_4"/>
          <p:cNvSpPr/>
          <p:nvPr/>
        </p:nvSpPr>
        <p:spPr>
          <a:xfrm>
            <a:off x="12076611" y="5458968"/>
            <a:ext cx="979714" cy="384048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2" name="Google Shape;1542;p24"/>
          <p:cNvSpPr txBox="1"/>
          <p:nvPr/>
        </p:nvSpPr>
        <p:spPr>
          <a:xfrm>
            <a:off x="7680960" y="5971032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F5 Plataforma</a:t>
            </a:r>
            <a:endParaRPr lang="es-CL" noProof="0"/>
          </a:p>
        </p:txBody>
      </p:sp>
      <p:sp>
        <p:nvSpPr>
          <p:cNvPr id="1543" name="Google Shape;1543;p24"/>
          <p:cNvSpPr txBox="1"/>
          <p:nvPr/>
        </p:nvSpPr>
        <p:spPr>
          <a:xfrm>
            <a:off x="7680960" y="6254496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Líder de Operación/SRE</a:t>
            </a:r>
            <a:endParaRPr lang="es-CL" noProof="0"/>
          </a:p>
        </p:txBody>
      </p:sp>
      <p:sp>
        <p:nvSpPr>
          <p:cNvPr id="1544" name="Google Shape;1544;p24"/>
          <p:cNvSpPr/>
          <p:nvPr/>
        </p:nvSpPr>
        <p:spPr>
          <a:xfrm>
            <a:off x="10607040" y="6080760"/>
            <a:ext cx="2449285" cy="384048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5" name="Google Shape;1545;p24"/>
          <p:cNvSpPr txBox="1"/>
          <p:nvPr/>
        </p:nvSpPr>
        <p:spPr>
          <a:xfrm>
            <a:off x="7680960" y="6592824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F6 Calidad</a:t>
            </a:r>
            <a:endParaRPr lang="es-CL" noProof="0"/>
          </a:p>
        </p:txBody>
      </p:sp>
      <p:sp>
        <p:nvSpPr>
          <p:cNvPr id="1546" name="Google Shape;1546;p24"/>
          <p:cNvSpPr txBox="1"/>
          <p:nvPr/>
        </p:nvSpPr>
        <p:spPr>
          <a:xfrm>
            <a:off x="7680960" y="6876288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Líder de Calidad</a:t>
            </a:r>
            <a:endParaRPr lang="es-CL" noProof="0"/>
          </a:p>
        </p:txBody>
      </p:sp>
      <p:sp>
        <p:nvSpPr>
          <p:cNvPr id="1547" name="Google Shape;1547;p24"/>
          <p:cNvSpPr/>
          <p:nvPr/>
        </p:nvSpPr>
        <p:spPr>
          <a:xfrm>
            <a:off x="10607040" y="6702552"/>
            <a:ext cx="2571750" cy="384048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8" name="Google Shape;1548;p24"/>
          <p:cNvSpPr txBox="1"/>
          <p:nvPr/>
        </p:nvSpPr>
        <p:spPr>
          <a:xfrm>
            <a:off x="7680960" y="7214616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F7 Implantación</a:t>
            </a:r>
            <a:endParaRPr lang="es-CL" noProof="0"/>
          </a:p>
        </p:txBody>
      </p:sp>
      <p:sp>
        <p:nvSpPr>
          <p:cNvPr id="1549" name="Google Shape;1549;p24"/>
          <p:cNvSpPr txBox="1"/>
          <p:nvPr/>
        </p:nvSpPr>
        <p:spPr>
          <a:xfrm>
            <a:off x="7680960" y="7498079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Líder de Implantación</a:t>
            </a:r>
            <a:endParaRPr lang="es-CL" noProof="0"/>
          </a:p>
        </p:txBody>
      </p:sp>
      <p:sp>
        <p:nvSpPr>
          <p:cNvPr id="1550" name="!!gv_3"/>
          <p:cNvSpPr/>
          <p:nvPr/>
        </p:nvSpPr>
        <p:spPr>
          <a:xfrm>
            <a:off x="11586754" y="7324344"/>
            <a:ext cx="1592035" cy="384048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51" name="!!gantt_label_operation"/>
          <p:cNvSpPr txBox="1"/>
          <p:nvPr/>
        </p:nvSpPr>
        <p:spPr>
          <a:xfrm>
            <a:off x="7680960" y="7836408"/>
            <a:ext cx="2834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500" b="1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F8 Operación</a:t>
            </a:r>
            <a:endParaRPr lang="es-CL" noProof="0"/>
          </a:p>
        </p:txBody>
      </p:sp>
      <p:sp>
        <p:nvSpPr>
          <p:cNvPr id="1552" name="Google Shape;1552;p24"/>
          <p:cNvSpPr txBox="1"/>
          <p:nvPr/>
        </p:nvSpPr>
        <p:spPr>
          <a:xfrm>
            <a:off x="7680960" y="8119872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Líder de Operación/SRE</a:t>
            </a:r>
            <a:endParaRPr lang="es-CL" noProof="0"/>
          </a:p>
        </p:txBody>
      </p:sp>
      <p:sp>
        <p:nvSpPr>
          <p:cNvPr id="1553" name="!!gv_10"/>
          <p:cNvSpPr/>
          <p:nvPr/>
        </p:nvSpPr>
        <p:spPr>
          <a:xfrm>
            <a:off x="13056325" y="7946136"/>
            <a:ext cx="4408714" cy="384048"/>
          </a:xfrm>
          <a:prstGeom prst="roundRect">
            <a:avLst>
              <a:gd name="adj" fmla="val 30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137150" tIns="45700" rIns="13715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00" noProof="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54" name="Google Shape;1554;p24"/>
          <p:cNvSpPr txBox="1"/>
          <p:nvPr/>
        </p:nvSpPr>
        <p:spPr>
          <a:xfrm>
            <a:off x="10287000" y="85039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m1</a:t>
            </a:r>
            <a:endParaRPr lang="es-CL" noProof="0"/>
          </a:p>
        </p:txBody>
      </p:sp>
      <p:sp>
        <p:nvSpPr>
          <p:cNvPr id="1555" name="Google Shape;1555;p24"/>
          <p:cNvSpPr txBox="1"/>
          <p:nvPr/>
        </p:nvSpPr>
        <p:spPr>
          <a:xfrm>
            <a:off x="11756571" y="85039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m13</a:t>
            </a:r>
            <a:endParaRPr lang="es-CL" noProof="0"/>
          </a:p>
        </p:txBody>
      </p:sp>
      <p:sp>
        <p:nvSpPr>
          <p:cNvPr id="1556" name="Google Shape;1556;p24"/>
          <p:cNvSpPr txBox="1"/>
          <p:nvPr/>
        </p:nvSpPr>
        <p:spPr>
          <a:xfrm>
            <a:off x="12736285" y="85039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m21</a:t>
            </a:r>
            <a:endParaRPr lang="es-CL" noProof="0"/>
          </a:p>
        </p:txBody>
      </p:sp>
      <p:sp>
        <p:nvSpPr>
          <p:cNvPr id="1557" name="Google Shape;1557;p24"/>
          <p:cNvSpPr txBox="1"/>
          <p:nvPr/>
        </p:nvSpPr>
        <p:spPr>
          <a:xfrm>
            <a:off x="17022535" y="850392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0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m56</a:t>
            </a:r>
            <a:endParaRPr lang="es-CL" noProof="0"/>
          </a:p>
        </p:txBody>
      </p:sp>
      <p:sp>
        <p:nvSpPr>
          <p:cNvPr id="1558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19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5" name="!!deco_78f3c294_2"/>
          <p:cNvSpPr/>
          <p:nvPr/>
        </p:nvSpPr>
        <p:spPr>
          <a:xfrm flipH="1">
            <a:off x="17178986" y="8869326"/>
            <a:ext cx="208306" cy="345737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634" name="!!deco_78f3c294_1"/>
          <p:cNvSpPr/>
          <p:nvPr/>
        </p:nvSpPr>
        <p:spPr>
          <a:xfrm flipH="1">
            <a:off x="17335209" y="8869326"/>
            <a:ext cx="208306" cy="345737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633" name="!!deco_dce8b6c9_1"/>
          <p:cNvSpPr/>
          <p:nvPr/>
        </p:nvSpPr>
        <p:spPr>
          <a:xfrm>
            <a:off x="-2422552" y="8775768"/>
            <a:ext cx="10467313" cy="10467313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632" name="!!deco_1438196a_2"/>
          <p:cNvSpPr/>
          <p:nvPr/>
        </p:nvSpPr>
        <p:spPr>
          <a:xfrm>
            <a:off x="15182687" y="-1806079"/>
            <a:ext cx="4207383" cy="4207383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630" name="!!deco_1438196a_1"/>
          <p:cNvSpPr/>
          <p:nvPr/>
        </p:nvSpPr>
        <p:spPr>
          <a:xfrm>
            <a:off x="-912276" y="-1806079"/>
            <a:ext cx="4207383" cy="4207383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624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20</a:t>
            </a:r>
          </a:p>
        </p:txBody>
      </p:sp>
      <p:sp>
        <p:nvSpPr>
          <p:cNvPr id="1631" name="!!gantt_title"/>
          <p:cNvSpPr txBox="1"/>
          <p:nvPr/>
        </p:nvSpPr>
        <p:spPr>
          <a:xfrm>
            <a:off x="2223023" y="962040"/>
            <a:ext cx="14034000" cy="8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948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525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Gantt de implementación</a:t>
            </a:r>
            <a:endParaRPr lang="es-CL" sz="1432" noProof="0"/>
          </a:p>
        </p:txBody>
      </p:sp>
      <p:sp>
        <p:nvSpPr>
          <p:cNvPr id="1637" name="Google Shape;1637;p26"/>
          <p:cNvSpPr txBox="1"/>
          <p:nvPr/>
        </p:nvSpPr>
        <p:spPr>
          <a:xfrm>
            <a:off x="1755222" y="2346037"/>
            <a:ext cx="14969700" cy="3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46" b="0" i="0" u="none" strike="noStrike" cap="none" noProof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Meses 1–24 · actividades, hitos y congelamientos</a:t>
            </a:r>
            <a:endParaRPr lang="es-CL" sz="1432" noProof="0"/>
          </a:p>
        </p:txBody>
      </p:sp>
      <p:sp>
        <p:nvSpPr>
          <p:cNvPr id="1638" name="Google Shape;1638;p26"/>
          <p:cNvSpPr/>
          <p:nvPr/>
        </p:nvSpPr>
        <p:spPr>
          <a:xfrm>
            <a:off x="7824943" y="3121699"/>
            <a:ext cx="572700" cy="48837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39" name="Google Shape;1639;p26"/>
          <p:cNvSpPr txBox="1"/>
          <p:nvPr/>
        </p:nvSpPr>
        <p:spPr>
          <a:xfrm>
            <a:off x="7731383" y="2794238"/>
            <a:ext cx="7599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 err="1">
                <a:solidFill>
                  <a:srgbClr val="606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Sep</a:t>
            </a:r>
            <a:endParaRPr lang="es-CL" sz="1432" noProof="0"/>
          </a:p>
        </p:txBody>
      </p:sp>
      <p:sp>
        <p:nvSpPr>
          <p:cNvPr id="1640" name="Google Shape;1640;p26"/>
          <p:cNvSpPr/>
          <p:nvPr/>
        </p:nvSpPr>
        <p:spPr>
          <a:xfrm>
            <a:off x="9544113" y="3121699"/>
            <a:ext cx="572700" cy="48837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1" name="Google Shape;1641;p26"/>
          <p:cNvSpPr txBox="1"/>
          <p:nvPr/>
        </p:nvSpPr>
        <p:spPr>
          <a:xfrm>
            <a:off x="9450553" y="2794238"/>
            <a:ext cx="7599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606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Dic</a:t>
            </a:r>
            <a:endParaRPr lang="es-CL" sz="1432" noProof="0"/>
          </a:p>
        </p:txBody>
      </p:sp>
      <p:sp>
        <p:nvSpPr>
          <p:cNvPr id="1642" name="Google Shape;1642;p26"/>
          <p:cNvSpPr/>
          <p:nvPr/>
        </p:nvSpPr>
        <p:spPr>
          <a:xfrm>
            <a:off x="14701621" y="3121699"/>
            <a:ext cx="572700" cy="48837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3" name="Google Shape;1643;p26"/>
          <p:cNvSpPr txBox="1"/>
          <p:nvPr/>
        </p:nvSpPr>
        <p:spPr>
          <a:xfrm>
            <a:off x="14608061" y="2794238"/>
            <a:ext cx="7599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 err="1">
                <a:solidFill>
                  <a:srgbClr val="606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Sep</a:t>
            </a:r>
            <a:endParaRPr lang="es-CL" sz="1432" noProof="0"/>
          </a:p>
        </p:txBody>
      </p:sp>
      <p:sp>
        <p:nvSpPr>
          <p:cNvPr id="1644" name="Google Shape;1644;p26"/>
          <p:cNvSpPr/>
          <p:nvPr/>
        </p:nvSpPr>
        <p:spPr>
          <a:xfrm>
            <a:off x="16420791" y="3121699"/>
            <a:ext cx="572700" cy="48837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5" name="Google Shape;1645;p26"/>
          <p:cNvSpPr txBox="1"/>
          <p:nvPr/>
        </p:nvSpPr>
        <p:spPr>
          <a:xfrm>
            <a:off x="16327231" y="2794238"/>
            <a:ext cx="7599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606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Dic</a:t>
            </a:r>
            <a:endParaRPr lang="es-CL" sz="1432" noProof="0"/>
          </a:p>
        </p:txBody>
      </p:sp>
      <p:sp>
        <p:nvSpPr>
          <p:cNvPr id="1646" name="Google Shape;1646;p26"/>
          <p:cNvSpPr txBox="1"/>
          <p:nvPr/>
        </p:nvSpPr>
        <p:spPr>
          <a:xfrm>
            <a:off x="632499" y="2794238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Gris = congelamiento</a:t>
            </a:r>
            <a:endParaRPr lang="es-CL" sz="1432" noProof="0"/>
          </a:p>
        </p:txBody>
      </p:sp>
      <p:sp>
        <p:nvSpPr>
          <p:cNvPr id="1647" name="!!gantt_label_design"/>
          <p:cNvSpPr txBox="1"/>
          <p:nvPr/>
        </p:nvSpPr>
        <p:spPr>
          <a:xfrm>
            <a:off x="632499" y="3168479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Diseño e infraestructura</a:t>
            </a:r>
            <a:endParaRPr lang="es-CL" sz="1432" noProof="0"/>
          </a:p>
        </p:txBody>
      </p:sp>
      <p:sp>
        <p:nvSpPr>
          <p:cNvPr id="1648" name="!!gv_0"/>
          <p:cNvSpPr/>
          <p:nvPr/>
        </p:nvSpPr>
        <p:spPr>
          <a:xfrm>
            <a:off x="3813547" y="3168479"/>
            <a:ext cx="6876300" cy="299700"/>
          </a:xfrm>
          <a:prstGeom prst="roundRect">
            <a:avLst>
              <a:gd name="adj" fmla="val 30000"/>
            </a:avLst>
          </a:prstGeom>
          <a:solidFill>
            <a:srgbClr val="606060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9" name="!!gantt_label_e1"/>
          <p:cNvSpPr txBox="1"/>
          <p:nvPr/>
        </p:nvSpPr>
        <p:spPr>
          <a:xfrm>
            <a:off x="632499" y="3561432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Construcción y pruebas E1</a:t>
            </a:r>
            <a:endParaRPr lang="es-CL" sz="1432" noProof="0"/>
          </a:p>
        </p:txBody>
      </p:sp>
      <p:sp>
        <p:nvSpPr>
          <p:cNvPr id="1650" name="!!gv_1"/>
          <p:cNvSpPr/>
          <p:nvPr/>
        </p:nvSpPr>
        <p:spPr>
          <a:xfrm>
            <a:off x="6105774" y="3561432"/>
            <a:ext cx="3438600" cy="299700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1" name="Google Shape;1651;p26"/>
          <p:cNvSpPr txBox="1"/>
          <p:nvPr/>
        </p:nvSpPr>
        <p:spPr>
          <a:xfrm>
            <a:off x="632499" y="3954385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Migración de datos</a:t>
            </a:r>
            <a:endParaRPr lang="es-CL" sz="1432" noProof="0"/>
          </a:p>
        </p:txBody>
      </p:sp>
      <p:sp>
        <p:nvSpPr>
          <p:cNvPr id="1652" name="!!gv_2"/>
          <p:cNvSpPr/>
          <p:nvPr/>
        </p:nvSpPr>
        <p:spPr>
          <a:xfrm>
            <a:off x="7251887" y="3954385"/>
            <a:ext cx="3438600" cy="299700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3" name="Google Shape;1653;p26"/>
          <p:cNvSpPr txBox="1"/>
          <p:nvPr/>
        </p:nvSpPr>
        <p:spPr>
          <a:xfrm>
            <a:off x="632499" y="4347338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Marcha blanca E1</a:t>
            </a:r>
            <a:endParaRPr lang="es-CL" sz="1432" noProof="0"/>
          </a:p>
        </p:txBody>
      </p:sp>
      <p:sp>
        <p:nvSpPr>
          <p:cNvPr id="1654" name="!!gv_3"/>
          <p:cNvSpPr/>
          <p:nvPr/>
        </p:nvSpPr>
        <p:spPr>
          <a:xfrm>
            <a:off x="10690226" y="4347338"/>
            <a:ext cx="1719000" cy="299700"/>
          </a:xfrm>
          <a:prstGeom prst="roundRect">
            <a:avLst>
              <a:gd name="adj" fmla="val 30000"/>
            </a:avLst>
          </a:prstGeom>
          <a:solidFill>
            <a:srgbClr val="F29A5E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6" name="!!gantt_label_e2"/>
          <p:cNvSpPr txBox="1"/>
          <p:nvPr/>
        </p:nvSpPr>
        <p:spPr>
          <a:xfrm>
            <a:off x="632499" y="4740292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Construcción y pruebas E2</a:t>
            </a:r>
            <a:endParaRPr lang="es-CL" sz="1432" noProof="0"/>
          </a:p>
        </p:txBody>
      </p:sp>
      <p:sp>
        <p:nvSpPr>
          <p:cNvPr id="4657" name="!!gv_4"/>
          <p:cNvSpPr/>
          <p:nvPr/>
        </p:nvSpPr>
        <p:spPr>
          <a:xfrm>
            <a:off x="10690226" y="4740292"/>
            <a:ext cx="3438600" cy="299700"/>
          </a:xfrm>
          <a:prstGeom prst="roundRect">
            <a:avLst>
              <a:gd name="adj" fmla="val 30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8" name="Google Shape;1658;p26"/>
          <p:cNvSpPr txBox="1"/>
          <p:nvPr/>
        </p:nvSpPr>
        <p:spPr>
          <a:xfrm>
            <a:off x="632499" y="5133245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Marcha blanca E2</a:t>
            </a:r>
            <a:endParaRPr lang="es-CL" sz="1432" noProof="0"/>
          </a:p>
        </p:txBody>
      </p:sp>
      <p:sp>
        <p:nvSpPr>
          <p:cNvPr id="1659" name="!!gv_5"/>
          <p:cNvSpPr/>
          <p:nvPr/>
        </p:nvSpPr>
        <p:spPr>
          <a:xfrm>
            <a:off x="14128565" y="5133245"/>
            <a:ext cx="1146300" cy="299700"/>
          </a:xfrm>
          <a:prstGeom prst="roundRect">
            <a:avLst>
              <a:gd name="adj" fmla="val 30000"/>
            </a:avLst>
          </a:prstGeom>
          <a:solidFill>
            <a:srgbClr val="9A9A9A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7" name="Google Shape;1667;p26"/>
          <p:cNvSpPr txBox="1"/>
          <p:nvPr/>
        </p:nvSpPr>
        <p:spPr>
          <a:xfrm>
            <a:off x="632499" y="5919151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Gestión del cambio</a:t>
            </a:r>
            <a:endParaRPr lang="es-CL" sz="1432" noProof="0"/>
          </a:p>
        </p:txBody>
      </p:sp>
      <p:sp>
        <p:nvSpPr>
          <p:cNvPr id="1668" name="!!gv_9"/>
          <p:cNvSpPr/>
          <p:nvPr/>
        </p:nvSpPr>
        <p:spPr>
          <a:xfrm>
            <a:off x="4386604" y="5919151"/>
            <a:ext cx="11461200" cy="299700"/>
          </a:xfrm>
          <a:prstGeom prst="roundRect">
            <a:avLst>
              <a:gd name="adj" fmla="val 30000"/>
            </a:avLst>
          </a:prstGeom>
          <a:solidFill>
            <a:srgbClr val="C7C7C7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9" name="!!gantt_label_operation"/>
          <p:cNvSpPr txBox="1"/>
          <p:nvPr/>
        </p:nvSpPr>
        <p:spPr>
          <a:xfrm>
            <a:off x="632499" y="6312104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Operación → m56</a:t>
            </a:r>
            <a:endParaRPr lang="es-CL" sz="1432" noProof="0"/>
          </a:p>
        </p:txBody>
      </p:sp>
      <p:sp>
        <p:nvSpPr>
          <p:cNvPr id="4670" name="!!gv_10"/>
          <p:cNvSpPr/>
          <p:nvPr/>
        </p:nvSpPr>
        <p:spPr>
          <a:xfrm>
            <a:off x="15274679" y="6312104"/>
            <a:ext cx="2292300" cy="299700"/>
          </a:xfrm>
          <a:prstGeom prst="homePlate">
            <a:avLst>
              <a:gd name="adj" fmla="val 50000"/>
            </a:avLst>
          </a:prstGeom>
          <a:solidFill>
            <a:srgbClr val="3C3C3C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72" name="Google Shape;1672;p26"/>
          <p:cNvSpPr txBox="1"/>
          <p:nvPr/>
        </p:nvSpPr>
        <p:spPr>
          <a:xfrm>
            <a:off x="632499" y="7098011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Hitos</a:t>
            </a:r>
            <a:endParaRPr lang="es-CL" sz="1432" noProof="0"/>
          </a:p>
        </p:txBody>
      </p:sp>
      <p:cxnSp>
        <p:nvCxnSpPr>
          <p:cNvPr id="1674" name="Google Shape;1674;p26"/>
          <p:cNvCxnSpPr/>
          <p:nvPr/>
        </p:nvCxnSpPr>
        <p:spPr>
          <a:xfrm>
            <a:off x="3813547" y="8071038"/>
            <a:ext cx="13753500" cy="0"/>
          </a:xfrm>
          <a:prstGeom prst="straightConnector1">
            <a:avLst/>
          </a:prstGeom>
          <a:noFill/>
          <a:ln w="26000" cap="flat" cmpd="sng">
            <a:solidFill>
              <a:srgbClr val="9A9A9A"/>
            </a:solidFill>
            <a:prstDash val="solid"/>
            <a:round/>
            <a:headEnd type="none" w="sm" len="sm"/>
            <a:tailEnd type="none" w="sm" len="sm"/>
          </a:ln>
          <a:effectLst>
            <a:outerShdw blurRad="81855" dist="40928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675" name="Google Shape;1675;p26"/>
          <p:cNvSpPr txBox="1"/>
          <p:nvPr/>
        </p:nvSpPr>
        <p:spPr>
          <a:xfrm>
            <a:off x="3813547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lang="es-CL" sz="1432" noProof="0"/>
          </a:p>
        </p:txBody>
      </p:sp>
      <p:sp>
        <p:nvSpPr>
          <p:cNvPr id="1676" name="Google Shape;1676;p26"/>
          <p:cNvSpPr txBox="1"/>
          <p:nvPr/>
        </p:nvSpPr>
        <p:spPr>
          <a:xfrm>
            <a:off x="4386604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lang="es-CL" sz="1432" noProof="0"/>
          </a:p>
        </p:txBody>
      </p:sp>
      <p:sp>
        <p:nvSpPr>
          <p:cNvPr id="1677" name="Google Shape;1677;p26"/>
          <p:cNvSpPr txBox="1"/>
          <p:nvPr/>
        </p:nvSpPr>
        <p:spPr>
          <a:xfrm>
            <a:off x="4959661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lang="es-CL" sz="1432" noProof="0"/>
          </a:p>
        </p:txBody>
      </p:sp>
      <p:sp>
        <p:nvSpPr>
          <p:cNvPr id="1678" name="Google Shape;1678;p26"/>
          <p:cNvSpPr txBox="1"/>
          <p:nvPr/>
        </p:nvSpPr>
        <p:spPr>
          <a:xfrm>
            <a:off x="5532717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lang="es-CL" sz="1432" noProof="0"/>
          </a:p>
        </p:txBody>
      </p:sp>
      <p:sp>
        <p:nvSpPr>
          <p:cNvPr id="1679" name="Google Shape;1679;p26"/>
          <p:cNvSpPr txBox="1"/>
          <p:nvPr/>
        </p:nvSpPr>
        <p:spPr>
          <a:xfrm>
            <a:off x="6105774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lang="es-CL" sz="1432" noProof="0"/>
          </a:p>
        </p:txBody>
      </p:sp>
      <p:sp>
        <p:nvSpPr>
          <p:cNvPr id="1680" name="Google Shape;1680;p26"/>
          <p:cNvSpPr txBox="1"/>
          <p:nvPr/>
        </p:nvSpPr>
        <p:spPr>
          <a:xfrm>
            <a:off x="6678829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lang="es-CL" sz="1432" noProof="0"/>
          </a:p>
        </p:txBody>
      </p:sp>
      <p:sp>
        <p:nvSpPr>
          <p:cNvPr id="1681" name="Google Shape;1681;p26"/>
          <p:cNvSpPr txBox="1"/>
          <p:nvPr/>
        </p:nvSpPr>
        <p:spPr>
          <a:xfrm>
            <a:off x="7251887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endParaRPr lang="es-CL" sz="1432" noProof="0"/>
          </a:p>
        </p:txBody>
      </p:sp>
      <p:sp>
        <p:nvSpPr>
          <p:cNvPr id="1682" name="Google Shape;1682;p26"/>
          <p:cNvSpPr txBox="1"/>
          <p:nvPr/>
        </p:nvSpPr>
        <p:spPr>
          <a:xfrm>
            <a:off x="7824943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endParaRPr lang="es-CL" sz="1432" noProof="0"/>
          </a:p>
        </p:txBody>
      </p:sp>
      <p:sp>
        <p:nvSpPr>
          <p:cNvPr id="1683" name="Google Shape;1683;p26"/>
          <p:cNvSpPr txBox="1"/>
          <p:nvPr/>
        </p:nvSpPr>
        <p:spPr>
          <a:xfrm>
            <a:off x="8398000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9</a:t>
            </a:r>
            <a:endParaRPr lang="es-CL" sz="1432" noProof="0"/>
          </a:p>
        </p:txBody>
      </p:sp>
      <p:sp>
        <p:nvSpPr>
          <p:cNvPr id="1684" name="Google Shape;1684;p26"/>
          <p:cNvSpPr txBox="1"/>
          <p:nvPr/>
        </p:nvSpPr>
        <p:spPr>
          <a:xfrm>
            <a:off x="8971055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lang="es-CL" sz="1432" noProof="0"/>
          </a:p>
        </p:txBody>
      </p:sp>
      <p:sp>
        <p:nvSpPr>
          <p:cNvPr id="1685" name="Google Shape;1685;p26"/>
          <p:cNvSpPr txBox="1"/>
          <p:nvPr/>
        </p:nvSpPr>
        <p:spPr>
          <a:xfrm>
            <a:off x="9544113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lang="es-CL" sz="1432" noProof="0"/>
          </a:p>
        </p:txBody>
      </p:sp>
      <p:sp>
        <p:nvSpPr>
          <p:cNvPr id="1686" name="Google Shape;1686;p26"/>
          <p:cNvSpPr txBox="1"/>
          <p:nvPr/>
        </p:nvSpPr>
        <p:spPr>
          <a:xfrm>
            <a:off x="10117170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lang="es-CL" sz="1432" noProof="0"/>
          </a:p>
        </p:txBody>
      </p:sp>
      <p:sp>
        <p:nvSpPr>
          <p:cNvPr id="1687" name="Google Shape;1687;p26"/>
          <p:cNvSpPr txBox="1"/>
          <p:nvPr/>
        </p:nvSpPr>
        <p:spPr>
          <a:xfrm>
            <a:off x="10690226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endParaRPr lang="es-CL" sz="1432" noProof="0"/>
          </a:p>
        </p:txBody>
      </p:sp>
      <p:sp>
        <p:nvSpPr>
          <p:cNvPr id="1688" name="Google Shape;1688;p26"/>
          <p:cNvSpPr txBox="1"/>
          <p:nvPr/>
        </p:nvSpPr>
        <p:spPr>
          <a:xfrm>
            <a:off x="11263283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endParaRPr lang="es-CL" sz="1432" noProof="0"/>
          </a:p>
        </p:txBody>
      </p:sp>
      <p:sp>
        <p:nvSpPr>
          <p:cNvPr id="1689" name="Google Shape;1689;p26"/>
          <p:cNvSpPr txBox="1"/>
          <p:nvPr/>
        </p:nvSpPr>
        <p:spPr>
          <a:xfrm>
            <a:off x="11836338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15</a:t>
            </a:r>
            <a:endParaRPr lang="es-CL" sz="1432" noProof="0"/>
          </a:p>
        </p:txBody>
      </p:sp>
      <p:sp>
        <p:nvSpPr>
          <p:cNvPr id="1690" name="Google Shape;1690;p26"/>
          <p:cNvSpPr txBox="1"/>
          <p:nvPr/>
        </p:nvSpPr>
        <p:spPr>
          <a:xfrm>
            <a:off x="12409396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16</a:t>
            </a:r>
            <a:endParaRPr lang="es-CL" sz="1432" noProof="0"/>
          </a:p>
        </p:txBody>
      </p:sp>
      <p:sp>
        <p:nvSpPr>
          <p:cNvPr id="1691" name="Google Shape;1691;p26"/>
          <p:cNvSpPr txBox="1"/>
          <p:nvPr/>
        </p:nvSpPr>
        <p:spPr>
          <a:xfrm>
            <a:off x="12982452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17</a:t>
            </a:r>
            <a:endParaRPr lang="es-CL" sz="1432" noProof="0"/>
          </a:p>
        </p:txBody>
      </p:sp>
      <p:sp>
        <p:nvSpPr>
          <p:cNvPr id="1692" name="Google Shape;1692;p26"/>
          <p:cNvSpPr txBox="1"/>
          <p:nvPr/>
        </p:nvSpPr>
        <p:spPr>
          <a:xfrm>
            <a:off x="13555509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18</a:t>
            </a:r>
            <a:endParaRPr lang="es-CL" sz="1432" noProof="0"/>
          </a:p>
        </p:txBody>
      </p:sp>
      <p:sp>
        <p:nvSpPr>
          <p:cNvPr id="1693" name="Google Shape;1693;p26"/>
          <p:cNvSpPr txBox="1"/>
          <p:nvPr/>
        </p:nvSpPr>
        <p:spPr>
          <a:xfrm>
            <a:off x="14128565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lang="es-CL" sz="1432" noProof="0"/>
          </a:p>
        </p:txBody>
      </p:sp>
      <p:sp>
        <p:nvSpPr>
          <p:cNvPr id="1694" name="Google Shape;1694;p26"/>
          <p:cNvSpPr txBox="1"/>
          <p:nvPr/>
        </p:nvSpPr>
        <p:spPr>
          <a:xfrm>
            <a:off x="14701621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lang="es-CL" sz="1432" noProof="0"/>
          </a:p>
        </p:txBody>
      </p:sp>
      <p:sp>
        <p:nvSpPr>
          <p:cNvPr id="1695" name="Google Shape;1695;p26"/>
          <p:cNvSpPr txBox="1"/>
          <p:nvPr/>
        </p:nvSpPr>
        <p:spPr>
          <a:xfrm>
            <a:off x="15274679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21</a:t>
            </a:r>
            <a:endParaRPr lang="es-CL" sz="1432" noProof="0"/>
          </a:p>
        </p:txBody>
      </p:sp>
      <p:sp>
        <p:nvSpPr>
          <p:cNvPr id="1696" name="Google Shape;1696;p26"/>
          <p:cNvSpPr txBox="1"/>
          <p:nvPr/>
        </p:nvSpPr>
        <p:spPr>
          <a:xfrm>
            <a:off x="15847735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endParaRPr lang="es-CL" sz="1432" noProof="0"/>
          </a:p>
        </p:txBody>
      </p:sp>
      <p:sp>
        <p:nvSpPr>
          <p:cNvPr id="1697" name="Google Shape;1697;p26"/>
          <p:cNvSpPr txBox="1"/>
          <p:nvPr/>
        </p:nvSpPr>
        <p:spPr>
          <a:xfrm>
            <a:off x="16420791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23</a:t>
            </a:r>
            <a:endParaRPr lang="es-CL" sz="1432" noProof="0"/>
          </a:p>
        </p:txBody>
      </p:sp>
      <p:sp>
        <p:nvSpPr>
          <p:cNvPr id="1698" name="Google Shape;1698;p26"/>
          <p:cNvSpPr txBox="1"/>
          <p:nvPr/>
        </p:nvSpPr>
        <p:spPr>
          <a:xfrm>
            <a:off x="16993847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24</a:t>
            </a:r>
            <a:endParaRPr lang="es-CL" sz="1432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400" advTm="100">
        <p159:morph option="byObject"/>
      </p:transition>
    </mc:Choice>
    <mc:Fallback xmlns="">
      <p:transition spd="slow" advTm="1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!!deco_1438196a_1"/>
          <p:cNvSpPr/>
          <p:nvPr/>
        </p:nvSpPr>
        <p:spPr>
          <a:xfrm>
            <a:off x="-912276" y="-1806079"/>
            <a:ext cx="4207383" cy="4207383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631" name="!!gantt_title"/>
          <p:cNvSpPr txBox="1"/>
          <p:nvPr/>
        </p:nvSpPr>
        <p:spPr>
          <a:xfrm>
            <a:off x="2223023" y="962040"/>
            <a:ext cx="14034000" cy="8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948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5525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Gantt de implementación</a:t>
            </a:r>
            <a:endParaRPr lang="es-CL" sz="1432" noProof="0"/>
          </a:p>
        </p:txBody>
      </p:sp>
      <p:sp>
        <p:nvSpPr>
          <p:cNvPr id="1632" name="!!deco_1438196a_2"/>
          <p:cNvSpPr/>
          <p:nvPr/>
        </p:nvSpPr>
        <p:spPr>
          <a:xfrm>
            <a:off x="15182687" y="-1806079"/>
            <a:ext cx="4207383" cy="4207383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633" name="!!deco_dce8b6c9_1"/>
          <p:cNvSpPr/>
          <p:nvPr/>
        </p:nvSpPr>
        <p:spPr>
          <a:xfrm>
            <a:off x="-2422552" y="8775768"/>
            <a:ext cx="10467313" cy="10467313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634" name="!!deco_78f3c294_1"/>
          <p:cNvSpPr/>
          <p:nvPr/>
        </p:nvSpPr>
        <p:spPr>
          <a:xfrm flipH="1">
            <a:off x="17335209" y="8869326"/>
            <a:ext cx="208306" cy="345737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635" name="!!deco_78f3c294_2"/>
          <p:cNvSpPr/>
          <p:nvPr/>
        </p:nvSpPr>
        <p:spPr>
          <a:xfrm flipH="1">
            <a:off x="17178986" y="8869326"/>
            <a:ext cx="208306" cy="345737"/>
          </a:xfrm>
          <a:custGeom>
            <a:avLst/>
            <a:gdLst/>
            <a:ahLst/>
            <a:cxnLst/>
            <a:rect l="l" t="t" r="r" b="b"/>
            <a:pathLst>
              <a:path w="203722" h="338129">
                <a:moveTo>
                  <a:pt x="203722" y="0"/>
                </a:moveTo>
                <a:lnTo>
                  <a:pt x="0" y="0"/>
                </a:lnTo>
                <a:lnTo>
                  <a:pt x="0" y="338129"/>
                </a:lnTo>
                <a:lnTo>
                  <a:pt x="203722" y="338129"/>
                </a:lnTo>
                <a:lnTo>
                  <a:pt x="20372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636" name="Google Shape;1636;p26"/>
          <p:cNvSpPr txBox="1"/>
          <p:nvPr/>
        </p:nvSpPr>
        <p:spPr>
          <a:xfrm>
            <a:off x="15085298" y="8875656"/>
            <a:ext cx="19941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42" b="0" i="0" u="none" strike="noStrike" cap="none" noProof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Siguiente</a:t>
            </a:r>
            <a:endParaRPr lang="es-CL" sz="1432" noProof="0"/>
          </a:p>
        </p:txBody>
      </p:sp>
      <p:sp>
        <p:nvSpPr>
          <p:cNvPr id="1637" name="Google Shape;1637;p26"/>
          <p:cNvSpPr txBox="1"/>
          <p:nvPr/>
        </p:nvSpPr>
        <p:spPr>
          <a:xfrm>
            <a:off x="1755222" y="2346037"/>
            <a:ext cx="14969700" cy="3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46" b="0" i="0" u="none" strike="noStrike" cap="none" noProof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Meses 1–24 · actividades, hitos y congelamientos</a:t>
            </a:r>
            <a:endParaRPr lang="es-CL" sz="1432" noProof="0"/>
          </a:p>
        </p:txBody>
      </p:sp>
      <p:sp>
        <p:nvSpPr>
          <p:cNvPr id="1638" name="Google Shape;1638;p26"/>
          <p:cNvSpPr/>
          <p:nvPr/>
        </p:nvSpPr>
        <p:spPr>
          <a:xfrm>
            <a:off x="7824943" y="3121699"/>
            <a:ext cx="572700" cy="48837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39" name="Google Shape;1639;p26"/>
          <p:cNvSpPr txBox="1"/>
          <p:nvPr/>
        </p:nvSpPr>
        <p:spPr>
          <a:xfrm>
            <a:off x="7731383" y="2794238"/>
            <a:ext cx="7599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 err="1">
                <a:solidFill>
                  <a:srgbClr val="606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Sep</a:t>
            </a:r>
            <a:endParaRPr lang="es-CL" sz="1432" noProof="0"/>
          </a:p>
        </p:txBody>
      </p:sp>
      <p:sp>
        <p:nvSpPr>
          <p:cNvPr id="1640" name="Google Shape;1640;p26"/>
          <p:cNvSpPr/>
          <p:nvPr/>
        </p:nvSpPr>
        <p:spPr>
          <a:xfrm>
            <a:off x="9544113" y="3121699"/>
            <a:ext cx="572700" cy="48837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1" name="Google Shape;1641;p26"/>
          <p:cNvSpPr txBox="1"/>
          <p:nvPr/>
        </p:nvSpPr>
        <p:spPr>
          <a:xfrm>
            <a:off x="9450553" y="2794238"/>
            <a:ext cx="7599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606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Dic</a:t>
            </a:r>
            <a:endParaRPr lang="es-CL" sz="1432" noProof="0"/>
          </a:p>
        </p:txBody>
      </p:sp>
      <p:sp>
        <p:nvSpPr>
          <p:cNvPr id="1642" name="Google Shape;1642;p26"/>
          <p:cNvSpPr/>
          <p:nvPr/>
        </p:nvSpPr>
        <p:spPr>
          <a:xfrm>
            <a:off x="14701621" y="3121699"/>
            <a:ext cx="572700" cy="48837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3" name="Google Shape;1643;p26"/>
          <p:cNvSpPr txBox="1"/>
          <p:nvPr/>
        </p:nvSpPr>
        <p:spPr>
          <a:xfrm>
            <a:off x="14608061" y="2794238"/>
            <a:ext cx="7599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 err="1">
                <a:solidFill>
                  <a:srgbClr val="606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Sep</a:t>
            </a:r>
            <a:endParaRPr lang="es-CL" sz="1432" noProof="0"/>
          </a:p>
        </p:txBody>
      </p:sp>
      <p:sp>
        <p:nvSpPr>
          <p:cNvPr id="1644" name="Google Shape;1644;p26"/>
          <p:cNvSpPr/>
          <p:nvPr/>
        </p:nvSpPr>
        <p:spPr>
          <a:xfrm>
            <a:off x="16420791" y="3121699"/>
            <a:ext cx="572700" cy="4883700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5" name="Google Shape;1645;p26"/>
          <p:cNvSpPr txBox="1"/>
          <p:nvPr/>
        </p:nvSpPr>
        <p:spPr>
          <a:xfrm>
            <a:off x="16327231" y="2794238"/>
            <a:ext cx="7599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6060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Dic</a:t>
            </a:r>
            <a:endParaRPr lang="es-CL" sz="1432" noProof="0"/>
          </a:p>
        </p:txBody>
      </p:sp>
      <p:sp>
        <p:nvSpPr>
          <p:cNvPr id="1646" name="Google Shape;1646;p26"/>
          <p:cNvSpPr txBox="1"/>
          <p:nvPr/>
        </p:nvSpPr>
        <p:spPr>
          <a:xfrm>
            <a:off x="632499" y="2794238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Gris = congelamiento</a:t>
            </a:r>
            <a:endParaRPr lang="es-CL" sz="1432" noProof="0"/>
          </a:p>
        </p:txBody>
      </p:sp>
      <p:sp>
        <p:nvSpPr>
          <p:cNvPr id="1647" name="!!gantt_label_design"/>
          <p:cNvSpPr txBox="1"/>
          <p:nvPr/>
        </p:nvSpPr>
        <p:spPr>
          <a:xfrm>
            <a:off x="632499" y="3168479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Diseño e infraestructura</a:t>
            </a:r>
            <a:endParaRPr lang="es-CL" sz="1432" noProof="0"/>
          </a:p>
        </p:txBody>
      </p:sp>
      <p:sp>
        <p:nvSpPr>
          <p:cNvPr id="1648" name="!!gv_0"/>
          <p:cNvSpPr/>
          <p:nvPr/>
        </p:nvSpPr>
        <p:spPr>
          <a:xfrm>
            <a:off x="3813547" y="3168479"/>
            <a:ext cx="6876300" cy="299700"/>
          </a:xfrm>
          <a:prstGeom prst="roundRect">
            <a:avLst>
              <a:gd name="adj" fmla="val 30000"/>
            </a:avLst>
          </a:prstGeom>
          <a:solidFill>
            <a:srgbClr val="606060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9" name="!!gantt_label_e1"/>
          <p:cNvSpPr txBox="1"/>
          <p:nvPr/>
        </p:nvSpPr>
        <p:spPr>
          <a:xfrm>
            <a:off x="632499" y="3561432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Construcción y pruebas E1</a:t>
            </a:r>
            <a:endParaRPr lang="es-CL" sz="1432" noProof="0"/>
          </a:p>
        </p:txBody>
      </p:sp>
      <p:sp>
        <p:nvSpPr>
          <p:cNvPr id="1650" name="!!gv_1"/>
          <p:cNvSpPr/>
          <p:nvPr/>
        </p:nvSpPr>
        <p:spPr>
          <a:xfrm>
            <a:off x="6105774" y="3561432"/>
            <a:ext cx="3438600" cy="299700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1" name="Google Shape;1651;p26"/>
          <p:cNvSpPr txBox="1"/>
          <p:nvPr/>
        </p:nvSpPr>
        <p:spPr>
          <a:xfrm>
            <a:off x="632499" y="3954385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Migración de datos</a:t>
            </a:r>
            <a:endParaRPr lang="es-CL" sz="1432" noProof="0"/>
          </a:p>
        </p:txBody>
      </p:sp>
      <p:sp>
        <p:nvSpPr>
          <p:cNvPr id="1652" name="!!gv_2"/>
          <p:cNvSpPr/>
          <p:nvPr/>
        </p:nvSpPr>
        <p:spPr>
          <a:xfrm>
            <a:off x="7251887" y="3954385"/>
            <a:ext cx="3438600" cy="299700"/>
          </a:xfrm>
          <a:prstGeom prst="roundRect">
            <a:avLst>
              <a:gd name="adj" fmla="val 30000"/>
            </a:avLst>
          </a:prstGeom>
          <a:solidFill>
            <a:srgbClr val="E8641B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3" name="Google Shape;1653;p26"/>
          <p:cNvSpPr txBox="1"/>
          <p:nvPr/>
        </p:nvSpPr>
        <p:spPr>
          <a:xfrm>
            <a:off x="632499" y="4347338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Marcha blanca E1</a:t>
            </a:r>
            <a:endParaRPr lang="es-CL" sz="1432" noProof="0"/>
          </a:p>
        </p:txBody>
      </p:sp>
      <p:sp>
        <p:nvSpPr>
          <p:cNvPr id="1654" name="!!gv_3"/>
          <p:cNvSpPr/>
          <p:nvPr/>
        </p:nvSpPr>
        <p:spPr>
          <a:xfrm>
            <a:off x="10690226" y="4347338"/>
            <a:ext cx="1719000" cy="299700"/>
          </a:xfrm>
          <a:prstGeom prst="roundRect">
            <a:avLst>
              <a:gd name="adj" fmla="val 30000"/>
            </a:avLst>
          </a:prstGeom>
          <a:solidFill>
            <a:srgbClr val="F29A5E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5" name="Google Shape;1655;p26"/>
          <p:cNvSpPr txBox="1"/>
          <p:nvPr/>
        </p:nvSpPr>
        <p:spPr>
          <a:xfrm>
            <a:off x="10689608" y="4381940"/>
            <a:ext cx="17190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Olas 1·2·3</a:t>
            </a:r>
            <a:endParaRPr lang="es-CL" sz="1432" noProof="0"/>
          </a:p>
        </p:txBody>
      </p:sp>
      <p:sp>
        <p:nvSpPr>
          <p:cNvPr id="1656" name="!!gantt_label_e2"/>
          <p:cNvSpPr txBox="1"/>
          <p:nvPr/>
        </p:nvSpPr>
        <p:spPr>
          <a:xfrm>
            <a:off x="632499" y="4740292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Construcción y pruebas E2</a:t>
            </a:r>
            <a:endParaRPr lang="es-CL" sz="1432" noProof="0"/>
          </a:p>
        </p:txBody>
      </p:sp>
      <p:sp>
        <p:nvSpPr>
          <p:cNvPr id="1657" name="!!gv_4"/>
          <p:cNvSpPr/>
          <p:nvPr/>
        </p:nvSpPr>
        <p:spPr>
          <a:xfrm>
            <a:off x="10690226" y="4740292"/>
            <a:ext cx="3438600" cy="299700"/>
          </a:xfrm>
          <a:prstGeom prst="roundRect">
            <a:avLst>
              <a:gd name="adj" fmla="val 30000"/>
            </a:avLst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58" name="Google Shape;1658;p26"/>
          <p:cNvSpPr txBox="1"/>
          <p:nvPr/>
        </p:nvSpPr>
        <p:spPr>
          <a:xfrm>
            <a:off x="632499" y="5133245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Marcha blanca E2</a:t>
            </a:r>
            <a:endParaRPr lang="es-CL" sz="1432" noProof="0"/>
          </a:p>
        </p:txBody>
      </p:sp>
      <p:sp>
        <p:nvSpPr>
          <p:cNvPr id="1659" name="!!gv_5"/>
          <p:cNvSpPr/>
          <p:nvPr/>
        </p:nvSpPr>
        <p:spPr>
          <a:xfrm>
            <a:off x="14128565" y="5133245"/>
            <a:ext cx="1146300" cy="299700"/>
          </a:xfrm>
          <a:prstGeom prst="roundRect">
            <a:avLst>
              <a:gd name="adj" fmla="val 30000"/>
            </a:avLst>
          </a:prstGeom>
          <a:solidFill>
            <a:srgbClr val="9A9A9A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7" name="Google Shape;1667;p26"/>
          <p:cNvSpPr txBox="1"/>
          <p:nvPr/>
        </p:nvSpPr>
        <p:spPr>
          <a:xfrm>
            <a:off x="632499" y="5919151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Gestión del cambio</a:t>
            </a:r>
            <a:endParaRPr lang="es-CL" sz="1432" noProof="0"/>
          </a:p>
        </p:txBody>
      </p:sp>
      <p:sp>
        <p:nvSpPr>
          <p:cNvPr id="1668" name="!!gv_9"/>
          <p:cNvSpPr/>
          <p:nvPr/>
        </p:nvSpPr>
        <p:spPr>
          <a:xfrm>
            <a:off x="4386604" y="5919151"/>
            <a:ext cx="11461200" cy="299700"/>
          </a:xfrm>
          <a:prstGeom prst="roundRect">
            <a:avLst>
              <a:gd name="adj" fmla="val 30000"/>
            </a:avLst>
          </a:prstGeom>
          <a:solidFill>
            <a:srgbClr val="C7C7C7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69" name="!!gantt_label_operation"/>
          <p:cNvSpPr txBox="1"/>
          <p:nvPr/>
        </p:nvSpPr>
        <p:spPr>
          <a:xfrm>
            <a:off x="632499" y="6312104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Operación → m56</a:t>
            </a:r>
            <a:endParaRPr lang="es-CL" sz="1432" noProof="0"/>
          </a:p>
        </p:txBody>
      </p:sp>
      <p:sp>
        <p:nvSpPr>
          <p:cNvPr id="1670" name="!!gv_10"/>
          <p:cNvSpPr/>
          <p:nvPr/>
        </p:nvSpPr>
        <p:spPr>
          <a:xfrm>
            <a:off x="15274679" y="6312104"/>
            <a:ext cx="2292300" cy="299700"/>
          </a:xfrm>
          <a:prstGeom prst="homePlate">
            <a:avLst>
              <a:gd name="adj" fmla="val 50000"/>
            </a:avLst>
          </a:prstGeom>
          <a:solidFill>
            <a:srgbClr val="3C3C3C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72" name="Google Shape;1672;p26"/>
          <p:cNvSpPr txBox="1"/>
          <p:nvPr/>
        </p:nvSpPr>
        <p:spPr>
          <a:xfrm>
            <a:off x="632499" y="7098011"/>
            <a:ext cx="30873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Hitos</a:t>
            </a:r>
            <a:endParaRPr lang="es-CL" sz="1432" noProof="0"/>
          </a:p>
        </p:txBody>
      </p:sp>
      <p:cxnSp>
        <p:nvCxnSpPr>
          <p:cNvPr id="1674" name="Google Shape;1674;p26"/>
          <p:cNvCxnSpPr/>
          <p:nvPr/>
        </p:nvCxnSpPr>
        <p:spPr>
          <a:xfrm>
            <a:off x="3813547" y="8071038"/>
            <a:ext cx="13753500" cy="0"/>
          </a:xfrm>
          <a:prstGeom prst="straightConnector1">
            <a:avLst/>
          </a:prstGeom>
          <a:noFill/>
          <a:ln w="26000" cap="flat" cmpd="sng">
            <a:solidFill>
              <a:srgbClr val="9A9A9A"/>
            </a:solidFill>
            <a:prstDash val="solid"/>
            <a:round/>
            <a:headEnd type="none" w="sm" len="sm"/>
            <a:tailEnd type="none" w="sm" len="sm"/>
          </a:ln>
          <a:effectLst>
            <a:outerShdw blurRad="81855" dist="40928" dir="5400000" rotWithShape="0">
              <a:srgbClr val="000000">
                <a:alpha val="38040"/>
              </a:srgbClr>
            </a:outerShdw>
          </a:effectLst>
        </p:spPr>
      </p:cxnSp>
      <p:sp>
        <p:nvSpPr>
          <p:cNvPr id="1675" name="Google Shape;1675;p26"/>
          <p:cNvSpPr txBox="1"/>
          <p:nvPr/>
        </p:nvSpPr>
        <p:spPr>
          <a:xfrm>
            <a:off x="3813547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lang="es-CL" sz="1432" noProof="0"/>
          </a:p>
        </p:txBody>
      </p:sp>
      <p:sp>
        <p:nvSpPr>
          <p:cNvPr id="1676" name="Google Shape;1676;p26"/>
          <p:cNvSpPr txBox="1"/>
          <p:nvPr/>
        </p:nvSpPr>
        <p:spPr>
          <a:xfrm>
            <a:off x="4386604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lang="es-CL" sz="1432" noProof="0"/>
          </a:p>
        </p:txBody>
      </p:sp>
      <p:sp>
        <p:nvSpPr>
          <p:cNvPr id="1677" name="Google Shape;1677;p26"/>
          <p:cNvSpPr txBox="1"/>
          <p:nvPr/>
        </p:nvSpPr>
        <p:spPr>
          <a:xfrm>
            <a:off x="4959661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lang="es-CL" sz="1432" noProof="0"/>
          </a:p>
        </p:txBody>
      </p:sp>
      <p:sp>
        <p:nvSpPr>
          <p:cNvPr id="1678" name="Google Shape;1678;p26"/>
          <p:cNvSpPr txBox="1"/>
          <p:nvPr/>
        </p:nvSpPr>
        <p:spPr>
          <a:xfrm>
            <a:off x="5532717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lang="es-CL" sz="1432" noProof="0"/>
          </a:p>
        </p:txBody>
      </p:sp>
      <p:sp>
        <p:nvSpPr>
          <p:cNvPr id="1679" name="Google Shape;1679;p26"/>
          <p:cNvSpPr txBox="1"/>
          <p:nvPr/>
        </p:nvSpPr>
        <p:spPr>
          <a:xfrm>
            <a:off x="6105774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lang="es-CL" sz="1432" noProof="0"/>
          </a:p>
        </p:txBody>
      </p:sp>
      <p:sp>
        <p:nvSpPr>
          <p:cNvPr id="1680" name="Google Shape;1680;p26"/>
          <p:cNvSpPr txBox="1"/>
          <p:nvPr/>
        </p:nvSpPr>
        <p:spPr>
          <a:xfrm>
            <a:off x="6678829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lang="es-CL" sz="1432" noProof="0"/>
          </a:p>
        </p:txBody>
      </p:sp>
      <p:sp>
        <p:nvSpPr>
          <p:cNvPr id="1681" name="Google Shape;1681;p26"/>
          <p:cNvSpPr txBox="1"/>
          <p:nvPr/>
        </p:nvSpPr>
        <p:spPr>
          <a:xfrm>
            <a:off x="7251887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endParaRPr lang="es-CL" sz="1432" noProof="0"/>
          </a:p>
        </p:txBody>
      </p:sp>
      <p:sp>
        <p:nvSpPr>
          <p:cNvPr id="1682" name="Google Shape;1682;p26"/>
          <p:cNvSpPr txBox="1"/>
          <p:nvPr/>
        </p:nvSpPr>
        <p:spPr>
          <a:xfrm>
            <a:off x="7824943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endParaRPr lang="es-CL" sz="1432" noProof="0"/>
          </a:p>
        </p:txBody>
      </p:sp>
      <p:sp>
        <p:nvSpPr>
          <p:cNvPr id="1683" name="Google Shape;1683;p26"/>
          <p:cNvSpPr txBox="1"/>
          <p:nvPr/>
        </p:nvSpPr>
        <p:spPr>
          <a:xfrm>
            <a:off x="8398000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9</a:t>
            </a:r>
            <a:endParaRPr lang="es-CL" sz="1432" noProof="0"/>
          </a:p>
        </p:txBody>
      </p:sp>
      <p:sp>
        <p:nvSpPr>
          <p:cNvPr id="1684" name="Google Shape;1684;p26"/>
          <p:cNvSpPr txBox="1"/>
          <p:nvPr/>
        </p:nvSpPr>
        <p:spPr>
          <a:xfrm>
            <a:off x="8971055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lang="es-CL" sz="1432" noProof="0"/>
          </a:p>
        </p:txBody>
      </p:sp>
      <p:sp>
        <p:nvSpPr>
          <p:cNvPr id="1685" name="Google Shape;1685;p26"/>
          <p:cNvSpPr txBox="1"/>
          <p:nvPr/>
        </p:nvSpPr>
        <p:spPr>
          <a:xfrm>
            <a:off x="9544113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lang="es-CL" sz="1432" noProof="0"/>
          </a:p>
        </p:txBody>
      </p:sp>
      <p:sp>
        <p:nvSpPr>
          <p:cNvPr id="1686" name="Google Shape;1686;p26"/>
          <p:cNvSpPr txBox="1"/>
          <p:nvPr/>
        </p:nvSpPr>
        <p:spPr>
          <a:xfrm>
            <a:off x="10117170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lang="es-CL" sz="1432" noProof="0"/>
          </a:p>
        </p:txBody>
      </p:sp>
      <p:sp>
        <p:nvSpPr>
          <p:cNvPr id="1687" name="Google Shape;1687;p26"/>
          <p:cNvSpPr txBox="1"/>
          <p:nvPr/>
        </p:nvSpPr>
        <p:spPr>
          <a:xfrm>
            <a:off x="10690226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endParaRPr lang="es-CL" sz="1432" noProof="0"/>
          </a:p>
        </p:txBody>
      </p:sp>
      <p:sp>
        <p:nvSpPr>
          <p:cNvPr id="1688" name="Google Shape;1688;p26"/>
          <p:cNvSpPr txBox="1"/>
          <p:nvPr/>
        </p:nvSpPr>
        <p:spPr>
          <a:xfrm>
            <a:off x="11263283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endParaRPr lang="es-CL" sz="1432" noProof="0"/>
          </a:p>
        </p:txBody>
      </p:sp>
      <p:sp>
        <p:nvSpPr>
          <p:cNvPr id="1689" name="Google Shape;1689;p26"/>
          <p:cNvSpPr txBox="1"/>
          <p:nvPr/>
        </p:nvSpPr>
        <p:spPr>
          <a:xfrm>
            <a:off x="11836338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15</a:t>
            </a:r>
            <a:endParaRPr lang="es-CL" sz="1432" noProof="0"/>
          </a:p>
        </p:txBody>
      </p:sp>
      <p:sp>
        <p:nvSpPr>
          <p:cNvPr id="1690" name="Google Shape;1690;p26"/>
          <p:cNvSpPr txBox="1"/>
          <p:nvPr/>
        </p:nvSpPr>
        <p:spPr>
          <a:xfrm>
            <a:off x="12409396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16</a:t>
            </a:r>
            <a:endParaRPr lang="es-CL" sz="1432" noProof="0"/>
          </a:p>
        </p:txBody>
      </p:sp>
      <p:sp>
        <p:nvSpPr>
          <p:cNvPr id="1691" name="Google Shape;1691;p26"/>
          <p:cNvSpPr txBox="1"/>
          <p:nvPr/>
        </p:nvSpPr>
        <p:spPr>
          <a:xfrm>
            <a:off x="12982452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17</a:t>
            </a:r>
            <a:endParaRPr lang="es-CL" sz="1432" noProof="0"/>
          </a:p>
        </p:txBody>
      </p:sp>
      <p:sp>
        <p:nvSpPr>
          <p:cNvPr id="1692" name="Google Shape;1692;p26"/>
          <p:cNvSpPr txBox="1"/>
          <p:nvPr/>
        </p:nvSpPr>
        <p:spPr>
          <a:xfrm>
            <a:off x="13555509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18</a:t>
            </a:r>
            <a:endParaRPr lang="es-CL" sz="1432" noProof="0"/>
          </a:p>
        </p:txBody>
      </p:sp>
      <p:sp>
        <p:nvSpPr>
          <p:cNvPr id="1693" name="Google Shape;1693;p26"/>
          <p:cNvSpPr txBox="1"/>
          <p:nvPr/>
        </p:nvSpPr>
        <p:spPr>
          <a:xfrm>
            <a:off x="14128565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19</a:t>
            </a:r>
            <a:endParaRPr lang="es-CL" sz="1432" noProof="0"/>
          </a:p>
        </p:txBody>
      </p:sp>
      <p:sp>
        <p:nvSpPr>
          <p:cNvPr id="1694" name="Google Shape;1694;p26"/>
          <p:cNvSpPr txBox="1"/>
          <p:nvPr/>
        </p:nvSpPr>
        <p:spPr>
          <a:xfrm>
            <a:off x="14701621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20</a:t>
            </a:r>
            <a:endParaRPr lang="es-CL" sz="1432" noProof="0"/>
          </a:p>
        </p:txBody>
      </p:sp>
      <p:sp>
        <p:nvSpPr>
          <p:cNvPr id="1695" name="Google Shape;1695;p26"/>
          <p:cNvSpPr txBox="1"/>
          <p:nvPr/>
        </p:nvSpPr>
        <p:spPr>
          <a:xfrm>
            <a:off x="15274679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21</a:t>
            </a:r>
            <a:endParaRPr lang="es-CL" sz="1432" noProof="0"/>
          </a:p>
        </p:txBody>
      </p:sp>
      <p:sp>
        <p:nvSpPr>
          <p:cNvPr id="1696" name="Google Shape;1696;p26"/>
          <p:cNvSpPr txBox="1"/>
          <p:nvPr/>
        </p:nvSpPr>
        <p:spPr>
          <a:xfrm>
            <a:off x="15847735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22</a:t>
            </a:r>
            <a:endParaRPr lang="es-CL" sz="1432" noProof="0"/>
          </a:p>
        </p:txBody>
      </p:sp>
      <p:sp>
        <p:nvSpPr>
          <p:cNvPr id="1697" name="Google Shape;1697;p26"/>
          <p:cNvSpPr txBox="1"/>
          <p:nvPr/>
        </p:nvSpPr>
        <p:spPr>
          <a:xfrm>
            <a:off x="16420791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23</a:t>
            </a:r>
            <a:endParaRPr lang="es-CL" sz="1432" noProof="0"/>
          </a:p>
        </p:txBody>
      </p:sp>
      <p:sp>
        <p:nvSpPr>
          <p:cNvPr id="1698" name="Google Shape;1698;p26"/>
          <p:cNvSpPr txBox="1"/>
          <p:nvPr/>
        </p:nvSpPr>
        <p:spPr>
          <a:xfrm>
            <a:off x="16993847" y="8099106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0" i="0" u="none" strike="noStrike" cap="none" noProof="0">
                <a:solidFill>
                  <a:srgbClr val="606060"/>
                </a:solidFill>
                <a:latin typeface="Inter"/>
                <a:ea typeface="Inter"/>
                <a:cs typeface="Inter"/>
                <a:sym typeface="Inter"/>
              </a:rPr>
              <a:t>24</a:t>
            </a:r>
            <a:endParaRPr lang="es-CL" sz="1432" noProof="0"/>
          </a:p>
        </p:txBody>
      </p:sp>
      <p:sp>
        <p:nvSpPr>
          <p:cNvPr id="1701" name="Google Shape;1701;p26"/>
          <p:cNvSpPr/>
          <p:nvPr/>
        </p:nvSpPr>
        <p:spPr>
          <a:xfrm>
            <a:off x="4560860" y="7116723"/>
            <a:ext cx="224700" cy="224700"/>
          </a:xfrm>
          <a:prstGeom prst="diamond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2" name="Google Shape;1702;p26"/>
          <p:cNvSpPr txBox="1"/>
          <p:nvPr/>
        </p:nvSpPr>
        <p:spPr>
          <a:xfrm>
            <a:off x="4386604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H1</a:t>
            </a:r>
            <a:endParaRPr lang="es-CL" sz="1432" noProof="0"/>
          </a:p>
        </p:txBody>
      </p:sp>
      <p:sp>
        <p:nvSpPr>
          <p:cNvPr id="1703" name="Google Shape;1703;p26"/>
          <p:cNvSpPr/>
          <p:nvPr/>
        </p:nvSpPr>
        <p:spPr>
          <a:xfrm>
            <a:off x="5706973" y="7116723"/>
            <a:ext cx="224700" cy="224700"/>
          </a:xfrm>
          <a:prstGeom prst="diamond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4" name="Google Shape;1704;p26"/>
          <p:cNvSpPr txBox="1"/>
          <p:nvPr/>
        </p:nvSpPr>
        <p:spPr>
          <a:xfrm>
            <a:off x="5532717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H2</a:t>
            </a:r>
            <a:endParaRPr lang="es-CL" sz="1432" noProof="0"/>
          </a:p>
        </p:txBody>
      </p:sp>
      <p:sp>
        <p:nvSpPr>
          <p:cNvPr id="1705" name="Google Shape;1705;p26"/>
          <p:cNvSpPr/>
          <p:nvPr/>
        </p:nvSpPr>
        <p:spPr>
          <a:xfrm>
            <a:off x="6853086" y="7116723"/>
            <a:ext cx="224700" cy="224700"/>
          </a:xfrm>
          <a:prstGeom prst="diamond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6" name="Google Shape;1706;p26"/>
          <p:cNvSpPr txBox="1"/>
          <p:nvPr/>
        </p:nvSpPr>
        <p:spPr>
          <a:xfrm>
            <a:off x="6678829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H3</a:t>
            </a:r>
            <a:endParaRPr lang="es-CL" sz="1432" noProof="0"/>
          </a:p>
        </p:txBody>
      </p:sp>
      <p:sp>
        <p:nvSpPr>
          <p:cNvPr id="1707" name="Google Shape;1707;p26"/>
          <p:cNvSpPr/>
          <p:nvPr/>
        </p:nvSpPr>
        <p:spPr>
          <a:xfrm>
            <a:off x="9145312" y="7116723"/>
            <a:ext cx="224700" cy="224700"/>
          </a:xfrm>
          <a:prstGeom prst="diamond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08" name="Google Shape;1708;p26"/>
          <p:cNvSpPr txBox="1"/>
          <p:nvPr/>
        </p:nvSpPr>
        <p:spPr>
          <a:xfrm>
            <a:off x="8971055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H4</a:t>
            </a:r>
            <a:endParaRPr lang="es-CL" sz="1432" noProof="0"/>
          </a:p>
        </p:txBody>
      </p:sp>
      <p:sp>
        <p:nvSpPr>
          <p:cNvPr id="1709" name="Google Shape;1709;p26"/>
          <p:cNvSpPr/>
          <p:nvPr/>
        </p:nvSpPr>
        <p:spPr>
          <a:xfrm>
            <a:off x="10291426" y="7116723"/>
            <a:ext cx="224700" cy="224700"/>
          </a:xfrm>
          <a:prstGeom prst="diamond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10" name="Google Shape;1710;p26"/>
          <p:cNvSpPr txBox="1"/>
          <p:nvPr/>
        </p:nvSpPr>
        <p:spPr>
          <a:xfrm>
            <a:off x="10117170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H5</a:t>
            </a:r>
            <a:endParaRPr lang="es-CL" sz="1432" noProof="0"/>
          </a:p>
        </p:txBody>
      </p:sp>
      <p:sp>
        <p:nvSpPr>
          <p:cNvPr id="1711" name="Google Shape;1711;p26"/>
          <p:cNvSpPr/>
          <p:nvPr/>
        </p:nvSpPr>
        <p:spPr>
          <a:xfrm>
            <a:off x="10864482" y="7116723"/>
            <a:ext cx="224700" cy="224700"/>
          </a:xfrm>
          <a:prstGeom prst="diamond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12" name="Google Shape;1712;p26"/>
          <p:cNvSpPr txBox="1"/>
          <p:nvPr/>
        </p:nvSpPr>
        <p:spPr>
          <a:xfrm>
            <a:off x="10690226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H6</a:t>
            </a:r>
            <a:endParaRPr lang="es-CL" sz="1432" noProof="0"/>
          </a:p>
        </p:txBody>
      </p:sp>
      <p:sp>
        <p:nvSpPr>
          <p:cNvPr id="1713" name="Google Shape;1713;p26"/>
          <p:cNvSpPr/>
          <p:nvPr/>
        </p:nvSpPr>
        <p:spPr>
          <a:xfrm>
            <a:off x="11437539" y="7116723"/>
            <a:ext cx="224700" cy="224700"/>
          </a:xfrm>
          <a:prstGeom prst="diamond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14" name="Google Shape;1714;p26"/>
          <p:cNvSpPr txBox="1"/>
          <p:nvPr/>
        </p:nvSpPr>
        <p:spPr>
          <a:xfrm>
            <a:off x="11263283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H8</a:t>
            </a:r>
            <a:endParaRPr lang="es-CL" sz="1432" noProof="0"/>
          </a:p>
        </p:txBody>
      </p:sp>
      <p:sp>
        <p:nvSpPr>
          <p:cNvPr id="1715" name="Google Shape;1715;p26"/>
          <p:cNvSpPr/>
          <p:nvPr/>
        </p:nvSpPr>
        <p:spPr>
          <a:xfrm>
            <a:off x="12583652" y="7116723"/>
            <a:ext cx="224700" cy="224700"/>
          </a:xfrm>
          <a:prstGeom prst="diamond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16" name="Google Shape;1716;p26"/>
          <p:cNvSpPr txBox="1"/>
          <p:nvPr/>
        </p:nvSpPr>
        <p:spPr>
          <a:xfrm>
            <a:off x="12409396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H7</a:t>
            </a:r>
            <a:endParaRPr lang="es-CL" sz="1432" noProof="0"/>
          </a:p>
        </p:txBody>
      </p:sp>
      <p:sp>
        <p:nvSpPr>
          <p:cNvPr id="1717" name="Google Shape;1717;p26"/>
          <p:cNvSpPr/>
          <p:nvPr/>
        </p:nvSpPr>
        <p:spPr>
          <a:xfrm>
            <a:off x="13156708" y="7116723"/>
            <a:ext cx="224700" cy="224700"/>
          </a:xfrm>
          <a:prstGeom prst="diamond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18" name="Google Shape;1718;p26"/>
          <p:cNvSpPr txBox="1"/>
          <p:nvPr/>
        </p:nvSpPr>
        <p:spPr>
          <a:xfrm>
            <a:off x="12982452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H9</a:t>
            </a:r>
            <a:endParaRPr lang="es-CL" sz="1432" noProof="0"/>
          </a:p>
        </p:txBody>
      </p:sp>
      <p:sp>
        <p:nvSpPr>
          <p:cNvPr id="1719" name="Google Shape;1719;p26"/>
          <p:cNvSpPr/>
          <p:nvPr/>
        </p:nvSpPr>
        <p:spPr>
          <a:xfrm>
            <a:off x="13729765" y="7116723"/>
            <a:ext cx="224700" cy="224700"/>
          </a:xfrm>
          <a:prstGeom prst="diamond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20" name="Google Shape;1720;p26"/>
          <p:cNvSpPr txBox="1"/>
          <p:nvPr/>
        </p:nvSpPr>
        <p:spPr>
          <a:xfrm>
            <a:off x="13555509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H10</a:t>
            </a:r>
            <a:endParaRPr lang="es-CL" sz="1432" noProof="0"/>
          </a:p>
        </p:txBody>
      </p:sp>
      <p:sp>
        <p:nvSpPr>
          <p:cNvPr id="1721" name="Google Shape;1721;p26"/>
          <p:cNvSpPr/>
          <p:nvPr/>
        </p:nvSpPr>
        <p:spPr>
          <a:xfrm>
            <a:off x="14302822" y="7116723"/>
            <a:ext cx="224700" cy="224700"/>
          </a:xfrm>
          <a:prstGeom prst="diamond">
            <a:avLst/>
          </a:prstGeom>
          <a:solidFill>
            <a:srgbClr val="111111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22" name="Google Shape;1722;p26"/>
          <p:cNvSpPr txBox="1"/>
          <p:nvPr/>
        </p:nvSpPr>
        <p:spPr>
          <a:xfrm>
            <a:off x="14128565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11111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H11</a:t>
            </a:r>
            <a:endParaRPr lang="es-CL" sz="1432" noProof="0"/>
          </a:p>
        </p:txBody>
      </p:sp>
      <p:sp>
        <p:nvSpPr>
          <p:cNvPr id="1723" name="Google Shape;1723;p26"/>
          <p:cNvSpPr/>
          <p:nvPr/>
        </p:nvSpPr>
        <p:spPr>
          <a:xfrm>
            <a:off x="15448934" y="7116723"/>
            <a:ext cx="224700" cy="224700"/>
          </a:xfrm>
          <a:prstGeom prst="diamond">
            <a:avLst/>
          </a:prstGeom>
          <a:solidFill>
            <a:srgbClr val="E8641B"/>
          </a:solidFill>
          <a:ln>
            <a:noFill/>
          </a:ln>
        </p:spPr>
        <p:txBody>
          <a:bodyPr spcFirstLastPara="1" wrap="square" lIns="140325" tIns="46750" rIns="140325" bIns="467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1842" b="0" i="0" u="none" strike="noStrike" cap="none" noProof="0">
              <a:solidFill>
                <a:srgbClr val="11111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24" name="Google Shape;1724;p26"/>
          <p:cNvSpPr txBox="1"/>
          <p:nvPr/>
        </p:nvSpPr>
        <p:spPr>
          <a:xfrm>
            <a:off x="15274679" y="7350623"/>
            <a:ext cx="572700" cy="2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32" b="1" i="0" u="none" strike="noStrike" cap="none" noProof="0">
                <a:solidFill>
                  <a:srgbClr val="E8641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H12</a:t>
            </a:r>
            <a:endParaRPr lang="es-CL" sz="1432" noProof="0"/>
          </a:p>
        </p:txBody>
      </p:sp>
      <p:sp>
        <p:nvSpPr>
          <p:cNvPr id="1732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21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7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78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849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22</a:t>
            </a:r>
          </a:p>
        </p:txBody>
      </p:sp>
      <p:sp>
        <p:nvSpPr>
          <p:cNvPr id="850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851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45720" rIns="137160" bIns="4572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Proyecto </a:t>
            </a:r>
            <a:r>
              <a:rPr lang="es-CL" sz="1600" b="1">
                <a:solidFill>
                  <a:srgbClr val="FFFFFF"/>
                </a:solidFill>
                <a:latin typeface="Inter SemiBold"/>
              </a:rPr>
              <a:t>LafroX · 222</a:t>
            </a:r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 paquetes de trabajo</a:t>
            </a:r>
          </a:p>
        </p:txBody>
      </p:sp>
      <p:cxnSp>
        <p:nvCxnSpPr>
          <p:cNvPr id="852" name="Connector 851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3" name="Connector 852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4" name="Connector 853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5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Inicio</a:t>
            </a:r>
          </a:p>
        </p:txBody>
      </p:sp>
      <p:sp>
        <p:nvSpPr>
          <p:cNvPr id="856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6.920 HH</a:t>
            </a:r>
          </a:p>
        </p:txBody>
      </p:sp>
      <p:sp>
        <p:nvSpPr>
          <p:cNvPr id="857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9 CC · 35 PT</a:t>
            </a:r>
          </a:p>
        </p:txBody>
      </p:sp>
      <p:sp>
        <p:nvSpPr>
          <p:cNvPr id="858" name="!!edt_cc_1_1" descr="Cuenta de control 1.1"/>
          <p:cNvSpPr/>
          <p:nvPr/>
        </p:nvSpPr>
        <p:spPr>
          <a:xfrm>
            <a:off x="93268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59" name="!!edt_cc_1_2" descr="Cuenta de control 1.2"/>
          <p:cNvSpPr/>
          <p:nvPr/>
        </p:nvSpPr>
        <p:spPr>
          <a:xfrm>
            <a:off x="123444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60" name="!!edt_cc_1_3" descr="Cuenta de control 1.3"/>
          <p:cNvSpPr/>
          <p:nvPr/>
        </p:nvSpPr>
        <p:spPr>
          <a:xfrm>
            <a:off x="153619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61" name="!!edt_cc_1_4" descr="Cuenta de control 1.4"/>
          <p:cNvSpPr/>
          <p:nvPr/>
        </p:nvSpPr>
        <p:spPr>
          <a:xfrm>
            <a:off x="1837943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62" name="!!edt_cc_1_5" descr="Cuenta de control 1.5"/>
          <p:cNvSpPr/>
          <p:nvPr/>
        </p:nvSpPr>
        <p:spPr>
          <a:xfrm>
            <a:off x="213969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63" name="!!edt_cc_1_6" descr="Cuenta de control 1.6"/>
          <p:cNvSpPr/>
          <p:nvPr/>
        </p:nvSpPr>
        <p:spPr>
          <a:xfrm>
            <a:off x="93268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64" name="!!edt_cc_1_7" descr="Cuenta de control 1.7"/>
          <p:cNvSpPr/>
          <p:nvPr/>
        </p:nvSpPr>
        <p:spPr>
          <a:xfrm>
            <a:off x="123444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65" name="!!edt_cc_1_8" descr="Cuenta de control 1.8"/>
          <p:cNvSpPr/>
          <p:nvPr/>
        </p:nvSpPr>
        <p:spPr>
          <a:xfrm>
            <a:off x="153619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66" name="!!edt_cc_1_9" descr="Cuenta de control 1.9"/>
          <p:cNvSpPr/>
          <p:nvPr/>
        </p:nvSpPr>
        <p:spPr>
          <a:xfrm>
            <a:off x="1837943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867" name="Connector 866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8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Elaboración</a:t>
            </a:r>
          </a:p>
        </p:txBody>
      </p:sp>
      <p:sp>
        <p:nvSpPr>
          <p:cNvPr id="869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4.320 HH</a:t>
            </a:r>
          </a:p>
        </p:txBody>
      </p:sp>
      <p:sp>
        <p:nvSpPr>
          <p:cNvPr id="870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6 CC · 18 PT</a:t>
            </a:r>
          </a:p>
        </p:txBody>
      </p:sp>
      <p:sp>
        <p:nvSpPr>
          <p:cNvPr id="871" name="!!edt_cc_2_1" descr="Cuenta de control 2.1"/>
          <p:cNvSpPr/>
          <p:nvPr/>
        </p:nvSpPr>
        <p:spPr>
          <a:xfrm>
            <a:off x="279400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72" name="!!edt_cc_2_2" descr="Cuenta de control 2.2"/>
          <p:cNvSpPr/>
          <p:nvPr/>
        </p:nvSpPr>
        <p:spPr>
          <a:xfrm>
            <a:off x="309575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73" name="!!edt_cc_2_3" descr="Cuenta de control 2.3"/>
          <p:cNvSpPr/>
          <p:nvPr/>
        </p:nvSpPr>
        <p:spPr>
          <a:xfrm>
            <a:off x="339750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74" name="!!edt_cc_2_4" descr="Cuenta de control 2.4"/>
          <p:cNvSpPr/>
          <p:nvPr/>
        </p:nvSpPr>
        <p:spPr>
          <a:xfrm>
            <a:off x="369925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75" name="!!edt_cc_2_5" descr="Cuenta de control 2.5"/>
          <p:cNvSpPr/>
          <p:nvPr/>
        </p:nvSpPr>
        <p:spPr>
          <a:xfrm>
            <a:off x="400100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76" name="!!edt_cc_2_6" descr="Cuenta de control 2.6"/>
          <p:cNvSpPr/>
          <p:nvPr/>
        </p:nvSpPr>
        <p:spPr>
          <a:xfrm>
            <a:off x="279400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877" name="Connector 876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8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Construcción</a:t>
            </a:r>
          </a:p>
        </p:txBody>
      </p:sp>
      <p:sp>
        <p:nvSpPr>
          <p:cNvPr id="879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33.280 HH</a:t>
            </a:r>
          </a:p>
        </p:txBody>
      </p:sp>
      <p:sp>
        <p:nvSpPr>
          <p:cNvPr id="880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11 CC · 79 PT</a:t>
            </a:r>
          </a:p>
        </p:txBody>
      </p:sp>
      <p:sp>
        <p:nvSpPr>
          <p:cNvPr id="881" name="!!edt_cc_3_1" descr="Cuenta de control 3.1"/>
          <p:cNvSpPr/>
          <p:nvPr/>
        </p:nvSpPr>
        <p:spPr>
          <a:xfrm>
            <a:off x="465531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82" name="!!edt_cc_3_2" descr="Cuenta de control 3.2"/>
          <p:cNvSpPr/>
          <p:nvPr/>
        </p:nvSpPr>
        <p:spPr>
          <a:xfrm>
            <a:off x="495706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83" name="!!edt_cc_3_3" descr="Cuenta de control 3.3"/>
          <p:cNvSpPr/>
          <p:nvPr/>
        </p:nvSpPr>
        <p:spPr>
          <a:xfrm>
            <a:off x="525881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84" name="!!edt_cc_3_4" descr="Cuenta de control 3.4"/>
          <p:cNvSpPr/>
          <p:nvPr/>
        </p:nvSpPr>
        <p:spPr>
          <a:xfrm>
            <a:off x="556056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85" name="!!edt_cc_3_5" descr="Cuenta de control 3.5"/>
          <p:cNvSpPr/>
          <p:nvPr/>
        </p:nvSpPr>
        <p:spPr>
          <a:xfrm>
            <a:off x="586232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86" name="!!edt_cc_3_6" descr="Cuenta de control 3.6"/>
          <p:cNvSpPr/>
          <p:nvPr/>
        </p:nvSpPr>
        <p:spPr>
          <a:xfrm>
            <a:off x="465531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87" name="!!edt_cc_3_7" descr="Cuenta de control 3.7"/>
          <p:cNvSpPr/>
          <p:nvPr/>
        </p:nvSpPr>
        <p:spPr>
          <a:xfrm>
            <a:off x="4957064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88" name="!!edt_cc_3_8" descr="Cuenta de control 3.8"/>
          <p:cNvSpPr/>
          <p:nvPr/>
        </p:nvSpPr>
        <p:spPr>
          <a:xfrm>
            <a:off x="5258816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89" name="!!edt_cc_3_9" descr="Cuenta de control 3.9"/>
          <p:cNvSpPr/>
          <p:nvPr/>
        </p:nvSpPr>
        <p:spPr>
          <a:xfrm>
            <a:off x="556056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90" name="!!edt_cc_3_10" descr="Cuenta de control 3.10"/>
          <p:cNvSpPr/>
          <p:nvPr/>
        </p:nvSpPr>
        <p:spPr>
          <a:xfrm>
            <a:off x="586232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91" name="!!edt_cc_3_11" descr="Cuenta de control 3.11"/>
          <p:cNvSpPr/>
          <p:nvPr/>
        </p:nvSpPr>
        <p:spPr>
          <a:xfrm>
            <a:off x="4655312" y="5449824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892" name="Connector 891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3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Transición</a:t>
            </a:r>
          </a:p>
        </p:txBody>
      </p:sp>
      <p:sp>
        <p:nvSpPr>
          <p:cNvPr id="894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20.672 HH</a:t>
            </a:r>
          </a:p>
        </p:txBody>
      </p:sp>
      <p:sp>
        <p:nvSpPr>
          <p:cNvPr id="895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3 CC · 10 PT</a:t>
            </a:r>
          </a:p>
        </p:txBody>
      </p:sp>
      <p:sp>
        <p:nvSpPr>
          <p:cNvPr id="896" name="!!edt_cc_4_1" descr="Cuenta de control 4.1"/>
          <p:cNvSpPr/>
          <p:nvPr/>
        </p:nvSpPr>
        <p:spPr>
          <a:xfrm>
            <a:off x="651662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97" name="!!edt_cc_4_2" descr="Cuenta de control 4.2"/>
          <p:cNvSpPr/>
          <p:nvPr/>
        </p:nvSpPr>
        <p:spPr>
          <a:xfrm>
            <a:off x="681837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898" name="!!edt_cc_4_3" descr="Cuenta de control 4.3"/>
          <p:cNvSpPr/>
          <p:nvPr/>
        </p:nvSpPr>
        <p:spPr>
          <a:xfrm>
            <a:off x="712012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899" name="Connector 898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Adquisiciones</a:t>
            </a:r>
          </a:p>
        </p:txBody>
      </p:sp>
      <p:sp>
        <p:nvSpPr>
          <p:cNvPr id="901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1.040 HH</a:t>
            </a:r>
          </a:p>
        </p:txBody>
      </p:sp>
      <p:sp>
        <p:nvSpPr>
          <p:cNvPr id="902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4 CC · 13 PT</a:t>
            </a:r>
          </a:p>
        </p:txBody>
      </p:sp>
      <p:sp>
        <p:nvSpPr>
          <p:cNvPr id="903" name="!!edt_cc_5_1" descr="Cuenta de control 5.1"/>
          <p:cNvSpPr/>
          <p:nvPr/>
        </p:nvSpPr>
        <p:spPr>
          <a:xfrm>
            <a:off x="8377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04" name="!!edt_cc_5_2" descr="Cuenta de control 5.2"/>
          <p:cNvSpPr/>
          <p:nvPr/>
        </p:nvSpPr>
        <p:spPr>
          <a:xfrm>
            <a:off x="867968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05" name="!!edt_cc_5_3" descr="Cuenta de control 5.3"/>
          <p:cNvSpPr/>
          <p:nvPr/>
        </p:nvSpPr>
        <p:spPr>
          <a:xfrm>
            <a:off x="898144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06" name="!!edt_cc_5_4" descr="Cuenta de control 5.4"/>
          <p:cNvSpPr/>
          <p:nvPr/>
        </p:nvSpPr>
        <p:spPr>
          <a:xfrm>
            <a:off x="928319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907" name="Connector 906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8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Infraestructura</a:t>
            </a:r>
          </a:p>
        </p:txBody>
      </p:sp>
      <p:sp>
        <p:nvSpPr>
          <p:cNvPr id="909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3.840 HH</a:t>
            </a:r>
          </a:p>
        </p:txBody>
      </p:sp>
      <p:sp>
        <p:nvSpPr>
          <p:cNvPr id="910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6 CC · 24 PT</a:t>
            </a:r>
          </a:p>
        </p:txBody>
      </p:sp>
      <p:sp>
        <p:nvSpPr>
          <p:cNvPr id="911" name="!!edt_cc_6_1" descr="Cuenta de control 6.1"/>
          <p:cNvSpPr/>
          <p:nvPr/>
        </p:nvSpPr>
        <p:spPr>
          <a:xfrm>
            <a:off x="1023924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12" name="!!edt_cc_6_2" descr="Cuenta de control 6.2"/>
          <p:cNvSpPr/>
          <p:nvPr/>
        </p:nvSpPr>
        <p:spPr>
          <a:xfrm>
            <a:off x="1054100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13" name="!!edt_cc_6_3" descr="Cuenta de control 6.3"/>
          <p:cNvSpPr/>
          <p:nvPr/>
        </p:nvSpPr>
        <p:spPr>
          <a:xfrm>
            <a:off x="1084275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14" name="!!edt_cc_6_4" descr="Cuenta de control 6.4"/>
          <p:cNvSpPr/>
          <p:nvPr/>
        </p:nvSpPr>
        <p:spPr>
          <a:xfrm>
            <a:off x="1114450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15" name="!!edt_cc_6_5" descr="Cuenta de control 6.5"/>
          <p:cNvSpPr/>
          <p:nvPr/>
        </p:nvSpPr>
        <p:spPr>
          <a:xfrm>
            <a:off x="1144625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16" name="!!edt_cc_6_6" descr="Cuenta de control 6.6"/>
          <p:cNvSpPr/>
          <p:nvPr/>
        </p:nvSpPr>
        <p:spPr>
          <a:xfrm>
            <a:off x="10239248" y="5148072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917" name="Connector 916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8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919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4.736 HH</a:t>
            </a:r>
          </a:p>
        </p:txBody>
      </p:sp>
      <p:sp>
        <p:nvSpPr>
          <p:cNvPr id="920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3 CC · 13 PT</a:t>
            </a:r>
          </a:p>
        </p:txBody>
      </p:sp>
      <p:sp>
        <p:nvSpPr>
          <p:cNvPr id="921" name="!!edt_cc_7_1" descr="Cuenta de control 7.1"/>
          <p:cNvSpPr/>
          <p:nvPr/>
        </p:nvSpPr>
        <p:spPr>
          <a:xfrm>
            <a:off x="1210056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22" name="!!edt_cc_7_2" descr="Cuenta de control 7.2"/>
          <p:cNvSpPr/>
          <p:nvPr/>
        </p:nvSpPr>
        <p:spPr>
          <a:xfrm>
            <a:off x="1240231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23" name="!!edt_cc_7_3" descr="Cuenta de control 7.3"/>
          <p:cNvSpPr/>
          <p:nvPr/>
        </p:nvSpPr>
        <p:spPr>
          <a:xfrm>
            <a:off x="1270406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924" name="Connector 923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5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926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129.879 HH</a:t>
            </a:r>
          </a:p>
        </p:txBody>
      </p:sp>
      <p:sp>
        <p:nvSpPr>
          <p:cNvPr id="927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5 CC · 26 PT</a:t>
            </a:r>
          </a:p>
        </p:txBody>
      </p:sp>
      <p:sp>
        <p:nvSpPr>
          <p:cNvPr id="928" name="!!edt_cc_8_1" descr="Cuenta de control 8.1"/>
          <p:cNvSpPr/>
          <p:nvPr/>
        </p:nvSpPr>
        <p:spPr>
          <a:xfrm>
            <a:off x="13961872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29" name="!!edt_cc_8_2" descr="Cuenta de control 8.2"/>
          <p:cNvSpPr/>
          <p:nvPr/>
        </p:nvSpPr>
        <p:spPr>
          <a:xfrm>
            <a:off x="14263624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30" name="!!edt_cc_8_3" descr="Cuenta de control 8.3"/>
          <p:cNvSpPr/>
          <p:nvPr/>
        </p:nvSpPr>
        <p:spPr>
          <a:xfrm>
            <a:off x="14565376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31" name="!!edt_cc_8_4" descr="Cuenta de control 8.4"/>
          <p:cNvSpPr/>
          <p:nvPr/>
        </p:nvSpPr>
        <p:spPr>
          <a:xfrm>
            <a:off x="14867128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32" name="!!edt_cc_8_5" descr="Cuenta de control 8.5"/>
          <p:cNvSpPr/>
          <p:nvPr/>
        </p:nvSpPr>
        <p:spPr>
          <a:xfrm>
            <a:off x="15168880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cxnSp>
        <p:nvCxnSpPr>
          <p:cNvPr id="933" name="Connector 932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4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E8641B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Cierre</a:t>
            </a:r>
          </a:p>
        </p:txBody>
      </p:sp>
      <p:sp>
        <p:nvSpPr>
          <p:cNvPr id="935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111111"/>
                </a:solidFill>
                <a:latin typeface="Inter SemiBold"/>
              </a:rPr>
              <a:t>320 HH</a:t>
            </a:r>
          </a:p>
        </p:txBody>
      </p:sp>
      <p:sp>
        <p:nvSpPr>
          <p:cNvPr id="936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606060"/>
                </a:solidFill>
                <a:latin typeface="Inter"/>
              </a:rPr>
              <a:t>2 CC · 4 PT</a:t>
            </a:r>
          </a:p>
        </p:txBody>
      </p:sp>
      <p:sp>
        <p:nvSpPr>
          <p:cNvPr id="937" name="!!edt_cc_9_1" descr="Cuenta de control 9.1"/>
          <p:cNvSpPr/>
          <p:nvPr/>
        </p:nvSpPr>
        <p:spPr>
          <a:xfrm>
            <a:off x="1582318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38" name="!!edt_cc_9_2" descr="Cuenta de control 9.2"/>
          <p:cNvSpPr/>
          <p:nvPr/>
        </p:nvSpPr>
        <p:spPr>
          <a:xfrm>
            <a:off x="16124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857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85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926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23</a:t>
            </a:r>
          </a:p>
        </p:txBody>
      </p:sp>
      <p:sp>
        <p:nvSpPr>
          <p:cNvPr id="927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928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Proyecto LafroX · 222 paquetes de trabajo</a:t>
            </a:r>
          </a:p>
        </p:txBody>
      </p:sp>
      <p:cxnSp>
        <p:nvCxnSpPr>
          <p:cNvPr id="929" name="Connector 928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0" name="Connector 929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1" name="Connector 930"/>
          <p:cNvCxnSpPr/>
          <p:nvPr/>
        </p:nvCxnSpPr>
        <p:spPr>
          <a:xfrm>
            <a:off x="1698752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2" name="!!ph1"/>
          <p:cNvSpPr/>
          <p:nvPr/>
        </p:nvSpPr>
        <p:spPr>
          <a:xfrm>
            <a:off x="822960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Inicio</a:t>
            </a:r>
          </a:p>
        </p:txBody>
      </p:sp>
      <p:sp>
        <p:nvSpPr>
          <p:cNvPr id="933" name="!!phhh1"/>
          <p:cNvSpPr txBox="1"/>
          <p:nvPr/>
        </p:nvSpPr>
        <p:spPr>
          <a:xfrm>
            <a:off x="932688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6.920 HH</a:t>
            </a:r>
          </a:p>
        </p:txBody>
      </p:sp>
      <p:sp>
        <p:nvSpPr>
          <p:cNvPr id="934" name="!!phcc1"/>
          <p:cNvSpPr txBox="1"/>
          <p:nvPr/>
        </p:nvSpPr>
        <p:spPr>
          <a:xfrm>
            <a:off x="932688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9 CC · 35 PT</a:t>
            </a:r>
          </a:p>
        </p:txBody>
      </p:sp>
      <p:cxnSp>
        <p:nvCxnSpPr>
          <p:cNvPr id="935" name="Connector 934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6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937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sp>
        <p:nvSpPr>
          <p:cNvPr id="938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cxnSp>
        <p:nvCxnSpPr>
          <p:cNvPr id="939" name="Connector 938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0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941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sp>
        <p:nvSpPr>
          <p:cNvPr id="942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cxnSp>
        <p:nvCxnSpPr>
          <p:cNvPr id="943" name="Connector 942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4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945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sp>
        <p:nvSpPr>
          <p:cNvPr id="946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cxnSp>
        <p:nvCxnSpPr>
          <p:cNvPr id="947" name="Connector 946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8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949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sp>
        <p:nvSpPr>
          <p:cNvPr id="950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cxnSp>
        <p:nvCxnSpPr>
          <p:cNvPr id="951" name="Connector 950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2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953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sp>
        <p:nvSpPr>
          <p:cNvPr id="954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cxnSp>
        <p:nvCxnSpPr>
          <p:cNvPr id="955" name="Connector 954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6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957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sp>
        <p:nvSpPr>
          <p:cNvPr id="958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cxnSp>
        <p:nvCxnSpPr>
          <p:cNvPr id="959" name="Connector 958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0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961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sp>
        <p:nvSpPr>
          <p:cNvPr id="962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cxnSp>
        <p:nvCxnSpPr>
          <p:cNvPr id="963" name="Connector 962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4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965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966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967" name="TextBox 966"/>
          <p:cNvSpPr txBox="1"/>
          <p:nvPr/>
        </p:nvSpPr>
        <p:spPr>
          <a:xfrm>
            <a:off x="822960" y="61722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1 · INICIO · 9 CUENTAS DE CONTROL</a:t>
            </a:r>
          </a:p>
        </p:txBody>
      </p:sp>
      <p:sp>
        <p:nvSpPr>
          <p:cNvPr id="968" name="!!edt_cc_1_1" descr="Cuenta de control 1.1"/>
          <p:cNvSpPr/>
          <p:nvPr/>
        </p:nvSpPr>
        <p:spPr>
          <a:xfrm>
            <a:off x="822960" y="65836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Definición inicial</a:t>
            </a:r>
          </a:p>
        </p:txBody>
      </p:sp>
      <p:sp>
        <p:nvSpPr>
          <p:cNvPr id="969" name="!!edt_cc_1_2" descr="Cuenta de control 1.2"/>
          <p:cNvSpPr/>
          <p:nvPr/>
        </p:nvSpPr>
        <p:spPr>
          <a:xfrm>
            <a:off x="3619499" y="65836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Alcance</a:t>
            </a:r>
          </a:p>
        </p:txBody>
      </p:sp>
      <p:sp>
        <p:nvSpPr>
          <p:cNvPr id="970" name="!!edt_cc_1_3" descr="Cuenta de control 1.3"/>
          <p:cNvSpPr/>
          <p:nvPr/>
        </p:nvSpPr>
        <p:spPr>
          <a:xfrm>
            <a:off x="6416040" y="65836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1.3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Planificación</a:t>
            </a:r>
          </a:p>
        </p:txBody>
      </p:sp>
      <p:sp>
        <p:nvSpPr>
          <p:cNvPr id="971" name="!!edt_cc_1_4" descr="Cuenta de control 1.4"/>
          <p:cNvSpPr/>
          <p:nvPr/>
        </p:nvSpPr>
        <p:spPr>
          <a:xfrm>
            <a:off x="9212580" y="65836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1.4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Interesados y comunicaciones</a:t>
            </a:r>
          </a:p>
        </p:txBody>
      </p:sp>
      <p:sp>
        <p:nvSpPr>
          <p:cNvPr id="972" name="!!edt_cc_1_5" descr="Cuenta de control 1.5"/>
          <p:cNvSpPr/>
          <p:nvPr/>
        </p:nvSpPr>
        <p:spPr>
          <a:xfrm>
            <a:off x="12009120" y="65836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1.5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Gestión de calidad</a:t>
            </a:r>
          </a:p>
        </p:txBody>
      </p:sp>
      <p:sp>
        <p:nvSpPr>
          <p:cNvPr id="973" name="!!edt_cc_1_6" descr="Cuenta de control 1.6"/>
          <p:cNvSpPr/>
          <p:nvPr/>
        </p:nvSpPr>
        <p:spPr>
          <a:xfrm>
            <a:off x="14805660" y="65836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1.6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Gestión de riesgos</a:t>
            </a:r>
          </a:p>
        </p:txBody>
      </p:sp>
      <p:sp>
        <p:nvSpPr>
          <p:cNvPr id="974" name="!!edt_cc_1_7" descr="Cuenta de control 1.7"/>
          <p:cNvSpPr/>
          <p:nvPr/>
        </p:nvSpPr>
        <p:spPr>
          <a:xfrm>
            <a:off x="822960" y="7607808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1.7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Plan de reversibilidad</a:t>
            </a:r>
          </a:p>
        </p:txBody>
      </p:sp>
      <p:sp>
        <p:nvSpPr>
          <p:cNvPr id="975" name="!!edt_cc_1_8" descr="Cuenta de control 1.8"/>
          <p:cNvSpPr/>
          <p:nvPr/>
        </p:nvSpPr>
        <p:spPr>
          <a:xfrm>
            <a:off x="3619499" y="7607808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1.8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Gobierno y control</a:t>
            </a:r>
          </a:p>
        </p:txBody>
      </p:sp>
      <p:sp>
        <p:nvSpPr>
          <p:cNvPr id="976" name="!!edt_cc_1_9" descr="Cuenta de control 1.9"/>
          <p:cNvSpPr/>
          <p:nvPr/>
        </p:nvSpPr>
        <p:spPr>
          <a:xfrm>
            <a:off x="6416040" y="7607808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1.9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Cumplimiento normativo</a:t>
            </a:r>
          </a:p>
        </p:txBody>
      </p:sp>
      <p:sp>
        <p:nvSpPr>
          <p:cNvPr id="977" name="!!edt_cc_2_1" descr="Cuenta de control 2.1"/>
          <p:cNvSpPr/>
          <p:nvPr/>
        </p:nvSpPr>
        <p:spPr>
          <a:xfrm>
            <a:off x="279400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78" name="!!edt_cc_2_2" descr="Cuenta de control 2.2"/>
          <p:cNvSpPr/>
          <p:nvPr/>
        </p:nvSpPr>
        <p:spPr>
          <a:xfrm>
            <a:off x="309575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79" name="!!edt_cc_2_3" descr="Cuenta de control 2.3"/>
          <p:cNvSpPr/>
          <p:nvPr/>
        </p:nvSpPr>
        <p:spPr>
          <a:xfrm>
            <a:off x="339750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80" name="!!edt_cc_2_4" descr="Cuenta de control 2.4"/>
          <p:cNvSpPr/>
          <p:nvPr/>
        </p:nvSpPr>
        <p:spPr>
          <a:xfrm>
            <a:off x="369925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81" name="!!edt_cc_2_5" descr="Cuenta de control 2.5"/>
          <p:cNvSpPr/>
          <p:nvPr/>
        </p:nvSpPr>
        <p:spPr>
          <a:xfrm>
            <a:off x="400100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82" name="!!edt_cc_2_6" descr="Cuenta de control 2.6"/>
          <p:cNvSpPr/>
          <p:nvPr/>
        </p:nvSpPr>
        <p:spPr>
          <a:xfrm>
            <a:off x="279400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83" name="!!edt_cc_3_1" descr="Cuenta de control 3.1"/>
          <p:cNvSpPr/>
          <p:nvPr/>
        </p:nvSpPr>
        <p:spPr>
          <a:xfrm>
            <a:off x="465531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84" name="!!edt_cc_3_2" descr="Cuenta de control 3.2"/>
          <p:cNvSpPr/>
          <p:nvPr/>
        </p:nvSpPr>
        <p:spPr>
          <a:xfrm>
            <a:off x="495706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85" name="!!edt_cc_3_3" descr="Cuenta de control 3.3"/>
          <p:cNvSpPr/>
          <p:nvPr/>
        </p:nvSpPr>
        <p:spPr>
          <a:xfrm>
            <a:off x="525881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86" name="!!edt_cc_3_4" descr="Cuenta de control 3.4"/>
          <p:cNvSpPr/>
          <p:nvPr/>
        </p:nvSpPr>
        <p:spPr>
          <a:xfrm>
            <a:off x="556056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87" name="!!edt_cc_3_5" descr="Cuenta de control 3.5"/>
          <p:cNvSpPr/>
          <p:nvPr/>
        </p:nvSpPr>
        <p:spPr>
          <a:xfrm>
            <a:off x="586232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88" name="!!edt_cc_3_6" descr="Cuenta de control 3.6"/>
          <p:cNvSpPr/>
          <p:nvPr/>
        </p:nvSpPr>
        <p:spPr>
          <a:xfrm>
            <a:off x="465531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89" name="!!edt_cc_3_7" descr="Cuenta de control 3.7"/>
          <p:cNvSpPr/>
          <p:nvPr/>
        </p:nvSpPr>
        <p:spPr>
          <a:xfrm>
            <a:off x="4957064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90" name="!!edt_cc_3_8" descr="Cuenta de control 3.8"/>
          <p:cNvSpPr/>
          <p:nvPr/>
        </p:nvSpPr>
        <p:spPr>
          <a:xfrm>
            <a:off x="5258816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91" name="!!edt_cc_3_9" descr="Cuenta de control 3.9"/>
          <p:cNvSpPr/>
          <p:nvPr/>
        </p:nvSpPr>
        <p:spPr>
          <a:xfrm>
            <a:off x="556056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92" name="!!edt_cc_3_10" descr="Cuenta de control 3.10"/>
          <p:cNvSpPr/>
          <p:nvPr/>
        </p:nvSpPr>
        <p:spPr>
          <a:xfrm>
            <a:off x="586232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93" name="!!edt_cc_3_11" descr="Cuenta de control 3.11"/>
          <p:cNvSpPr/>
          <p:nvPr/>
        </p:nvSpPr>
        <p:spPr>
          <a:xfrm>
            <a:off x="4655312" y="5449824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94" name="!!edt_cc_4_1" descr="Cuenta de control 4.1"/>
          <p:cNvSpPr/>
          <p:nvPr/>
        </p:nvSpPr>
        <p:spPr>
          <a:xfrm>
            <a:off x="651662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95" name="!!edt_cc_4_2" descr="Cuenta de control 4.2"/>
          <p:cNvSpPr/>
          <p:nvPr/>
        </p:nvSpPr>
        <p:spPr>
          <a:xfrm>
            <a:off x="681837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96" name="!!edt_cc_4_3" descr="Cuenta de control 4.3"/>
          <p:cNvSpPr/>
          <p:nvPr/>
        </p:nvSpPr>
        <p:spPr>
          <a:xfrm>
            <a:off x="712012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97" name="!!edt_cc_5_1" descr="Cuenta de control 5.1"/>
          <p:cNvSpPr/>
          <p:nvPr/>
        </p:nvSpPr>
        <p:spPr>
          <a:xfrm>
            <a:off x="8377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98" name="!!edt_cc_5_2" descr="Cuenta de control 5.2"/>
          <p:cNvSpPr/>
          <p:nvPr/>
        </p:nvSpPr>
        <p:spPr>
          <a:xfrm>
            <a:off x="867968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999" name="!!edt_cc_5_3" descr="Cuenta de control 5.3"/>
          <p:cNvSpPr/>
          <p:nvPr/>
        </p:nvSpPr>
        <p:spPr>
          <a:xfrm>
            <a:off x="898144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00" name="!!edt_cc_5_4" descr="Cuenta de control 5.4"/>
          <p:cNvSpPr/>
          <p:nvPr/>
        </p:nvSpPr>
        <p:spPr>
          <a:xfrm>
            <a:off x="928319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01" name="!!edt_cc_6_1" descr="Cuenta de control 6.1"/>
          <p:cNvSpPr/>
          <p:nvPr/>
        </p:nvSpPr>
        <p:spPr>
          <a:xfrm>
            <a:off x="1023924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02" name="!!edt_cc_6_2" descr="Cuenta de control 6.2"/>
          <p:cNvSpPr/>
          <p:nvPr/>
        </p:nvSpPr>
        <p:spPr>
          <a:xfrm>
            <a:off x="1054100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03" name="!!edt_cc_6_3" descr="Cuenta de control 6.3"/>
          <p:cNvSpPr/>
          <p:nvPr/>
        </p:nvSpPr>
        <p:spPr>
          <a:xfrm>
            <a:off x="1084275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04" name="!!edt_cc_6_4" descr="Cuenta de control 6.4"/>
          <p:cNvSpPr/>
          <p:nvPr/>
        </p:nvSpPr>
        <p:spPr>
          <a:xfrm>
            <a:off x="1114450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05" name="!!edt_cc_6_5" descr="Cuenta de control 6.5"/>
          <p:cNvSpPr/>
          <p:nvPr/>
        </p:nvSpPr>
        <p:spPr>
          <a:xfrm>
            <a:off x="1144625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06" name="!!edt_cc_6_6" descr="Cuenta de control 6.6"/>
          <p:cNvSpPr/>
          <p:nvPr/>
        </p:nvSpPr>
        <p:spPr>
          <a:xfrm>
            <a:off x="10239248" y="5148072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07" name="!!edt_cc_7_1" descr="Cuenta de control 7.1"/>
          <p:cNvSpPr/>
          <p:nvPr/>
        </p:nvSpPr>
        <p:spPr>
          <a:xfrm>
            <a:off x="1210056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08" name="!!edt_cc_7_2" descr="Cuenta de control 7.2"/>
          <p:cNvSpPr/>
          <p:nvPr/>
        </p:nvSpPr>
        <p:spPr>
          <a:xfrm>
            <a:off x="1240231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09" name="!!edt_cc_7_3" descr="Cuenta de control 7.3"/>
          <p:cNvSpPr/>
          <p:nvPr/>
        </p:nvSpPr>
        <p:spPr>
          <a:xfrm>
            <a:off x="1270406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10" name="!!edt_cc_8_1" descr="Cuenta de control 8.1"/>
          <p:cNvSpPr/>
          <p:nvPr/>
        </p:nvSpPr>
        <p:spPr>
          <a:xfrm>
            <a:off x="13961872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11" name="!!edt_cc_8_2" descr="Cuenta de control 8.2"/>
          <p:cNvSpPr/>
          <p:nvPr/>
        </p:nvSpPr>
        <p:spPr>
          <a:xfrm>
            <a:off x="14263624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12" name="!!edt_cc_8_3" descr="Cuenta de control 8.3"/>
          <p:cNvSpPr/>
          <p:nvPr/>
        </p:nvSpPr>
        <p:spPr>
          <a:xfrm>
            <a:off x="14565376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13" name="!!edt_cc_8_4" descr="Cuenta de control 8.4"/>
          <p:cNvSpPr/>
          <p:nvPr/>
        </p:nvSpPr>
        <p:spPr>
          <a:xfrm>
            <a:off x="14867128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14" name="!!edt_cc_8_5" descr="Cuenta de control 8.5"/>
          <p:cNvSpPr/>
          <p:nvPr/>
        </p:nvSpPr>
        <p:spPr>
          <a:xfrm>
            <a:off x="15168880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15" name="!!edt_cc_9_1" descr="Cuenta de control 9.1"/>
          <p:cNvSpPr/>
          <p:nvPr/>
        </p:nvSpPr>
        <p:spPr>
          <a:xfrm>
            <a:off x="1582318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16" name="!!edt_cc_9_2" descr="Cuenta de control 9.2"/>
          <p:cNvSpPr/>
          <p:nvPr/>
        </p:nvSpPr>
        <p:spPr>
          <a:xfrm>
            <a:off x="16124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934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935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000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24</a:t>
            </a:r>
          </a:p>
        </p:txBody>
      </p:sp>
      <p:sp>
        <p:nvSpPr>
          <p:cNvPr id="1001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1002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>
                <a:solidFill>
                  <a:srgbClr val="FFFFFF"/>
                </a:solidFill>
                <a:latin typeface="Inter SemiBold"/>
              </a:rPr>
              <a:t>Proyecto LafroX · 222 paquetes de trabajo</a:t>
            </a:r>
          </a:p>
        </p:txBody>
      </p:sp>
      <p:cxnSp>
        <p:nvCxnSpPr>
          <p:cNvPr id="1003" name="Connector 1002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4" name="Connector 1003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5" name="Connector 1004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6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1007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sp>
        <p:nvSpPr>
          <p:cNvPr id="1008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cxnSp>
        <p:nvCxnSpPr>
          <p:cNvPr id="1009" name="Connector 1008"/>
          <p:cNvCxnSpPr/>
          <p:nvPr/>
        </p:nvCxnSpPr>
        <p:spPr>
          <a:xfrm>
            <a:off x="3560064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0" name="!!ph2"/>
          <p:cNvSpPr/>
          <p:nvPr/>
        </p:nvSpPr>
        <p:spPr>
          <a:xfrm>
            <a:off x="2684272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Elaboración</a:t>
            </a:r>
          </a:p>
        </p:txBody>
      </p:sp>
      <p:sp>
        <p:nvSpPr>
          <p:cNvPr id="1011" name="!!phhh2"/>
          <p:cNvSpPr txBox="1"/>
          <p:nvPr/>
        </p:nvSpPr>
        <p:spPr>
          <a:xfrm>
            <a:off x="2794000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4.320 HH</a:t>
            </a:r>
          </a:p>
        </p:txBody>
      </p:sp>
      <p:sp>
        <p:nvSpPr>
          <p:cNvPr id="1012" name="!!phcc2"/>
          <p:cNvSpPr txBox="1"/>
          <p:nvPr/>
        </p:nvSpPr>
        <p:spPr>
          <a:xfrm>
            <a:off x="2794000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6 CC · 18 PT</a:t>
            </a:r>
          </a:p>
        </p:txBody>
      </p:sp>
      <p:cxnSp>
        <p:nvCxnSpPr>
          <p:cNvPr id="1013" name="Connector 1012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4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1015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sp>
        <p:nvSpPr>
          <p:cNvPr id="1016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cxnSp>
        <p:nvCxnSpPr>
          <p:cNvPr id="1017" name="Connector 1016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8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1019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sp>
        <p:nvSpPr>
          <p:cNvPr id="1020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cxnSp>
        <p:nvCxnSpPr>
          <p:cNvPr id="1021" name="Connector 1020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2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1023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sp>
        <p:nvSpPr>
          <p:cNvPr id="1024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cxnSp>
        <p:nvCxnSpPr>
          <p:cNvPr id="1025" name="Connector 1024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6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1027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sp>
        <p:nvSpPr>
          <p:cNvPr id="1028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cxnSp>
        <p:nvCxnSpPr>
          <p:cNvPr id="1029" name="Connector 1028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0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1031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sp>
        <p:nvSpPr>
          <p:cNvPr id="1032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cxnSp>
        <p:nvCxnSpPr>
          <p:cNvPr id="1033" name="Connector 1032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4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035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sp>
        <p:nvSpPr>
          <p:cNvPr id="1036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cxnSp>
        <p:nvCxnSpPr>
          <p:cNvPr id="1037" name="Connector 1036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8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1039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1040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1041" name="TextBox 1040"/>
          <p:cNvSpPr txBox="1"/>
          <p:nvPr/>
        </p:nvSpPr>
        <p:spPr>
          <a:xfrm>
            <a:off x="822960" y="61722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2 · ELABORACIÓN · 6 CUENTAS DE CONTROL</a:t>
            </a:r>
          </a:p>
        </p:txBody>
      </p:sp>
      <p:sp>
        <p:nvSpPr>
          <p:cNvPr id="1042" name="!!edt_cc_2_1" descr="Cuenta de control 2.1"/>
          <p:cNvSpPr/>
          <p:nvPr/>
        </p:nvSpPr>
        <p:spPr>
          <a:xfrm>
            <a:off x="822960" y="65836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2.1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Arquitectura</a:t>
            </a:r>
          </a:p>
        </p:txBody>
      </p:sp>
      <p:sp>
        <p:nvSpPr>
          <p:cNvPr id="1043" name="!!edt_cc_2_2" descr="Cuenta de control 2.2"/>
          <p:cNvSpPr/>
          <p:nvPr/>
        </p:nvSpPr>
        <p:spPr>
          <a:xfrm>
            <a:off x="4178807" y="65836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2.2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Seguridad</a:t>
            </a:r>
          </a:p>
        </p:txBody>
      </p:sp>
      <p:sp>
        <p:nvSpPr>
          <p:cNvPr id="1044" name="!!edt_cc_2_3" descr="Cuenta de control 2.3"/>
          <p:cNvSpPr/>
          <p:nvPr/>
        </p:nvSpPr>
        <p:spPr>
          <a:xfrm>
            <a:off x="7534655" y="65836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2.3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Sala técnica y racks</a:t>
            </a:r>
          </a:p>
        </p:txBody>
      </p:sp>
      <p:sp>
        <p:nvSpPr>
          <p:cNvPr id="1045" name="!!edt_cc_2_4" descr="Cuenta de control 2.4"/>
          <p:cNvSpPr/>
          <p:nvPr/>
        </p:nvSpPr>
        <p:spPr>
          <a:xfrm>
            <a:off x="10890503" y="65836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2.4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Validación de diseños</a:t>
            </a:r>
          </a:p>
        </p:txBody>
      </p:sp>
      <p:sp>
        <p:nvSpPr>
          <p:cNvPr id="1046" name="!!edt_cc_2_5" descr="Cuenta de control 2.5"/>
          <p:cNvSpPr/>
          <p:nvPr/>
        </p:nvSpPr>
        <p:spPr>
          <a:xfrm>
            <a:off x="14246351" y="65836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2.5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Continuidad del negocio</a:t>
            </a:r>
          </a:p>
        </p:txBody>
      </p:sp>
      <p:sp>
        <p:nvSpPr>
          <p:cNvPr id="1047" name="!!edt_cc_2_6" descr="Cuenta de control 2.6"/>
          <p:cNvSpPr/>
          <p:nvPr/>
        </p:nvSpPr>
        <p:spPr>
          <a:xfrm>
            <a:off x="822960" y="7607808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2.6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Experiencia de usuario</a:t>
            </a:r>
          </a:p>
        </p:txBody>
      </p:sp>
      <p:sp>
        <p:nvSpPr>
          <p:cNvPr id="1048" name="!!edt_cc_1_1" descr="Cuenta de control 1.1"/>
          <p:cNvSpPr/>
          <p:nvPr/>
        </p:nvSpPr>
        <p:spPr>
          <a:xfrm>
            <a:off x="93268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49" name="!!edt_cc_1_2" descr="Cuenta de control 1.2"/>
          <p:cNvSpPr/>
          <p:nvPr/>
        </p:nvSpPr>
        <p:spPr>
          <a:xfrm>
            <a:off x="123444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50" name="!!edt_cc_1_3" descr="Cuenta de control 1.3"/>
          <p:cNvSpPr/>
          <p:nvPr/>
        </p:nvSpPr>
        <p:spPr>
          <a:xfrm>
            <a:off x="153619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51" name="!!edt_cc_1_4" descr="Cuenta de control 1.4"/>
          <p:cNvSpPr/>
          <p:nvPr/>
        </p:nvSpPr>
        <p:spPr>
          <a:xfrm>
            <a:off x="1837943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52" name="!!edt_cc_1_5" descr="Cuenta de control 1.5"/>
          <p:cNvSpPr/>
          <p:nvPr/>
        </p:nvSpPr>
        <p:spPr>
          <a:xfrm>
            <a:off x="213969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53" name="!!edt_cc_1_6" descr="Cuenta de control 1.6"/>
          <p:cNvSpPr/>
          <p:nvPr/>
        </p:nvSpPr>
        <p:spPr>
          <a:xfrm>
            <a:off x="93268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54" name="!!edt_cc_1_7" descr="Cuenta de control 1.7"/>
          <p:cNvSpPr/>
          <p:nvPr/>
        </p:nvSpPr>
        <p:spPr>
          <a:xfrm>
            <a:off x="123444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55" name="!!edt_cc_1_8" descr="Cuenta de control 1.8"/>
          <p:cNvSpPr/>
          <p:nvPr/>
        </p:nvSpPr>
        <p:spPr>
          <a:xfrm>
            <a:off x="153619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56" name="!!edt_cc_1_9" descr="Cuenta de control 1.9"/>
          <p:cNvSpPr/>
          <p:nvPr/>
        </p:nvSpPr>
        <p:spPr>
          <a:xfrm>
            <a:off x="1837943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57" name="!!edt_cc_3_1" descr="Cuenta de control 3.1"/>
          <p:cNvSpPr/>
          <p:nvPr/>
        </p:nvSpPr>
        <p:spPr>
          <a:xfrm>
            <a:off x="465531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58" name="!!edt_cc_3_2" descr="Cuenta de control 3.2"/>
          <p:cNvSpPr/>
          <p:nvPr/>
        </p:nvSpPr>
        <p:spPr>
          <a:xfrm>
            <a:off x="495706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59" name="!!edt_cc_3_3" descr="Cuenta de control 3.3"/>
          <p:cNvSpPr/>
          <p:nvPr/>
        </p:nvSpPr>
        <p:spPr>
          <a:xfrm>
            <a:off x="525881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60" name="!!edt_cc_3_4" descr="Cuenta de control 3.4"/>
          <p:cNvSpPr/>
          <p:nvPr/>
        </p:nvSpPr>
        <p:spPr>
          <a:xfrm>
            <a:off x="556056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61" name="!!edt_cc_3_5" descr="Cuenta de control 3.5"/>
          <p:cNvSpPr/>
          <p:nvPr/>
        </p:nvSpPr>
        <p:spPr>
          <a:xfrm>
            <a:off x="586232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62" name="!!edt_cc_3_6" descr="Cuenta de control 3.6"/>
          <p:cNvSpPr/>
          <p:nvPr/>
        </p:nvSpPr>
        <p:spPr>
          <a:xfrm>
            <a:off x="465531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63" name="!!edt_cc_3_7" descr="Cuenta de control 3.7"/>
          <p:cNvSpPr/>
          <p:nvPr/>
        </p:nvSpPr>
        <p:spPr>
          <a:xfrm>
            <a:off x="4957064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64" name="!!edt_cc_3_8" descr="Cuenta de control 3.8"/>
          <p:cNvSpPr/>
          <p:nvPr/>
        </p:nvSpPr>
        <p:spPr>
          <a:xfrm>
            <a:off x="5258816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65" name="!!edt_cc_3_9" descr="Cuenta de control 3.9"/>
          <p:cNvSpPr/>
          <p:nvPr/>
        </p:nvSpPr>
        <p:spPr>
          <a:xfrm>
            <a:off x="556056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66" name="!!edt_cc_3_10" descr="Cuenta de control 3.10"/>
          <p:cNvSpPr/>
          <p:nvPr/>
        </p:nvSpPr>
        <p:spPr>
          <a:xfrm>
            <a:off x="586232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67" name="!!edt_cc_3_11" descr="Cuenta de control 3.11"/>
          <p:cNvSpPr/>
          <p:nvPr/>
        </p:nvSpPr>
        <p:spPr>
          <a:xfrm>
            <a:off x="4655312" y="5449824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68" name="!!edt_cc_4_1" descr="Cuenta de control 4.1"/>
          <p:cNvSpPr/>
          <p:nvPr/>
        </p:nvSpPr>
        <p:spPr>
          <a:xfrm>
            <a:off x="651662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69" name="!!edt_cc_4_2" descr="Cuenta de control 4.2"/>
          <p:cNvSpPr/>
          <p:nvPr/>
        </p:nvSpPr>
        <p:spPr>
          <a:xfrm>
            <a:off x="681837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70" name="!!edt_cc_4_3" descr="Cuenta de control 4.3"/>
          <p:cNvSpPr/>
          <p:nvPr/>
        </p:nvSpPr>
        <p:spPr>
          <a:xfrm>
            <a:off x="712012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71" name="!!edt_cc_5_1" descr="Cuenta de control 5.1"/>
          <p:cNvSpPr/>
          <p:nvPr/>
        </p:nvSpPr>
        <p:spPr>
          <a:xfrm>
            <a:off x="8377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72" name="!!edt_cc_5_2" descr="Cuenta de control 5.2"/>
          <p:cNvSpPr/>
          <p:nvPr/>
        </p:nvSpPr>
        <p:spPr>
          <a:xfrm>
            <a:off x="867968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73" name="!!edt_cc_5_3" descr="Cuenta de control 5.3"/>
          <p:cNvSpPr/>
          <p:nvPr/>
        </p:nvSpPr>
        <p:spPr>
          <a:xfrm>
            <a:off x="898144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74" name="!!edt_cc_5_4" descr="Cuenta de control 5.4"/>
          <p:cNvSpPr/>
          <p:nvPr/>
        </p:nvSpPr>
        <p:spPr>
          <a:xfrm>
            <a:off x="928319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75" name="!!edt_cc_6_1" descr="Cuenta de control 6.1"/>
          <p:cNvSpPr/>
          <p:nvPr/>
        </p:nvSpPr>
        <p:spPr>
          <a:xfrm>
            <a:off x="1023924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76" name="!!edt_cc_6_2" descr="Cuenta de control 6.2"/>
          <p:cNvSpPr/>
          <p:nvPr/>
        </p:nvSpPr>
        <p:spPr>
          <a:xfrm>
            <a:off x="1054100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77" name="!!edt_cc_6_3" descr="Cuenta de control 6.3"/>
          <p:cNvSpPr/>
          <p:nvPr/>
        </p:nvSpPr>
        <p:spPr>
          <a:xfrm>
            <a:off x="1084275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78" name="!!edt_cc_6_4" descr="Cuenta de control 6.4"/>
          <p:cNvSpPr/>
          <p:nvPr/>
        </p:nvSpPr>
        <p:spPr>
          <a:xfrm>
            <a:off x="1114450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79" name="!!edt_cc_6_5" descr="Cuenta de control 6.5"/>
          <p:cNvSpPr/>
          <p:nvPr/>
        </p:nvSpPr>
        <p:spPr>
          <a:xfrm>
            <a:off x="1144625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80" name="!!edt_cc_6_6" descr="Cuenta de control 6.6"/>
          <p:cNvSpPr/>
          <p:nvPr/>
        </p:nvSpPr>
        <p:spPr>
          <a:xfrm>
            <a:off x="10239248" y="5148072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81" name="!!edt_cc_7_1" descr="Cuenta de control 7.1"/>
          <p:cNvSpPr/>
          <p:nvPr/>
        </p:nvSpPr>
        <p:spPr>
          <a:xfrm>
            <a:off x="1210056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82" name="!!edt_cc_7_2" descr="Cuenta de control 7.2"/>
          <p:cNvSpPr/>
          <p:nvPr/>
        </p:nvSpPr>
        <p:spPr>
          <a:xfrm>
            <a:off x="1240231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83" name="!!edt_cc_7_3" descr="Cuenta de control 7.3"/>
          <p:cNvSpPr/>
          <p:nvPr/>
        </p:nvSpPr>
        <p:spPr>
          <a:xfrm>
            <a:off x="1270406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84" name="!!edt_cc_8_1" descr="Cuenta de control 8.1"/>
          <p:cNvSpPr/>
          <p:nvPr/>
        </p:nvSpPr>
        <p:spPr>
          <a:xfrm>
            <a:off x="13961872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85" name="!!edt_cc_8_2" descr="Cuenta de control 8.2"/>
          <p:cNvSpPr/>
          <p:nvPr/>
        </p:nvSpPr>
        <p:spPr>
          <a:xfrm>
            <a:off x="14263624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86" name="!!edt_cc_8_3" descr="Cuenta de control 8.3"/>
          <p:cNvSpPr/>
          <p:nvPr/>
        </p:nvSpPr>
        <p:spPr>
          <a:xfrm>
            <a:off x="14565376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87" name="!!edt_cc_8_4" descr="Cuenta de control 8.4"/>
          <p:cNvSpPr/>
          <p:nvPr/>
        </p:nvSpPr>
        <p:spPr>
          <a:xfrm>
            <a:off x="14867128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88" name="!!edt_cc_8_5" descr="Cuenta de control 8.5"/>
          <p:cNvSpPr/>
          <p:nvPr/>
        </p:nvSpPr>
        <p:spPr>
          <a:xfrm>
            <a:off x="15168880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89" name="!!edt_cc_9_1" descr="Cuenta de control 9.1"/>
          <p:cNvSpPr/>
          <p:nvPr/>
        </p:nvSpPr>
        <p:spPr>
          <a:xfrm>
            <a:off x="1582318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090" name="!!edt_cc_9_2" descr="Cuenta de control 9.2"/>
          <p:cNvSpPr/>
          <p:nvPr/>
        </p:nvSpPr>
        <p:spPr>
          <a:xfrm>
            <a:off x="16124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008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009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079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25</a:t>
            </a:r>
          </a:p>
        </p:txBody>
      </p:sp>
      <p:sp>
        <p:nvSpPr>
          <p:cNvPr id="1080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1081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>
                <a:solidFill>
                  <a:srgbClr val="FFFFFF"/>
                </a:solidFill>
                <a:latin typeface="Inter SemiBold"/>
              </a:rPr>
              <a:t>Proyecto LafroX · 222 paquetes de trabajo</a:t>
            </a:r>
          </a:p>
        </p:txBody>
      </p:sp>
      <p:cxnSp>
        <p:nvCxnSpPr>
          <p:cNvPr id="1082" name="Connector 1081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3" name="Connector 1082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4" name="Connector 1083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5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1086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sp>
        <p:nvSpPr>
          <p:cNvPr id="1087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cxnSp>
        <p:nvCxnSpPr>
          <p:cNvPr id="1088" name="Connector 1087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9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1090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sp>
        <p:nvSpPr>
          <p:cNvPr id="1091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cxnSp>
        <p:nvCxnSpPr>
          <p:cNvPr id="1092" name="Connector 1091"/>
          <p:cNvCxnSpPr/>
          <p:nvPr/>
        </p:nvCxnSpPr>
        <p:spPr>
          <a:xfrm>
            <a:off x="5421376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3" name="!!ph3"/>
          <p:cNvSpPr/>
          <p:nvPr/>
        </p:nvSpPr>
        <p:spPr>
          <a:xfrm>
            <a:off x="4545584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Construcción</a:t>
            </a:r>
          </a:p>
        </p:txBody>
      </p:sp>
      <p:sp>
        <p:nvSpPr>
          <p:cNvPr id="1094" name="!!phhh3"/>
          <p:cNvSpPr txBox="1"/>
          <p:nvPr/>
        </p:nvSpPr>
        <p:spPr>
          <a:xfrm>
            <a:off x="4655312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33.280 HH</a:t>
            </a:r>
          </a:p>
        </p:txBody>
      </p:sp>
      <p:sp>
        <p:nvSpPr>
          <p:cNvPr id="1095" name="!!phcc3"/>
          <p:cNvSpPr txBox="1"/>
          <p:nvPr/>
        </p:nvSpPr>
        <p:spPr>
          <a:xfrm>
            <a:off x="4655312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11 CC · 79 PT</a:t>
            </a:r>
          </a:p>
        </p:txBody>
      </p:sp>
      <p:cxnSp>
        <p:nvCxnSpPr>
          <p:cNvPr id="1096" name="Connector 1095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7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1098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sp>
        <p:nvSpPr>
          <p:cNvPr id="1099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cxnSp>
        <p:nvCxnSpPr>
          <p:cNvPr id="1100" name="Connector 1099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1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1102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sp>
        <p:nvSpPr>
          <p:cNvPr id="1103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cxnSp>
        <p:nvCxnSpPr>
          <p:cNvPr id="1104" name="Connector 1103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5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1106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sp>
        <p:nvSpPr>
          <p:cNvPr id="1107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cxnSp>
        <p:nvCxnSpPr>
          <p:cNvPr id="1108" name="Connector 1107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9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1110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sp>
        <p:nvSpPr>
          <p:cNvPr id="1111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cxnSp>
        <p:nvCxnSpPr>
          <p:cNvPr id="1112" name="Connector 1111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3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114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sp>
        <p:nvSpPr>
          <p:cNvPr id="1115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cxnSp>
        <p:nvCxnSpPr>
          <p:cNvPr id="1116" name="Connector 1115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7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1118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1119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1120" name="TextBox 1119"/>
          <p:cNvSpPr txBox="1"/>
          <p:nvPr/>
        </p:nvSpPr>
        <p:spPr>
          <a:xfrm>
            <a:off x="822960" y="61722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3 · CONSTRUCCIÓN · 11 CUENTAS DE CONTROL</a:t>
            </a:r>
          </a:p>
        </p:txBody>
      </p:sp>
      <p:sp>
        <p:nvSpPr>
          <p:cNvPr id="1121" name="!!edt_cc_3_1" descr="Cuenta de control 3.1"/>
          <p:cNvSpPr/>
          <p:nvPr/>
        </p:nvSpPr>
        <p:spPr>
          <a:xfrm>
            <a:off x="822960" y="65836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Ambientes y CI/CD</a:t>
            </a:r>
          </a:p>
        </p:txBody>
      </p:sp>
      <p:sp>
        <p:nvSpPr>
          <p:cNvPr id="1122" name="!!edt_cc_3_2" descr="Cuenta de control 3.2"/>
          <p:cNvSpPr/>
          <p:nvPr/>
        </p:nvSpPr>
        <p:spPr>
          <a:xfrm>
            <a:off x="3619499" y="65836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Servicios de nube</a:t>
            </a:r>
          </a:p>
        </p:txBody>
      </p:sp>
      <p:sp>
        <p:nvSpPr>
          <p:cNvPr id="1123" name="!!edt_cc_3_3" descr="Cuenta de control 3.3"/>
          <p:cNvSpPr/>
          <p:nvPr/>
        </p:nvSpPr>
        <p:spPr>
          <a:xfrm>
            <a:off x="6416040" y="65836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3.3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Base compartida</a:t>
            </a:r>
          </a:p>
        </p:txBody>
      </p:sp>
      <p:sp>
        <p:nvSpPr>
          <p:cNvPr id="1124" name="!!edt_cc_3_4" descr="Cuenta de control 3.4"/>
          <p:cNvSpPr/>
          <p:nvPr/>
        </p:nvSpPr>
        <p:spPr>
          <a:xfrm>
            <a:off x="9212580" y="65836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3.4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Módulos Etapa 1</a:t>
            </a:r>
          </a:p>
        </p:txBody>
      </p:sp>
      <p:sp>
        <p:nvSpPr>
          <p:cNvPr id="1125" name="!!edt_cc_3_5" descr="Cuenta de control 3.5"/>
          <p:cNvSpPr/>
          <p:nvPr/>
        </p:nvSpPr>
        <p:spPr>
          <a:xfrm>
            <a:off x="12009120" y="65836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3.5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Módulos Etapa 2</a:t>
            </a:r>
          </a:p>
        </p:txBody>
      </p:sp>
      <p:sp>
        <p:nvSpPr>
          <p:cNvPr id="1126" name="!!edt_cc_3_6" descr="Cuenta de control 3.6"/>
          <p:cNvSpPr/>
          <p:nvPr/>
        </p:nvSpPr>
        <p:spPr>
          <a:xfrm>
            <a:off x="14805660" y="6583680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3.6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Integraciones</a:t>
            </a:r>
          </a:p>
        </p:txBody>
      </p:sp>
      <p:sp>
        <p:nvSpPr>
          <p:cNvPr id="1127" name="!!edt_cc_3_7" descr="Cuenta de control 3.7"/>
          <p:cNvSpPr/>
          <p:nvPr/>
        </p:nvSpPr>
        <p:spPr>
          <a:xfrm>
            <a:off x="822960" y="7607808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3.7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Migración de datos</a:t>
            </a:r>
          </a:p>
        </p:txBody>
      </p:sp>
      <p:sp>
        <p:nvSpPr>
          <p:cNvPr id="1128" name="!!edt_cc_3_8" descr="Cuenta de control 3.8"/>
          <p:cNvSpPr/>
          <p:nvPr/>
        </p:nvSpPr>
        <p:spPr>
          <a:xfrm>
            <a:off x="3619499" y="7607808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3.8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Pruebas Etapa 1</a:t>
            </a:r>
          </a:p>
        </p:txBody>
      </p:sp>
      <p:sp>
        <p:nvSpPr>
          <p:cNvPr id="1129" name="!!edt_cc_3_9" descr="Cuenta de control 3.9"/>
          <p:cNvSpPr/>
          <p:nvPr/>
        </p:nvSpPr>
        <p:spPr>
          <a:xfrm>
            <a:off x="6416040" y="7607808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3.9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Pruebas Etapa 2</a:t>
            </a:r>
          </a:p>
        </p:txBody>
      </p:sp>
      <p:sp>
        <p:nvSpPr>
          <p:cNvPr id="1130" name="!!edt_cc_3_10" descr="Cuenta de control 3.10"/>
          <p:cNvSpPr/>
          <p:nvPr/>
        </p:nvSpPr>
        <p:spPr>
          <a:xfrm>
            <a:off x="9212580" y="7607808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3.10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Innovaciones</a:t>
            </a:r>
          </a:p>
        </p:txBody>
      </p:sp>
      <p:sp>
        <p:nvSpPr>
          <p:cNvPr id="1131" name="!!edt_cc_3_11" descr="Cuenta de control 3.11"/>
          <p:cNvSpPr/>
          <p:nvPr/>
        </p:nvSpPr>
        <p:spPr>
          <a:xfrm>
            <a:off x="12009120" y="7607808"/>
            <a:ext cx="265938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3.11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Documentación</a:t>
            </a:r>
          </a:p>
        </p:txBody>
      </p:sp>
      <p:sp>
        <p:nvSpPr>
          <p:cNvPr id="1132" name="!!edt_cc_1_1" descr="Cuenta de control 1.1"/>
          <p:cNvSpPr/>
          <p:nvPr/>
        </p:nvSpPr>
        <p:spPr>
          <a:xfrm>
            <a:off x="93268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33" name="!!edt_cc_1_2" descr="Cuenta de control 1.2"/>
          <p:cNvSpPr/>
          <p:nvPr/>
        </p:nvSpPr>
        <p:spPr>
          <a:xfrm>
            <a:off x="123444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34" name="!!edt_cc_1_3" descr="Cuenta de control 1.3"/>
          <p:cNvSpPr/>
          <p:nvPr/>
        </p:nvSpPr>
        <p:spPr>
          <a:xfrm>
            <a:off x="153619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35" name="!!edt_cc_1_4" descr="Cuenta de control 1.4"/>
          <p:cNvSpPr/>
          <p:nvPr/>
        </p:nvSpPr>
        <p:spPr>
          <a:xfrm>
            <a:off x="1837943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36" name="!!edt_cc_1_5" descr="Cuenta de control 1.5"/>
          <p:cNvSpPr/>
          <p:nvPr/>
        </p:nvSpPr>
        <p:spPr>
          <a:xfrm>
            <a:off x="213969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37" name="!!edt_cc_1_6" descr="Cuenta de control 1.6"/>
          <p:cNvSpPr/>
          <p:nvPr/>
        </p:nvSpPr>
        <p:spPr>
          <a:xfrm>
            <a:off x="93268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38" name="!!edt_cc_1_7" descr="Cuenta de control 1.7"/>
          <p:cNvSpPr/>
          <p:nvPr/>
        </p:nvSpPr>
        <p:spPr>
          <a:xfrm>
            <a:off x="123444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39" name="!!edt_cc_1_8" descr="Cuenta de control 1.8"/>
          <p:cNvSpPr/>
          <p:nvPr/>
        </p:nvSpPr>
        <p:spPr>
          <a:xfrm>
            <a:off x="153619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40" name="!!edt_cc_1_9" descr="Cuenta de control 1.9"/>
          <p:cNvSpPr/>
          <p:nvPr/>
        </p:nvSpPr>
        <p:spPr>
          <a:xfrm>
            <a:off x="1837943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41" name="!!edt_cc_2_1" descr="Cuenta de control 2.1"/>
          <p:cNvSpPr/>
          <p:nvPr/>
        </p:nvSpPr>
        <p:spPr>
          <a:xfrm>
            <a:off x="279400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42" name="!!edt_cc_2_2" descr="Cuenta de control 2.2"/>
          <p:cNvSpPr/>
          <p:nvPr/>
        </p:nvSpPr>
        <p:spPr>
          <a:xfrm>
            <a:off x="309575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43" name="!!edt_cc_2_3" descr="Cuenta de control 2.3"/>
          <p:cNvSpPr/>
          <p:nvPr/>
        </p:nvSpPr>
        <p:spPr>
          <a:xfrm>
            <a:off x="339750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44" name="!!edt_cc_2_4" descr="Cuenta de control 2.4"/>
          <p:cNvSpPr/>
          <p:nvPr/>
        </p:nvSpPr>
        <p:spPr>
          <a:xfrm>
            <a:off x="369925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45" name="!!edt_cc_2_5" descr="Cuenta de control 2.5"/>
          <p:cNvSpPr/>
          <p:nvPr/>
        </p:nvSpPr>
        <p:spPr>
          <a:xfrm>
            <a:off x="400100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46" name="!!edt_cc_2_6" descr="Cuenta de control 2.6"/>
          <p:cNvSpPr/>
          <p:nvPr/>
        </p:nvSpPr>
        <p:spPr>
          <a:xfrm>
            <a:off x="279400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47" name="!!edt_cc_4_1" descr="Cuenta de control 4.1"/>
          <p:cNvSpPr/>
          <p:nvPr/>
        </p:nvSpPr>
        <p:spPr>
          <a:xfrm>
            <a:off x="651662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48" name="!!edt_cc_4_2" descr="Cuenta de control 4.2"/>
          <p:cNvSpPr/>
          <p:nvPr/>
        </p:nvSpPr>
        <p:spPr>
          <a:xfrm>
            <a:off x="681837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49" name="!!edt_cc_4_3" descr="Cuenta de control 4.3"/>
          <p:cNvSpPr/>
          <p:nvPr/>
        </p:nvSpPr>
        <p:spPr>
          <a:xfrm>
            <a:off x="712012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50" name="!!edt_cc_5_1" descr="Cuenta de control 5.1"/>
          <p:cNvSpPr/>
          <p:nvPr/>
        </p:nvSpPr>
        <p:spPr>
          <a:xfrm>
            <a:off x="8377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51" name="!!edt_cc_5_2" descr="Cuenta de control 5.2"/>
          <p:cNvSpPr/>
          <p:nvPr/>
        </p:nvSpPr>
        <p:spPr>
          <a:xfrm>
            <a:off x="867968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52" name="!!edt_cc_5_3" descr="Cuenta de control 5.3"/>
          <p:cNvSpPr/>
          <p:nvPr/>
        </p:nvSpPr>
        <p:spPr>
          <a:xfrm>
            <a:off x="898144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53" name="!!edt_cc_5_4" descr="Cuenta de control 5.4"/>
          <p:cNvSpPr/>
          <p:nvPr/>
        </p:nvSpPr>
        <p:spPr>
          <a:xfrm>
            <a:off x="928319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54" name="!!edt_cc_6_1" descr="Cuenta de control 6.1"/>
          <p:cNvSpPr/>
          <p:nvPr/>
        </p:nvSpPr>
        <p:spPr>
          <a:xfrm>
            <a:off x="1023924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55" name="!!edt_cc_6_2" descr="Cuenta de control 6.2"/>
          <p:cNvSpPr/>
          <p:nvPr/>
        </p:nvSpPr>
        <p:spPr>
          <a:xfrm>
            <a:off x="1054100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56" name="!!edt_cc_6_3" descr="Cuenta de control 6.3"/>
          <p:cNvSpPr/>
          <p:nvPr/>
        </p:nvSpPr>
        <p:spPr>
          <a:xfrm>
            <a:off x="1084275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57" name="!!edt_cc_6_4" descr="Cuenta de control 6.4"/>
          <p:cNvSpPr/>
          <p:nvPr/>
        </p:nvSpPr>
        <p:spPr>
          <a:xfrm>
            <a:off x="1114450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58" name="!!edt_cc_6_5" descr="Cuenta de control 6.5"/>
          <p:cNvSpPr/>
          <p:nvPr/>
        </p:nvSpPr>
        <p:spPr>
          <a:xfrm>
            <a:off x="1144625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59" name="!!edt_cc_6_6" descr="Cuenta de control 6.6"/>
          <p:cNvSpPr/>
          <p:nvPr/>
        </p:nvSpPr>
        <p:spPr>
          <a:xfrm>
            <a:off x="10239248" y="5148072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60" name="!!edt_cc_7_1" descr="Cuenta de control 7.1"/>
          <p:cNvSpPr/>
          <p:nvPr/>
        </p:nvSpPr>
        <p:spPr>
          <a:xfrm>
            <a:off x="1210056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61" name="!!edt_cc_7_2" descr="Cuenta de control 7.2"/>
          <p:cNvSpPr/>
          <p:nvPr/>
        </p:nvSpPr>
        <p:spPr>
          <a:xfrm>
            <a:off x="1240231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62" name="!!edt_cc_7_3" descr="Cuenta de control 7.3"/>
          <p:cNvSpPr/>
          <p:nvPr/>
        </p:nvSpPr>
        <p:spPr>
          <a:xfrm>
            <a:off x="1270406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63" name="!!edt_cc_8_1" descr="Cuenta de control 8.1"/>
          <p:cNvSpPr/>
          <p:nvPr/>
        </p:nvSpPr>
        <p:spPr>
          <a:xfrm>
            <a:off x="13961872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64" name="!!edt_cc_8_2" descr="Cuenta de control 8.2"/>
          <p:cNvSpPr/>
          <p:nvPr/>
        </p:nvSpPr>
        <p:spPr>
          <a:xfrm>
            <a:off x="14263624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65" name="!!edt_cc_8_3" descr="Cuenta de control 8.3"/>
          <p:cNvSpPr/>
          <p:nvPr/>
        </p:nvSpPr>
        <p:spPr>
          <a:xfrm>
            <a:off x="14565376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66" name="!!edt_cc_8_4" descr="Cuenta de control 8.4"/>
          <p:cNvSpPr/>
          <p:nvPr/>
        </p:nvSpPr>
        <p:spPr>
          <a:xfrm>
            <a:off x="14867128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67" name="!!edt_cc_8_5" descr="Cuenta de control 8.5"/>
          <p:cNvSpPr/>
          <p:nvPr/>
        </p:nvSpPr>
        <p:spPr>
          <a:xfrm>
            <a:off x="15168880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68" name="!!edt_cc_9_1" descr="Cuenta de control 9.1"/>
          <p:cNvSpPr/>
          <p:nvPr/>
        </p:nvSpPr>
        <p:spPr>
          <a:xfrm>
            <a:off x="1582318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69" name="!!edt_cc_9_2" descr="Cuenta de control 9.2"/>
          <p:cNvSpPr/>
          <p:nvPr/>
        </p:nvSpPr>
        <p:spPr>
          <a:xfrm>
            <a:off x="16124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087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088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150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26</a:t>
            </a:r>
          </a:p>
        </p:txBody>
      </p:sp>
      <p:sp>
        <p:nvSpPr>
          <p:cNvPr id="1151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1152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>
                <a:solidFill>
                  <a:srgbClr val="FFFFFF"/>
                </a:solidFill>
                <a:latin typeface="Inter SemiBold"/>
              </a:rPr>
              <a:t>Proyecto LafroX · 222 paquetes de trabajo</a:t>
            </a:r>
          </a:p>
        </p:txBody>
      </p:sp>
      <p:cxnSp>
        <p:nvCxnSpPr>
          <p:cNvPr id="1153" name="Connector 1152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4" name="Connector 1153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5" name="Connector 1154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6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1157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sp>
        <p:nvSpPr>
          <p:cNvPr id="1158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cxnSp>
        <p:nvCxnSpPr>
          <p:cNvPr id="1159" name="Connector 1158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0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1161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sp>
        <p:nvSpPr>
          <p:cNvPr id="1162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cxnSp>
        <p:nvCxnSpPr>
          <p:cNvPr id="1163" name="Connector 1162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4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1165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sp>
        <p:nvSpPr>
          <p:cNvPr id="1166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cxnSp>
        <p:nvCxnSpPr>
          <p:cNvPr id="1167" name="Connector 1166"/>
          <p:cNvCxnSpPr/>
          <p:nvPr/>
        </p:nvCxnSpPr>
        <p:spPr>
          <a:xfrm>
            <a:off x="7282688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8" name="!!ph4"/>
          <p:cNvSpPr/>
          <p:nvPr/>
        </p:nvSpPr>
        <p:spPr>
          <a:xfrm>
            <a:off x="6406896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Transición</a:t>
            </a:r>
          </a:p>
        </p:txBody>
      </p:sp>
      <p:sp>
        <p:nvSpPr>
          <p:cNvPr id="1169" name="!!phhh4"/>
          <p:cNvSpPr txBox="1"/>
          <p:nvPr/>
        </p:nvSpPr>
        <p:spPr>
          <a:xfrm>
            <a:off x="6516624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20.672 HH</a:t>
            </a:r>
          </a:p>
        </p:txBody>
      </p:sp>
      <p:sp>
        <p:nvSpPr>
          <p:cNvPr id="1170" name="!!phcc4"/>
          <p:cNvSpPr txBox="1"/>
          <p:nvPr/>
        </p:nvSpPr>
        <p:spPr>
          <a:xfrm>
            <a:off x="6516624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3 CC · 10 PT</a:t>
            </a:r>
          </a:p>
        </p:txBody>
      </p:sp>
      <p:cxnSp>
        <p:nvCxnSpPr>
          <p:cNvPr id="1171" name="Connector 1170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2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1173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sp>
        <p:nvSpPr>
          <p:cNvPr id="1174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cxnSp>
        <p:nvCxnSpPr>
          <p:cNvPr id="1175" name="Connector 1174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6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1177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sp>
        <p:nvSpPr>
          <p:cNvPr id="1178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cxnSp>
        <p:nvCxnSpPr>
          <p:cNvPr id="1179" name="Connector 1178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0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1181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sp>
        <p:nvSpPr>
          <p:cNvPr id="1182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cxnSp>
        <p:nvCxnSpPr>
          <p:cNvPr id="1183" name="Connector 1182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4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185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sp>
        <p:nvSpPr>
          <p:cNvPr id="1186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cxnSp>
        <p:nvCxnSpPr>
          <p:cNvPr id="1187" name="Connector 1186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8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1189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1190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1191" name="TextBox 1190"/>
          <p:cNvSpPr txBox="1"/>
          <p:nvPr/>
        </p:nvSpPr>
        <p:spPr>
          <a:xfrm>
            <a:off x="822960" y="61722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4 · TRANSICIÓN · 3 CUENTAS DE CONTROL</a:t>
            </a:r>
          </a:p>
        </p:txBody>
      </p:sp>
      <p:sp>
        <p:nvSpPr>
          <p:cNvPr id="1192" name="!!edt_cc_4_1" descr="Cuenta de control 4.1"/>
          <p:cNvSpPr/>
          <p:nvPr/>
        </p:nvSpPr>
        <p:spPr>
          <a:xfrm>
            <a:off x="822960" y="6583680"/>
            <a:ext cx="5455919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4.1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Plan de implantación</a:t>
            </a:r>
          </a:p>
        </p:txBody>
      </p:sp>
      <p:sp>
        <p:nvSpPr>
          <p:cNvPr id="1193" name="!!edt_cc_4_2" descr="Cuenta de control 4.2"/>
          <p:cNvSpPr/>
          <p:nvPr/>
        </p:nvSpPr>
        <p:spPr>
          <a:xfrm>
            <a:off x="6416040" y="6583680"/>
            <a:ext cx="5455919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4.2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Marcha blanca y producción E1</a:t>
            </a:r>
          </a:p>
        </p:txBody>
      </p:sp>
      <p:sp>
        <p:nvSpPr>
          <p:cNvPr id="1194" name="!!edt_cc_4_3" descr="Cuenta de control 4.3"/>
          <p:cNvSpPr/>
          <p:nvPr/>
        </p:nvSpPr>
        <p:spPr>
          <a:xfrm>
            <a:off x="12009120" y="6583680"/>
            <a:ext cx="5455919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4.3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Marcha blanca y producción E2</a:t>
            </a:r>
          </a:p>
        </p:txBody>
      </p:sp>
      <p:sp>
        <p:nvSpPr>
          <p:cNvPr id="1195" name="!!edt_cc_1_1" descr="Cuenta de control 1.1"/>
          <p:cNvSpPr/>
          <p:nvPr/>
        </p:nvSpPr>
        <p:spPr>
          <a:xfrm>
            <a:off x="93268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96" name="!!edt_cc_1_2" descr="Cuenta de control 1.2"/>
          <p:cNvSpPr/>
          <p:nvPr/>
        </p:nvSpPr>
        <p:spPr>
          <a:xfrm>
            <a:off x="123444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97" name="!!edt_cc_1_3" descr="Cuenta de control 1.3"/>
          <p:cNvSpPr/>
          <p:nvPr/>
        </p:nvSpPr>
        <p:spPr>
          <a:xfrm>
            <a:off x="153619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98" name="!!edt_cc_1_4" descr="Cuenta de control 1.4"/>
          <p:cNvSpPr/>
          <p:nvPr/>
        </p:nvSpPr>
        <p:spPr>
          <a:xfrm>
            <a:off x="1837943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199" name="!!edt_cc_1_5" descr="Cuenta de control 1.5"/>
          <p:cNvSpPr/>
          <p:nvPr/>
        </p:nvSpPr>
        <p:spPr>
          <a:xfrm>
            <a:off x="213969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00" name="!!edt_cc_1_6" descr="Cuenta de control 1.6"/>
          <p:cNvSpPr/>
          <p:nvPr/>
        </p:nvSpPr>
        <p:spPr>
          <a:xfrm>
            <a:off x="93268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01" name="!!edt_cc_1_7" descr="Cuenta de control 1.7"/>
          <p:cNvSpPr/>
          <p:nvPr/>
        </p:nvSpPr>
        <p:spPr>
          <a:xfrm>
            <a:off x="123444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02" name="!!edt_cc_1_8" descr="Cuenta de control 1.8"/>
          <p:cNvSpPr/>
          <p:nvPr/>
        </p:nvSpPr>
        <p:spPr>
          <a:xfrm>
            <a:off x="153619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03" name="!!edt_cc_1_9" descr="Cuenta de control 1.9"/>
          <p:cNvSpPr/>
          <p:nvPr/>
        </p:nvSpPr>
        <p:spPr>
          <a:xfrm>
            <a:off x="1837943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04" name="!!edt_cc_2_1" descr="Cuenta de control 2.1"/>
          <p:cNvSpPr/>
          <p:nvPr/>
        </p:nvSpPr>
        <p:spPr>
          <a:xfrm>
            <a:off x="279400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05" name="!!edt_cc_2_2" descr="Cuenta de control 2.2"/>
          <p:cNvSpPr/>
          <p:nvPr/>
        </p:nvSpPr>
        <p:spPr>
          <a:xfrm>
            <a:off x="309575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06" name="!!edt_cc_2_3" descr="Cuenta de control 2.3"/>
          <p:cNvSpPr/>
          <p:nvPr/>
        </p:nvSpPr>
        <p:spPr>
          <a:xfrm>
            <a:off x="339750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07" name="!!edt_cc_2_4" descr="Cuenta de control 2.4"/>
          <p:cNvSpPr/>
          <p:nvPr/>
        </p:nvSpPr>
        <p:spPr>
          <a:xfrm>
            <a:off x="369925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08" name="!!edt_cc_2_5" descr="Cuenta de control 2.5"/>
          <p:cNvSpPr/>
          <p:nvPr/>
        </p:nvSpPr>
        <p:spPr>
          <a:xfrm>
            <a:off x="400100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09" name="!!edt_cc_2_6" descr="Cuenta de control 2.6"/>
          <p:cNvSpPr/>
          <p:nvPr/>
        </p:nvSpPr>
        <p:spPr>
          <a:xfrm>
            <a:off x="279400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10" name="!!edt_cc_3_1" descr="Cuenta de control 3.1"/>
          <p:cNvSpPr/>
          <p:nvPr/>
        </p:nvSpPr>
        <p:spPr>
          <a:xfrm>
            <a:off x="465531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11" name="!!edt_cc_3_2" descr="Cuenta de control 3.2"/>
          <p:cNvSpPr/>
          <p:nvPr/>
        </p:nvSpPr>
        <p:spPr>
          <a:xfrm>
            <a:off x="495706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12" name="!!edt_cc_3_3" descr="Cuenta de control 3.3"/>
          <p:cNvSpPr/>
          <p:nvPr/>
        </p:nvSpPr>
        <p:spPr>
          <a:xfrm>
            <a:off x="525881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13" name="!!edt_cc_3_4" descr="Cuenta de control 3.4"/>
          <p:cNvSpPr/>
          <p:nvPr/>
        </p:nvSpPr>
        <p:spPr>
          <a:xfrm>
            <a:off x="556056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14" name="!!edt_cc_3_5" descr="Cuenta de control 3.5"/>
          <p:cNvSpPr/>
          <p:nvPr/>
        </p:nvSpPr>
        <p:spPr>
          <a:xfrm>
            <a:off x="586232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15" name="!!edt_cc_3_6" descr="Cuenta de control 3.6"/>
          <p:cNvSpPr/>
          <p:nvPr/>
        </p:nvSpPr>
        <p:spPr>
          <a:xfrm>
            <a:off x="465531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16" name="!!edt_cc_3_7" descr="Cuenta de control 3.7"/>
          <p:cNvSpPr/>
          <p:nvPr/>
        </p:nvSpPr>
        <p:spPr>
          <a:xfrm>
            <a:off x="4957064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17" name="!!edt_cc_3_8" descr="Cuenta de control 3.8"/>
          <p:cNvSpPr/>
          <p:nvPr/>
        </p:nvSpPr>
        <p:spPr>
          <a:xfrm>
            <a:off x="5258816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18" name="!!edt_cc_3_9" descr="Cuenta de control 3.9"/>
          <p:cNvSpPr/>
          <p:nvPr/>
        </p:nvSpPr>
        <p:spPr>
          <a:xfrm>
            <a:off x="556056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19" name="!!edt_cc_3_10" descr="Cuenta de control 3.10"/>
          <p:cNvSpPr/>
          <p:nvPr/>
        </p:nvSpPr>
        <p:spPr>
          <a:xfrm>
            <a:off x="586232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20" name="!!edt_cc_3_11" descr="Cuenta de control 3.11"/>
          <p:cNvSpPr/>
          <p:nvPr/>
        </p:nvSpPr>
        <p:spPr>
          <a:xfrm>
            <a:off x="4655312" y="5449824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21" name="!!edt_cc_5_1" descr="Cuenta de control 5.1"/>
          <p:cNvSpPr/>
          <p:nvPr/>
        </p:nvSpPr>
        <p:spPr>
          <a:xfrm>
            <a:off x="8377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22" name="!!edt_cc_5_2" descr="Cuenta de control 5.2"/>
          <p:cNvSpPr/>
          <p:nvPr/>
        </p:nvSpPr>
        <p:spPr>
          <a:xfrm>
            <a:off x="867968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23" name="!!edt_cc_5_3" descr="Cuenta de control 5.3"/>
          <p:cNvSpPr/>
          <p:nvPr/>
        </p:nvSpPr>
        <p:spPr>
          <a:xfrm>
            <a:off x="898144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24" name="!!edt_cc_5_4" descr="Cuenta de control 5.4"/>
          <p:cNvSpPr/>
          <p:nvPr/>
        </p:nvSpPr>
        <p:spPr>
          <a:xfrm>
            <a:off x="928319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25" name="!!edt_cc_6_1" descr="Cuenta de control 6.1"/>
          <p:cNvSpPr/>
          <p:nvPr/>
        </p:nvSpPr>
        <p:spPr>
          <a:xfrm>
            <a:off x="1023924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26" name="!!edt_cc_6_2" descr="Cuenta de control 6.2"/>
          <p:cNvSpPr/>
          <p:nvPr/>
        </p:nvSpPr>
        <p:spPr>
          <a:xfrm>
            <a:off x="1054100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27" name="!!edt_cc_6_3" descr="Cuenta de control 6.3"/>
          <p:cNvSpPr/>
          <p:nvPr/>
        </p:nvSpPr>
        <p:spPr>
          <a:xfrm>
            <a:off x="1084275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28" name="!!edt_cc_6_4" descr="Cuenta de control 6.4"/>
          <p:cNvSpPr/>
          <p:nvPr/>
        </p:nvSpPr>
        <p:spPr>
          <a:xfrm>
            <a:off x="1114450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29" name="!!edt_cc_6_5" descr="Cuenta de control 6.5"/>
          <p:cNvSpPr/>
          <p:nvPr/>
        </p:nvSpPr>
        <p:spPr>
          <a:xfrm>
            <a:off x="1144625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30" name="!!edt_cc_6_6" descr="Cuenta de control 6.6"/>
          <p:cNvSpPr/>
          <p:nvPr/>
        </p:nvSpPr>
        <p:spPr>
          <a:xfrm>
            <a:off x="10239248" y="5148072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31" name="!!edt_cc_7_1" descr="Cuenta de control 7.1"/>
          <p:cNvSpPr/>
          <p:nvPr/>
        </p:nvSpPr>
        <p:spPr>
          <a:xfrm>
            <a:off x="1210056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32" name="!!edt_cc_7_2" descr="Cuenta de control 7.2"/>
          <p:cNvSpPr/>
          <p:nvPr/>
        </p:nvSpPr>
        <p:spPr>
          <a:xfrm>
            <a:off x="1240231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33" name="!!edt_cc_7_3" descr="Cuenta de control 7.3"/>
          <p:cNvSpPr/>
          <p:nvPr/>
        </p:nvSpPr>
        <p:spPr>
          <a:xfrm>
            <a:off x="1270406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34" name="!!edt_cc_8_1" descr="Cuenta de control 8.1"/>
          <p:cNvSpPr/>
          <p:nvPr/>
        </p:nvSpPr>
        <p:spPr>
          <a:xfrm>
            <a:off x="13961872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35" name="!!edt_cc_8_2" descr="Cuenta de control 8.2"/>
          <p:cNvSpPr/>
          <p:nvPr/>
        </p:nvSpPr>
        <p:spPr>
          <a:xfrm>
            <a:off x="14263624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36" name="!!edt_cc_8_3" descr="Cuenta de control 8.3"/>
          <p:cNvSpPr/>
          <p:nvPr/>
        </p:nvSpPr>
        <p:spPr>
          <a:xfrm>
            <a:off x="14565376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37" name="!!edt_cc_8_4" descr="Cuenta de control 8.4"/>
          <p:cNvSpPr/>
          <p:nvPr/>
        </p:nvSpPr>
        <p:spPr>
          <a:xfrm>
            <a:off x="14867128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38" name="!!edt_cc_8_5" descr="Cuenta de control 8.5"/>
          <p:cNvSpPr/>
          <p:nvPr/>
        </p:nvSpPr>
        <p:spPr>
          <a:xfrm>
            <a:off x="15168880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39" name="!!edt_cc_9_1" descr="Cuenta de control 9.1"/>
          <p:cNvSpPr/>
          <p:nvPr/>
        </p:nvSpPr>
        <p:spPr>
          <a:xfrm>
            <a:off x="1582318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40" name="!!edt_cc_9_2" descr="Cuenta de control 9.2"/>
          <p:cNvSpPr/>
          <p:nvPr/>
        </p:nvSpPr>
        <p:spPr>
          <a:xfrm>
            <a:off x="16124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158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159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222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27</a:t>
            </a:r>
          </a:p>
        </p:txBody>
      </p:sp>
      <p:sp>
        <p:nvSpPr>
          <p:cNvPr id="1223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1224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>
                <a:solidFill>
                  <a:srgbClr val="FFFFFF"/>
                </a:solidFill>
                <a:latin typeface="Inter SemiBold"/>
              </a:rPr>
              <a:t>Proyecto LafroX · 222 paquetes de trabajo</a:t>
            </a:r>
          </a:p>
        </p:txBody>
      </p:sp>
      <p:cxnSp>
        <p:nvCxnSpPr>
          <p:cNvPr id="1225" name="Connector 1224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6" name="Connector 1225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7" name="Connector 1226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8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1229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sp>
        <p:nvSpPr>
          <p:cNvPr id="1230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cxnSp>
        <p:nvCxnSpPr>
          <p:cNvPr id="1231" name="Connector 1230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2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1233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sp>
        <p:nvSpPr>
          <p:cNvPr id="1234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cxnSp>
        <p:nvCxnSpPr>
          <p:cNvPr id="1235" name="Connector 1234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6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1237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sp>
        <p:nvSpPr>
          <p:cNvPr id="1238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cxnSp>
        <p:nvCxnSpPr>
          <p:cNvPr id="1239" name="Connector 1238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0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1241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sp>
        <p:nvSpPr>
          <p:cNvPr id="1242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cxnSp>
        <p:nvCxnSpPr>
          <p:cNvPr id="1243" name="Connector 1242"/>
          <p:cNvCxnSpPr/>
          <p:nvPr/>
        </p:nvCxnSpPr>
        <p:spPr>
          <a:xfrm>
            <a:off x="9144000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4" name="!!ph5"/>
          <p:cNvSpPr/>
          <p:nvPr/>
        </p:nvSpPr>
        <p:spPr>
          <a:xfrm>
            <a:off x="8268208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Adquisiciones</a:t>
            </a:r>
          </a:p>
        </p:txBody>
      </p:sp>
      <p:sp>
        <p:nvSpPr>
          <p:cNvPr id="1245" name="!!phhh5"/>
          <p:cNvSpPr txBox="1"/>
          <p:nvPr/>
        </p:nvSpPr>
        <p:spPr>
          <a:xfrm>
            <a:off x="8377936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1.040 HH</a:t>
            </a:r>
          </a:p>
        </p:txBody>
      </p:sp>
      <p:sp>
        <p:nvSpPr>
          <p:cNvPr id="1246" name="!!phcc5"/>
          <p:cNvSpPr txBox="1"/>
          <p:nvPr/>
        </p:nvSpPr>
        <p:spPr>
          <a:xfrm>
            <a:off x="8377936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4 CC · 13 PT</a:t>
            </a:r>
          </a:p>
        </p:txBody>
      </p:sp>
      <p:cxnSp>
        <p:nvCxnSpPr>
          <p:cNvPr id="1247" name="Connector 1246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8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1249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sp>
        <p:nvSpPr>
          <p:cNvPr id="1250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cxnSp>
        <p:nvCxnSpPr>
          <p:cNvPr id="1251" name="Connector 1250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2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1253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sp>
        <p:nvSpPr>
          <p:cNvPr id="1254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cxnSp>
        <p:nvCxnSpPr>
          <p:cNvPr id="1255" name="Connector 1254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6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257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sp>
        <p:nvSpPr>
          <p:cNvPr id="1258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cxnSp>
        <p:nvCxnSpPr>
          <p:cNvPr id="1259" name="Connector 1258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0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1261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1262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1263" name="TextBox 1262"/>
          <p:cNvSpPr txBox="1"/>
          <p:nvPr/>
        </p:nvSpPr>
        <p:spPr>
          <a:xfrm>
            <a:off x="822960" y="61722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5 · ADQUISICIONES · 4 CUENTAS DE CONTROL</a:t>
            </a:r>
          </a:p>
        </p:txBody>
      </p:sp>
      <p:sp>
        <p:nvSpPr>
          <p:cNvPr id="1264" name="!!edt_cc_5_1" descr="Cuenta de control 5.1"/>
          <p:cNvSpPr/>
          <p:nvPr/>
        </p:nvSpPr>
        <p:spPr>
          <a:xfrm>
            <a:off x="822960" y="65836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5.1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Hardware</a:t>
            </a:r>
          </a:p>
        </p:txBody>
      </p:sp>
      <p:sp>
        <p:nvSpPr>
          <p:cNvPr id="1265" name="!!edt_cc_5_2" descr="Cuenta de control 5.2"/>
          <p:cNvSpPr/>
          <p:nvPr/>
        </p:nvSpPr>
        <p:spPr>
          <a:xfrm>
            <a:off x="5017770" y="65836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5.2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Nube y licencias</a:t>
            </a:r>
          </a:p>
        </p:txBody>
      </p:sp>
      <p:sp>
        <p:nvSpPr>
          <p:cNvPr id="1266" name="!!edt_cc_5_3" descr="Cuenta de control 5.3"/>
          <p:cNvSpPr/>
          <p:nvPr/>
        </p:nvSpPr>
        <p:spPr>
          <a:xfrm>
            <a:off x="9212580" y="65836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5.3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Enlaces</a:t>
            </a:r>
          </a:p>
        </p:txBody>
      </p:sp>
      <p:sp>
        <p:nvSpPr>
          <p:cNvPr id="1267" name="!!edt_cc_5_4" descr="Cuenta de control 5.4"/>
          <p:cNvSpPr/>
          <p:nvPr/>
        </p:nvSpPr>
        <p:spPr>
          <a:xfrm>
            <a:off x="13407390" y="6583680"/>
            <a:ext cx="405765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5.4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Acuerdos con terceros</a:t>
            </a:r>
          </a:p>
        </p:txBody>
      </p:sp>
      <p:sp>
        <p:nvSpPr>
          <p:cNvPr id="1268" name="!!edt_cc_1_1" descr="Cuenta de control 1.1"/>
          <p:cNvSpPr/>
          <p:nvPr/>
        </p:nvSpPr>
        <p:spPr>
          <a:xfrm>
            <a:off x="93268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69" name="!!edt_cc_1_2" descr="Cuenta de control 1.2"/>
          <p:cNvSpPr/>
          <p:nvPr/>
        </p:nvSpPr>
        <p:spPr>
          <a:xfrm>
            <a:off x="123444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70" name="!!edt_cc_1_3" descr="Cuenta de control 1.3"/>
          <p:cNvSpPr/>
          <p:nvPr/>
        </p:nvSpPr>
        <p:spPr>
          <a:xfrm>
            <a:off x="153619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71" name="!!edt_cc_1_4" descr="Cuenta de control 1.4"/>
          <p:cNvSpPr/>
          <p:nvPr/>
        </p:nvSpPr>
        <p:spPr>
          <a:xfrm>
            <a:off x="1837943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72" name="!!edt_cc_1_5" descr="Cuenta de control 1.5"/>
          <p:cNvSpPr/>
          <p:nvPr/>
        </p:nvSpPr>
        <p:spPr>
          <a:xfrm>
            <a:off x="213969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73" name="!!edt_cc_1_6" descr="Cuenta de control 1.6"/>
          <p:cNvSpPr/>
          <p:nvPr/>
        </p:nvSpPr>
        <p:spPr>
          <a:xfrm>
            <a:off x="93268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74" name="!!edt_cc_1_7" descr="Cuenta de control 1.7"/>
          <p:cNvSpPr/>
          <p:nvPr/>
        </p:nvSpPr>
        <p:spPr>
          <a:xfrm>
            <a:off x="123444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75" name="!!edt_cc_1_8" descr="Cuenta de control 1.8"/>
          <p:cNvSpPr/>
          <p:nvPr/>
        </p:nvSpPr>
        <p:spPr>
          <a:xfrm>
            <a:off x="153619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76" name="!!edt_cc_1_9" descr="Cuenta de control 1.9"/>
          <p:cNvSpPr/>
          <p:nvPr/>
        </p:nvSpPr>
        <p:spPr>
          <a:xfrm>
            <a:off x="1837943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77" name="!!edt_cc_2_1" descr="Cuenta de control 2.1"/>
          <p:cNvSpPr/>
          <p:nvPr/>
        </p:nvSpPr>
        <p:spPr>
          <a:xfrm>
            <a:off x="279400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78" name="!!edt_cc_2_2" descr="Cuenta de control 2.2"/>
          <p:cNvSpPr/>
          <p:nvPr/>
        </p:nvSpPr>
        <p:spPr>
          <a:xfrm>
            <a:off x="309575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79" name="!!edt_cc_2_3" descr="Cuenta de control 2.3"/>
          <p:cNvSpPr/>
          <p:nvPr/>
        </p:nvSpPr>
        <p:spPr>
          <a:xfrm>
            <a:off x="339750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80" name="!!edt_cc_2_4" descr="Cuenta de control 2.4"/>
          <p:cNvSpPr/>
          <p:nvPr/>
        </p:nvSpPr>
        <p:spPr>
          <a:xfrm>
            <a:off x="369925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81" name="!!edt_cc_2_5" descr="Cuenta de control 2.5"/>
          <p:cNvSpPr/>
          <p:nvPr/>
        </p:nvSpPr>
        <p:spPr>
          <a:xfrm>
            <a:off x="400100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82" name="!!edt_cc_2_6" descr="Cuenta de control 2.6"/>
          <p:cNvSpPr/>
          <p:nvPr/>
        </p:nvSpPr>
        <p:spPr>
          <a:xfrm>
            <a:off x="279400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83" name="!!edt_cc_3_1" descr="Cuenta de control 3.1"/>
          <p:cNvSpPr/>
          <p:nvPr/>
        </p:nvSpPr>
        <p:spPr>
          <a:xfrm>
            <a:off x="465531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84" name="!!edt_cc_3_2" descr="Cuenta de control 3.2"/>
          <p:cNvSpPr/>
          <p:nvPr/>
        </p:nvSpPr>
        <p:spPr>
          <a:xfrm>
            <a:off x="495706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85" name="!!edt_cc_3_3" descr="Cuenta de control 3.3"/>
          <p:cNvSpPr/>
          <p:nvPr/>
        </p:nvSpPr>
        <p:spPr>
          <a:xfrm>
            <a:off x="525881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86" name="!!edt_cc_3_4" descr="Cuenta de control 3.4"/>
          <p:cNvSpPr/>
          <p:nvPr/>
        </p:nvSpPr>
        <p:spPr>
          <a:xfrm>
            <a:off x="556056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87" name="!!edt_cc_3_5" descr="Cuenta de control 3.5"/>
          <p:cNvSpPr/>
          <p:nvPr/>
        </p:nvSpPr>
        <p:spPr>
          <a:xfrm>
            <a:off x="586232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88" name="!!edt_cc_3_6" descr="Cuenta de control 3.6"/>
          <p:cNvSpPr/>
          <p:nvPr/>
        </p:nvSpPr>
        <p:spPr>
          <a:xfrm>
            <a:off x="465531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89" name="!!edt_cc_3_7" descr="Cuenta de control 3.7"/>
          <p:cNvSpPr/>
          <p:nvPr/>
        </p:nvSpPr>
        <p:spPr>
          <a:xfrm>
            <a:off x="4957064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90" name="!!edt_cc_3_8" descr="Cuenta de control 3.8"/>
          <p:cNvSpPr/>
          <p:nvPr/>
        </p:nvSpPr>
        <p:spPr>
          <a:xfrm>
            <a:off x="5258816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91" name="!!edt_cc_3_9" descr="Cuenta de control 3.9"/>
          <p:cNvSpPr/>
          <p:nvPr/>
        </p:nvSpPr>
        <p:spPr>
          <a:xfrm>
            <a:off x="556056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92" name="!!edt_cc_3_10" descr="Cuenta de control 3.10"/>
          <p:cNvSpPr/>
          <p:nvPr/>
        </p:nvSpPr>
        <p:spPr>
          <a:xfrm>
            <a:off x="586232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93" name="!!edt_cc_3_11" descr="Cuenta de control 3.11"/>
          <p:cNvSpPr/>
          <p:nvPr/>
        </p:nvSpPr>
        <p:spPr>
          <a:xfrm>
            <a:off x="4655312" y="5449824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94" name="!!edt_cc_4_1" descr="Cuenta de control 4.1"/>
          <p:cNvSpPr/>
          <p:nvPr/>
        </p:nvSpPr>
        <p:spPr>
          <a:xfrm>
            <a:off x="651662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95" name="!!edt_cc_4_2" descr="Cuenta de control 4.2"/>
          <p:cNvSpPr/>
          <p:nvPr/>
        </p:nvSpPr>
        <p:spPr>
          <a:xfrm>
            <a:off x="681837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96" name="!!edt_cc_4_3" descr="Cuenta de control 4.3"/>
          <p:cNvSpPr/>
          <p:nvPr/>
        </p:nvSpPr>
        <p:spPr>
          <a:xfrm>
            <a:off x="712012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97" name="!!edt_cc_6_1" descr="Cuenta de control 6.1"/>
          <p:cNvSpPr/>
          <p:nvPr/>
        </p:nvSpPr>
        <p:spPr>
          <a:xfrm>
            <a:off x="1023924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98" name="!!edt_cc_6_2" descr="Cuenta de control 6.2"/>
          <p:cNvSpPr/>
          <p:nvPr/>
        </p:nvSpPr>
        <p:spPr>
          <a:xfrm>
            <a:off x="1054100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299" name="!!edt_cc_6_3" descr="Cuenta de control 6.3"/>
          <p:cNvSpPr/>
          <p:nvPr/>
        </p:nvSpPr>
        <p:spPr>
          <a:xfrm>
            <a:off x="1084275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00" name="!!edt_cc_6_4" descr="Cuenta de control 6.4"/>
          <p:cNvSpPr/>
          <p:nvPr/>
        </p:nvSpPr>
        <p:spPr>
          <a:xfrm>
            <a:off x="1114450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01" name="!!edt_cc_6_5" descr="Cuenta de control 6.5"/>
          <p:cNvSpPr/>
          <p:nvPr/>
        </p:nvSpPr>
        <p:spPr>
          <a:xfrm>
            <a:off x="1144625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02" name="!!edt_cc_6_6" descr="Cuenta de control 6.6"/>
          <p:cNvSpPr/>
          <p:nvPr/>
        </p:nvSpPr>
        <p:spPr>
          <a:xfrm>
            <a:off x="10239248" y="5148072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03" name="!!edt_cc_7_1" descr="Cuenta de control 7.1"/>
          <p:cNvSpPr/>
          <p:nvPr/>
        </p:nvSpPr>
        <p:spPr>
          <a:xfrm>
            <a:off x="1210056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04" name="!!edt_cc_7_2" descr="Cuenta de control 7.2"/>
          <p:cNvSpPr/>
          <p:nvPr/>
        </p:nvSpPr>
        <p:spPr>
          <a:xfrm>
            <a:off x="1240231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05" name="!!edt_cc_7_3" descr="Cuenta de control 7.3"/>
          <p:cNvSpPr/>
          <p:nvPr/>
        </p:nvSpPr>
        <p:spPr>
          <a:xfrm>
            <a:off x="1270406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06" name="!!edt_cc_8_1" descr="Cuenta de control 8.1"/>
          <p:cNvSpPr/>
          <p:nvPr/>
        </p:nvSpPr>
        <p:spPr>
          <a:xfrm>
            <a:off x="13961872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07" name="!!edt_cc_8_2" descr="Cuenta de control 8.2"/>
          <p:cNvSpPr/>
          <p:nvPr/>
        </p:nvSpPr>
        <p:spPr>
          <a:xfrm>
            <a:off x="14263624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08" name="!!edt_cc_8_3" descr="Cuenta de control 8.3"/>
          <p:cNvSpPr/>
          <p:nvPr/>
        </p:nvSpPr>
        <p:spPr>
          <a:xfrm>
            <a:off x="14565376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09" name="!!edt_cc_8_4" descr="Cuenta de control 8.4"/>
          <p:cNvSpPr/>
          <p:nvPr/>
        </p:nvSpPr>
        <p:spPr>
          <a:xfrm>
            <a:off x="14867128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10" name="!!edt_cc_8_5" descr="Cuenta de control 8.5"/>
          <p:cNvSpPr/>
          <p:nvPr/>
        </p:nvSpPr>
        <p:spPr>
          <a:xfrm>
            <a:off x="15168880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11" name="!!edt_cc_9_1" descr="Cuenta de control 9.1"/>
          <p:cNvSpPr/>
          <p:nvPr/>
        </p:nvSpPr>
        <p:spPr>
          <a:xfrm>
            <a:off x="1582318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12" name="!!edt_cc_9_2" descr="Cuenta de control 9.2"/>
          <p:cNvSpPr/>
          <p:nvPr/>
        </p:nvSpPr>
        <p:spPr>
          <a:xfrm>
            <a:off x="16124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230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231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296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28</a:t>
            </a:r>
          </a:p>
        </p:txBody>
      </p:sp>
      <p:sp>
        <p:nvSpPr>
          <p:cNvPr id="1297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1298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>
                <a:solidFill>
                  <a:srgbClr val="FFFFFF"/>
                </a:solidFill>
                <a:latin typeface="Inter SemiBold"/>
              </a:rPr>
              <a:t>Proyecto LafroX · 222 paquetes de trabajo</a:t>
            </a:r>
          </a:p>
        </p:txBody>
      </p:sp>
      <p:cxnSp>
        <p:nvCxnSpPr>
          <p:cNvPr id="1299" name="Connector 1298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0" name="Connector 1299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1" name="Connector 1300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2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1303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sp>
        <p:nvSpPr>
          <p:cNvPr id="1304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cxnSp>
        <p:nvCxnSpPr>
          <p:cNvPr id="1305" name="Connector 1304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6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1307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sp>
        <p:nvSpPr>
          <p:cNvPr id="1308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cxnSp>
        <p:nvCxnSpPr>
          <p:cNvPr id="1309" name="Connector 1308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0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1311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sp>
        <p:nvSpPr>
          <p:cNvPr id="1312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cxnSp>
        <p:nvCxnSpPr>
          <p:cNvPr id="1313" name="Connector 1312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4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1315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sp>
        <p:nvSpPr>
          <p:cNvPr id="1316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cxnSp>
        <p:nvCxnSpPr>
          <p:cNvPr id="1317" name="Connector 1316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8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1319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sp>
        <p:nvSpPr>
          <p:cNvPr id="1320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cxnSp>
        <p:nvCxnSpPr>
          <p:cNvPr id="1321" name="Connector 1320"/>
          <p:cNvCxnSpPr/>
          <p:nvPr/>
        </p:nvCxnSpPr>
        <p:spPr>
          <a:xfrm>
            <a:off x="11005312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2" name="!!ph6"/>
          <p:cNvSpPr/>
          <p:nvPr/>
        </p:nvSpPr>
        <p:spPr>
          <a:xfrm>
            <a:off x="10129520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Infraestructura</a:t>
            </a:r>
          </a:p>
        </p:txBody>
      </p:sp>
      <p:sp>
        <p:nvSpPr>
          <p:cNvPr id="1323" name="!!phhh6"/>
          <p:cNvSpPr txBox="1"/>
          <p:nvPr/>
        </p:nvSpPr>
        <p:spPr>
          <a:xfrm>
            <a:off x="10239248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3.840 HH</a:t>
            </a:r>
          </a:p>
        </p:txBody>
      </p:sp>
      <p:sp>
        <p:nvSpPr>
          <p:cNvPr id="1324" name="!!phcc6"/>
          <p:cNvSpPr txBox="1"/>
          <p:nvPr/>
        </p:nvSpPr>
        <p:spPr>
          <a:xfrm>
            <a:off x="10239248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6 CC · 24 PT</a:t>
            </a:r>
          </a:p>
        </p:txBody>
      </p:sp>
      <p:cxnSp>
        <p:nvCxnSpPr>
          <p:cNvPr id="1325" name="Connector 1324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6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1327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sp>
        <p:nvSpPr>
          <p:cNvPr id="1328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cxnSp>
        <p:nvCxnSpPr>
          <p:cNvPr id="1329" name="Connector 1328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0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331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sp>
        <p:nvSpPr>
          <p:cNvPr id="1332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cxnSp>
        <p:nvCxnSpPr>
          <p:cNvPr id="1333" name="Connector 1332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4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1335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1336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1337" name="TextBox 1336"/>
          <p:cNvSpPr txBox="1"/>
          <p:nvPr/>
        </p:nvSpPr>
        <p:spPr>
          <a:xfrm>
            <a:off x="822960" y="61722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6 · INFRAESTRUCTURA · 6 CUENTAS DE CONTROL</a:t>
            </a:r>
          </a:p>
        </p:txBody>
      </p:sp>
      <p:sp>
        <p:nvSpPr>
          <p:cNvPr id="1338" name="!!edt_cc_6_1" descr="Cuenta de control 6.1"/>
          <p:cNvSpPr/>
          <p:nvPr/>
        </p:nvSpPr>
        <p:spPr>
          <a:xfrm>
            <a:off x="822960" y="65836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6.1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Sala técnica Talca</a:t>
            </a:r>
          </a:p>
        </p:txBody>
      </p:sp>
      <p:sp>
        <p:nvSpPr>
          <p:cNvPr id="1339" name="!!edt_cc_6_2" descr="Cuenta de control 6.2"/>
          <p:cNvSpPr/>
          <p:nvPr/>
        </p:nvSpPr>
        <p:spPr>
          <a:xfrm>
            <a:off x="4178807" y="65836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6.2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Cableado</a:t>
            </a:r>
          </a:p>
        </p:txBody>
      </p:sp>
      <p:sp>
        <p:nvSpPr>
          <p:cNvPr id="1340" name="!!edt_cc_6_3" descr="Cuenta de control 6.3"/>
          <p:cNvSpPr/>
          <p:nvPr/>
        </p:nvSpPr>
        <p:spPr>
          <a:xfrm>
            <a:off x="7534655" y="65836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6.3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Racks y gabinetes</a:t>
            </a:r>
          </a:p>
        </p:txBody>
      </p:sp>
      <p:sp>
        <p:nvSpPr>
          <p:cNvPr id="1341" name="!!edt_cc_6_4" descr="Cuenta de control 6.4"/>
          <p:cNvSpPr/>
          <p:nvPr/>
        </p:nvSpPr>
        <p:spPr>
          <a:xfrm>
            <a:off x="10890503" y="65836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6.4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Seguridad física</a:t>
            </a:r>
          </a:p>
        </p:txBody>
      </p:sp>
      <p:sp>
        <p:nvSpPr>
          <p:cNvPr id="1342" name="!!edt_cc_6_5" descr="Cuenta de control 6.5"/>
          <p:cNvSpPr/>
          <p:nvPr/>
        </p:nvSpPr>
        <p:spPr>
          <a:xfrm>
            <a:off x="14246351" y="65836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6.5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Equipamiento de campo</a:t>
            </a:r>
          </a:p>
        </p:txBody>
      </p:sp>
      <p:sp>
        <p:nvSpPr>
          <p:cNvPr id="1343" name="!!edt_cc_6_6" descr="Cuenta de control 6.6"/>
          <p:cNvSpPr/>
          <p:nvPr/>
        </p:nvSpPr>
        <p:spPr>
          <a:xfrm>
            <a:off x="822960" y="7607808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6.6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Configuración de sitios</a:t>
            </a:r>
          </a:p>
        </p:txBody>
      </p:sp>
      <p:sp>
        <p:nvSpPr>
          <p:cNvPr id="1344" name="!!edt_cc_1_1" descr="Cuenta de control 1.1"/>
          <p:cNvSpPr/>
          <p:nvPr/>
        </p:nvSpPr>
        <p:spPr>
          <a:xfrm>
            <a:off x="93268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45" name="!!edt_cc_1_2" descr="Cuenta de control 1.2"/>
          <p:cNvSpPr/>
          <p:nvPr/>
        </p:nvSpPr>
        <p:spPr>
          <a:xfrm>
            <a:off x="123444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46" name="!!edt_cc_1_3" descr="Cuenta de control 1.3"/>
          <p:cNvSpPr/>
          <p:nvPr/>
        </p:nvSpPr>
        <p:spPr>
          <a:xfrm>
            <a:off x="153619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47" name="!!edt_cc_1_4" descr="Cuenta de control 1.4"/>
          <p:cNvSpPr/>
          <p:nvPr/>
        </p:nvSpPr>
        <p:spPr>
          <a:xfrm>
            <a:off x="1837943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48" name="!!edt_cc_1_5" descr="Cuenta de control 1.5"/>
          <p:cNvSpPr/>
          <p:nvPr/>
        </p:nvSpPr>
        <p:spPr>
          <a:xfrm>
            <a:off x="213969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49" name="!!edt_cc_1_6" descr="Cuenta de control 1.6"/>
          <p:cNvSpPr/>
          <p:nvPr/>
        </p:nvSpPr>
        <p:spPr>
          <a:xfrm>
            <a:off x="93268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50" name="!!edt_cc_1_7" descr="Cuenta de control 1.7"/>
          <p:cNvSpPr/>
          <p:nvPr/>
        </p:nvSpPr>
        <p:spPr>
          <a:xfrm>
            <a:off x="123444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51" name="!!edt_cc_1_8" descr="Cuenta de control 1.8"/>
          <p:cNvSpPr/>
          <p:nvPr/>
        </p:nvSpPr>
        <p:spPr>
          <a:xfrm>
            <a:off x="153619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52" name="!!edt_cc_1_9" descr="Cuenta de control 1.9"/>
          <p:cNvSpPr/>
          <p:nvPr/>
        </p:nvSpPr>
        <p:spPr>
          <a:xfrm>
            <a:off x="1837943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53" name="!!edt_cc_2_1" descr="Cuenta de control 2.1"/>
          <p:cNvSpPr/>
          <p:nvPr/>
        </p:nvSpPr>
        <p:spPr>
          <a:xfrm>
            <a:off x="279400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54" name="!!edt_cc_2_2" descr="Cuenta de control 2.2"/>
          <p:cNvSpPr/>
          <p:nvPr/>
        </p:nvSpPr>
        <p:spPr>
          <a:xfrm>
            <a:off x="309575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55" name="!!edt_cc_2_3" descr="Cuenta de control 2.3"/>
          <p:cNvSpPr/>
          <p:nvPr/>
        </p:nvSpPr>
        <p:spPr>
          <a:xfrm>
            <a:off x="339750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56" name="!!edt_cc_2_4" descr="Cuenta de control 2.4"/>
          <p:cNvSpPr/>
          <p:nvPr/>
        </p:nvSpPr>
        <p:spPr>
          <a:xfrm>
            <a:off x="369925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57" name="!!edt_cc_2_5" descr="Cuenta de control 2.5"/>
          <p:cNvSpPr/>
          <p:nvPr/>
        </p:nvSpPr>
        <p:spPr>
          <a:xfrm>
            <a:off x="400100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58" name="!!edt_cc_2_6" descr="Cuenta de control 2.6"/>
          <p:cNvSpPr/>
          <p:nvPr/>
        </p:nvSpPr>
        <p:spPr>
          <a:xfrm>
            <a:off x="279400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59" name="!!edt_cc_3_1" descr="Cuenta de control 3.1"/>
          <p:cNvSpPr/>
          <p:nvPr/>
        </p:nvSpPr>
        <p:spPr>
          <a:xfrm>
            <a:off x="465531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60" name="!!edt_cc_3_2" descr="Cuenta de control 3.2"/>
          <p:cNvSpPr/>
          <p:nvPr/>
        </p:nvSpPr>
        <p:spPr>
          <a:xfrm>
            <a:off x="495706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61" name="!!edt_cc_3_3" descr="Cuenta de control 3.3"/>
          <p:cNvSpPr/>
          <p:nvPr/>
        </p:nvSpPr>
        <p:spPr>
          <a:xfrm>
            <a:off x="525881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62" name="!!edt_cc_3_4" descr="Cuenta de control 3.4"/>
          <p:cNvSpPr/>
          <p:nvPr/>
        </p:nvSpPr>
        <p:spPr>
          <a:xfrm>
            <a:off x="556056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63" name="!!edt_cc_3_5" descr="Cuenta de control 3.5"/>
          <p:cNvSpPr/>
          <p:nvPr/>
        </p:nvSpPr>
        <p:spPr>
          <a:xfrm>
            <a:off x="586232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64" name="!!edt_cc_3_6" descr="Cuenta de control 3.6"/>
          <p:cNvSpPr/>
          <p:nvPr/>
        </p:nvSpPr>
        <p:spPr>
          <a:xfrm>
            <a:off x="465531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65" name="!!edt_cc_3_7" descr="Cuenta de control 3.7"/>
          <p:cNvSpPr/>
          <p:nvPr/>
        </p:nvSpPr>
        <p:spPr>
          <a:xfrm>
            <a:off x="4957064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66" name="!!edt_cc_3_8" descr="Cuenta de control 3.8"/>
          <p:cNvSpPr/>
          <p:nvPr/>
        </p:nvSpPr>
        <p:spPr>
          <a:xfrm>
            <a:off x="5258816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67" name="!!edt_cc_3_9" descr="Cuenta de control 3.9"/>
          <p:cNvSpPr/>
          <p:nvPr/>
        </p:nvSpPr>
        <p:spPr>
          <a:xfrm>
            <a:off x="556056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68" name="!!edt_cc_3_10" descr="Cuenta de control 3.10"/>
          <p:cNvSpPr/>
          <p:nvPr/>
        </p:nvSpPr>
        <p:spPr>
          <a:xfrm>
            <a:off x="586232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69" name="!!edt_cc_3_11" descr="Cuenta de control 3.11"/>
          <p:cNvSpPr/>
          <p:nvPr/>
        </p:nvSpPr>
        <p:spPr>
          <a:xfrm>
            <a:off x="4655312" y="5449824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70" name="!!edt_cc_4_1" descr="Cuenta de control 4.1"/>
          <p:cNvSpPr/>
          <p:nvPr/>
        </p:nvSpPr>
        <p:spPr>
          <a:xfrm>
            <a:off x="651662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71" name="!!edt_cc_4_2" descr="Cuenta de control 4.2"/>
          <p:cNvSpPr/>
          <p:nvPr/>
        </p:nvSpPr>
        <p:spPr>
          <a:xfrm>
            <a:off x="681837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72" name="!!edt_cc_4_3" descr="Cuenta de control 4.3"/>
          <p:cNvSpPr/>
          <p:nvPr/>
        </p:nvSpPr>
        <p:spPr>
          <a:xfrm>
            <a:off x="712012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73" name="!!edt_cc_5_1" descr="Cuenta de control 5.1"/>
          <p:cNvSpPr/>
          <p:nvPr/>
        </p:nvSpPr>
        <p:spPr>
          <a:xfrm>
            <a:off x="8377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74" name="!!edt_cc_5_2" descr="Cuenta de control 5.2"/>
          <p:cNvSpPr/>
          <p:nvPr/>
        </p:nvSpPr>
        <p:spPr>
          <a:xfrm>
            <a:off x="867968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75" name="!!edt_cc_5_3" descr="Cuenta de control 5.3"/>
          <p:cNvSpPr/>
          <p:nvPr/>
        </p:nvSpPr>
        <p:spPr>
          <a:xfrm>
            <a:off x="898144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76" name="!!edt_cc_5_4" descr="Cuenta de control 5.4"/>
          <p:cNvSpPr/>
          <p:nvPr/>
        </p:nvSpPr>
        <p:spPr>
          <a:xfrm>
            <a:off x="928319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77" name="!!edt_cc_7_1" descr="Cuenta de control 7.1"/>
          <p:cNvSpPr/>
          <p:nvPr/>
        </p:nvSpPr>
        <p:spPr>
          <a:xfrm>
            <a:off x="1210056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78" name="!!edt_cc_7_2" descr="Cuenta de control 7.2"/>
          <p:cNvSpPr/>
          <p:nvPr/>
        </p:nvSpPr>
        <p:spPr>
          <a:xfrm>
            <a:off x="1240231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79" name="!!edt_cc_7_3" descr="Cuenta de control 7.3"/>
          <p:cNvSpPr/>
          <p:nvPr/>
        </p:nvSpPr>
        <p:spPr>
          <a:xfrm>
            <a:off x="1270406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80" name="!!edt_cc_8_1" descr="Cuenta de control 8.1"/>
          <p:cNvSpPr/>
          <p:nvPr/>
        </p:nvSpPr>
        <p:spPr>
          <a:xfrm>
            <a:off x="13961872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81" name="!!edt_cc_8_2" descr="Cuenta de control 8.2"/>
          <p:cNvSpPr/>
          <p:nvPr/>
        </p:nvSpPr>
        <p:spPr>
          <a:xfrm>
            <a:off x="14263624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82" name="!!edt_cc_8_3" descr="Cuenta de control 8.3"/>
          <p:cNvSpPr/>
          <p:nvPr/>
        </p:nvSpPr>
        <p:spPr>
          <a:xfrm>
            <a:off x="14565376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83" name="!!edt_cc_8_4" descr="Cuenta de control 8.4"/>
          <p:cNvSpPr/>
          <p:nvPr/>
        </p:nvSpPr>
        <p:spPr>
          <a:xfrm>
            <a:off x="14867128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84" name="!!edt_cc_8_5" descr="Cuenta de control 8.5"/>
          <p:cNvSpPr/>
          <p:nvPr/>
        </p:nvSpPr>
        <p:spPr>
          <a:xfrm>
            <a:off x="15168880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85" name="!!edt_cc_9_1" descr="Cuenta de control 9.1"/>
          <p:cNvSpPr/>
          <p:nvPr/>
        </p:nvSpPr>
        <p:spPr>
          <a:xfrm>
            <a:off x="1582318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386" name="!!edt_cc_9_2" descr="Cuenta de control 9.2"/>
          <p:cNvSpPr/>
          <p:nvPr/>
        </p:nvSpPr>
        <p:spPr>
          <a:xfrm>
            <a:off x="16124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304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305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367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29</a:t>
            </a:r>
          </a:p>
        </p:txBody>
      </p:sp>
      <p:sp>
        <p:nvSpPr>
          <p:cNvPr id="1368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1369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>
                <a:solidFill>
                  <a:srgbClr val="FFFFFF"/>
                </a:solidFill>
                <a:latin typeface="Inter SemiBold"/>
              </a:rPr>
              <a:t>Proyecto LafroX · 222 paquetes de trabajo</a:t>
            </a:r>
          </a:p>
        </p:txBody>
      </p:sp>
      <p:cxnSp>
        <p:nvCxnSpPr>
          <p:cNvPr id="1370" name="Connector 1369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1" name="Connector 1370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2" name="Connector 1371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3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1374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sp>
        <p:nvSpPr>
          <p:cNvPr id="1375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cxnSp>
        <p:nvCxnSpPr>
          <p:cNvPr id="1376" name="Connector 1375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7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1378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sp>
        <p:nvSpPr>
          <p:cNvPr id="1379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cxnSp>
        <p:nvCxnSpPr>
          <p:cNvPr id="1380" name="Connector 1379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1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1382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sp>
        <p:nvSpPr>
          <p:cNvPr id="1383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cxnSp>
        <p:nvCxnSpPr>
          <p:cNvPr id="1384" name="Connector 1383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5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1386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sp>
        <p:nvSpPr>
          <p:cNvPr id="1387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cxnSp>
        <p:nvCxnSpPr>
          <p:cNvPr id="1388" name="Connector 1387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9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1390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sp>
        <p:nvSpPr>
          <p:cNvPr id="1391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cxnSp>
        <p:nvCxnSpPr>
          <p:cNvPr id="1392" name="Connector 1391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3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1394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sp>
        <p:nvSpPr>
          <p:cNvPr id="1395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cxnSp>
        <p:nvCxnSpPr>
          <p:cNvPr id="1396" name="Connector 1395"/>
          <p:cNvCxnSpPr/>
          <p:nvPr/>
        </p:nvCxnSpPr>
        <p:spPr>
          <a:xfrm>
            <a:off x="12866624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7" name="!!ph7"/>
          <p:cNvSpPr/>
          <p:nvPr/>
        </p:nvSpPr>
        <p:spPr>
          <a:xfrm>
            <a:off x="11990832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1398" name="!!phhh7"/>
          <p:cNvSpPr txBox="1"/>
          <p:nvPr/>
        </p:nvSpPr>
        <p:spPr>
          <a:xfrm>
            <a:off x="12100560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4.736 HH</a:t>
            </a:r>
          </a:p>
        </p:txBody>
      </p:sp>
      <p:sp>
        <p:nvSpPr>
          <p:cNvPr id="1399" name="!!phcc7"/>
          <p:cNvSpPr txBox="1"/>
          <p:nvPr/>
        </p:nvSpPr>
        <p:spPr>
          <a:xfrm>
            <a:off x="12100560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3 CC · 13 PT</a:t>
            </a:r>
          </a:p>
        </p:txBody>
      </p:sp>
      <p:cxnSp>
        <p:nvCxnSpPr>
          <p:cNvPr id="1400" name="Connector 1399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1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402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sp>
        <p:nvSpPr>
          <p:cNvPr id="1403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cxnSp>
        <p:nvCxnSpPr>
          <p:cNvPr id="1404" name="Connector 1403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5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1406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1407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1408" name="TextBox 1407"/>
          <p:cNvSpPr txBox="1"/>
          <p:nvPr/>
        </p:nvSpPr>
        <p:spPr>
          <a:xfrm>
            <a:off x="822960" y="61722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7 · CAPACITACIÓN Y CAMBIO · 3 CUENTAS DE CONTROL</a:t>
            </a:r>
          </a:p>
        </p:txBody>
      </p:sp>
      <p:sp>
        <p:nvSpPr>
          <p:cNvPr id="1409" name="!!edt_cc_7_1" descr="Cuenta de control 7.1"/>
          <p:cNvSpPr/>
          <p:nvPr/>
        </p:nvSpPr>
        <p:spPr>
          <a:xfrm>
            <a:off x="822960" y="6583680"/>
            <a:ext cx="5455919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7.1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Capacitación por roles</a:t>
            </a:r>
          </a:p>
        </p:txBody>
      </p:sp>
      <p:sp>
        <p:nvSpPr>
          <p:cNvPr id="1410" name="!!edt_cc_7_2" descr="Cuenta de control 7.2"/>
          <p:cNvSpPr/>
          <p:nvPr/>
        </p:nvSpPr>
        <p:spPr>
          <a:xfrm>
            <a:off x="6416040" y="6583680"/>
            <a:ext cx="5455919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7.2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Gestión del cambio</a:t>
            </a:r>
          </a:p>
        </p:txBody>
      </p:sp>
      <p:sp>
        <p:nvSpPr>
          <p:cNvPr id="1411" name="!!edt_cc_7_3" descr="Cuenta de control 7.3"/>
          <p:cNvSpPr/>
          <p:nvPr/>
        </p:nvSpPr>
        <p:spPr>
          <a:xfrm>
            <a:off x="12009120" y="6583680"/>
            <a:ext cx="5455919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7.3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Evaluaciones y certificaciones</a:t>
            </a:r>
          </a:p>
        </p:txBody>
      </p:sp>
      <p:sp>
        <p:nvSpPr>
          <p:cNvPr id="1412" name="!!edt_cc_1_1" descr="Cuenta de control 1.1"/>
          <p:cNvSpPr/>
          <p:nvPr/>
        </p:nvSpPr>
        <p:spPr>
          <a:xfrm>
            <a:off x="93268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13" name="!!edt_cc_1_2" descr="Cuenta de control 1.2"/>
          <p:cNvSpPr/>
          <p:nvPr/>
        </p:nvSpPr>
        <p:spPr>
          <a:xfrm>
            <a:off x="123444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14" name="!!edt_cc_1_3" descr="Cuenta de control 1.3"/>
          <p:cNvSpPr/>
          <p:nvPr/>
        </p:nvSpPr>
        <p:spPr>
          <a:xfrm>
            <a:off x="153619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15" name="!!edt_cc_1_4" descr="Cuenta de control 1.4"/>
          <p:cNvSpPr/>
          <p:nvPr/>
        </p:nvSpPr>
        <p:spPr>
          <a:xfrm>
            <a:off x="1837943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16" name="!!edt_cc_1_5" descr="Cuenta de control 1.5"/>
          <p:cNvSpPr/>
          <p:nvPr/>
        </p:nvSpPr>
        <p:spPr>
          <a:xfrm>
            <a:off x="213969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17" name="!!edt_cc_1_6" descr="Cuenta de control 1.6"/>
          <p:cNvSpPr/>
          <p:nvPr/>
        </p:nvSpPr>
        <p:spPr>
          <a:xfrm>
            <a:off x="93268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18" name="!!edt_cc_1_7" descr="Cuenta de control 1.7"/>
          <p:cNvSpPr/>
          <p:nvPr/>
        </p:nvSpPr>
        <p:spPr>
          <a:xfrm>
            <a:off x="123444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19" name="!!edt_cc_1_8" descr="Cuenta de control 1.8"/>
          <p:cNvSpPr/>
          <p:nvPr/>
        </p:nvSpPr>
        <p:spPr>
          <a:xfrm>
            <a:off x="153619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20" name="!!edt_cc_1_9" descr="Cuenta de control 1.9"/>
          <p:cNvSpPr/>
          <p:nvPr/>
        </p:nvSpPr>
        <p:spPr>
          <a:xfrm>
            <a:off x="1837943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21" name="!!edt_cc_2_1" descr="Cuenta de control 2.1"/>
          <p:cNvSpPr/>
          <p:nvPr/>
        </p:nvSpPr>
        <p:spPr>
          <a:xfrm>
            <a:off x="279400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22" name="!!edt_cc_2_2" descr="Cuenta de control 2.2"/>
          <p:cNvSpPr/>
          <p:nvPr/>
        </p:nvSpPr>
        <p:spPr>
          <a:xfrm>
            <a:off x="309575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23" name="!!edt_cc_2_3" descr="Cuenta de control 2.3"/>
          <p:cNvSpPr/>
          <p:nvPr/>
        </p:nvSpPr>
        <p:spPr>
          <a:xfrm>
            <a:off x="339750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24" name="!!edt_cc_2_4" descr="Cuenta de control 2.4"/>
          <p:cNvSpPr/>
          <p:nvPr/>
        </p:nvSpPr>
        <p:spPr>
          <a:xfrm>
            <a:off x="369925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25" name="!!edt_cc_2_5" descr="Cuenta de control 2.5"/>
          <p:cNvSpPr/>
          <p:nvPr/>
        </p:nvSpPr>
        <p:spPr>
          <a:xfrm>
            <a:off x="400100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26" name="!!edt_cc_2_6" descr="Cuenta de control 2.6"/>
          <p:cNvSpPr/>
          <p:nvPr/>
        </p:nvSpPr>
        <p:spPr>
          <a:xfrm>
            <a:off x="279400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27" name="!!edt_cc_3_1" descr="Cuenta de control 3.1"/>
          <p:cNvSpPr/>
          <p:nvPr/>
        </p:nvSpPr>
        <p:spPr>
          <a:xfrm>
            <a:off x="465531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28" name="!!edt_cc_3_2" descr="Cuenta de control 3.2"/>
          <p:cNvSpPr/>
          <p:nvPr/>
        </p:nvSpPr>
        <p:spPr>
          <a:xfrm>
            <a:off x="495706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29" name="!!edt_cc_3_3" descr="Cuenta de control 3.3"/>
          <p:cNvSpPr/>
          <p:nvPr/>
        </p:nvSpPr>
        <p:spPr>
          <a:xfrm>
            <a:off x="525881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30" name="!!edt_cc_3_4" descr="Cuenta de control 3.4"/>
          <p:cNvSpPr/>
          <p:nvPr/>
        </p:nvSpPr>
        <p:spPr>
          <a:xfrm>
            <a:off x="556056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31" name="!!edt_cc_3_5" descr="Cuenta de control 3.5"/>
          <p:cNvSpPr/>
          <p:nvPr/>
        </p:nvSpPr>
        <p:spPr>
          <a:xfrm>
            <a:off x="586232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32" name="!!edt_cc_3_6" descr="Cuenta de control 3.6"/>
          <p:cNvSpPr/>
          <p:nvPr/>
        </p:nvSpPr>
        <p:spPr>
          <a:xfrm>
            <a:off x="465531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33" name="!!edt_cc_3_7" descr="Cuenta de control 3.7"/>
          <p:cNvSpPr/>
          <p:nvPr/>
        </p:nvSpPr>
        <p:spPr>
          <a:xfrm>
            <a:off x="4957064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34" name="!!edt_cc_3_8" descr="Cuenta de control 3.8"/>
          <p:cNvSpPr/>
          <p:nvPr/>
        </p:nvSpPr>
        <p:spPr>
          <a:xfrm>
            <a:off x="5258816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35" name="!!edt_cc_3_9" descr="Cuenta de control 3.9"/>
          <p:cNvSpPr/>
          <p:nvPr/>
        </p:nvSpPr>
        <p:spPr>
          <a:xfrm>
            <a:off x="556056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36" name="!!edt_cc_3_10" descr="Cuenta de control 3.10"/>
          <p:cNvSpPr/>
          <p:nvPr/>
        </p:nvSpPr>
        <p:spPr>
          <a:xfrm>
            <a:off x="586232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37" name="!!edt_cc_3_11" descr="Cuenta de control 3.11"/>
          <p:cNvSpPr/>
          <p:nvPr/>
        </p:nvSpPr>
        <p:spPr>
          <a:xfrm>
            <a:off x="4655312" y="5449824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38" name="!!edt_cc_4_1" descr="Cuenta de control 4.1"/>
          <p:cNvSpPr/>
          <p:nvPr/>
        </p:nvSpPr>
        <p:spPr>
          <a:xfrm>
            <a:off x="651662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39" name="!!edt_cc_4_2" descr="Cuenta de control 4.2"/>
          <p:cNvSpPr/>
          <p:nvPr/>
        </p:nvSpPr>
        <p:spPr>
          <a:xfrm>
            <a:off x="681837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40" name="!!edt_cc_4_3" descr="Cuenta de control 4.3"/>
          <p:cNvSpPr/>
          <p:nvPr/>
        </p:nvSpPr>
        <p:spPr>
          <a:xfrm>
            <a:off x="712012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41" name="!!edt_cc_5_1" descr="Cuenta de control 5.1"/>
          <p:cNvSpPr/>
          <p:nvPr/>
        </p:nvSpPr>
        <p:spPr>
          <a:xfrm>
            <a:off x="8377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42" name="!!edt_cc_5_2" descr="Cuenta de control 5.2"/>
          <p:cNvSpPr/>
          <p:nvPr/>
        </p:nvSpPr>
        <p:spPr>
          <a:xfrm>
            <a:off x="867968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43" name="!!edt_cc_5_3" descr="Cuenta de control 5.3"/>
          <p:cNvSpPr/>
          <p:nvPr/>
        </p:nvSpPr>
        <p:spPr>
          <a:xfrm>
            <a:off x="898144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44" name="!!edt_cc_5_4" descr="Cuenta de control 5.4"/>
          <p:cNvSpPr/>
          <p:nvPr/>
        </p:nvSpPr>
        <p:spPr>
          <a:xfrm>
            <a:off x="928319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45" name="!!edt_cc_6_1" descr="Cuenta de control 6.1"/>
          <p:cNvSpPr/>
          <p:nvPr/>
        </p:nvSpPr>
        <p:spPr>
          <a:xfrm>
            <a:off x="1023924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46" name="!!edt_cc_6_2" descr="Cuenta de control 6.2"/>
          <p:cNvSpPr/>
          <p:nvPr/>
        </p:nvSpPr>
        <p:spPr>
          <a:xfrm>
            <a:off x="1054100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47" name="!!edt_cc_6_3" descr="Cuenta de control 6.3"/>
          <p:cNvSpPr/>
          <p:nvPr/>
        </p:nvSpPr>
        <p:spPr>
          <a:xfrm>
            <a:off x="1084275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48" name="!!edt_cc_6_4" descr="Cuenta de control 6.4"/>
          <p:cNvSpPr/>
          <p:nvPr/>
        </p:nvSpPr>
        <p:spPr>
          <a:xfrm>
            <a:off x="1114450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49" name="!!edt_cc_6_5" descr="Cuenta de control 6.5"/>
          <p:cNvSpPr/>
          <p:nvPr/>
        </p:nvSpPr>
        <p:spPr>
          <a:xfrm>
            <a:off x="1144625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50" name="!!edt_cc_6_6" descr="Cuenta de control 6.6"/>
          <p:cNvSpPr/>
          <p:nvPr/>
        </p:nvSpPr>
        <p:spPr>
          <a:xfrm>
            <a:off x="10239248" y="5148072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51" name="!!edt_cc_8_1" descr="Cuenta de control 8.1"/>
          <p:cNvSpPr/>
          <p:nvPr/>
        </p:nvSpPr>
        <p:spPr>
          <a:xfrm>
            <a:off x="13961872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52" name="!!edt_cc_8_2" descr="Cuenta de control 8.2"/>
          <p:cNvSpPr/>
          <p:nvPr/>
        </p:nvSpPr>
        <p:spPr>
          <a:xfrm>
            <a:off x="14263624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53" name="!!edt_cc_8_3" descr="Cuenta de control 8.3"/>
          <p:cNvSpPr/>
          <p:nvPr/>
        </p:nvSpPr>
        <p:spPr>
          <a:xfrm>
            <a:off x="14565376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54" name="!!edt_cc_8_4" descr="Cuenta de control 8.4"/>
          <p:cNvSpPr/>
          <p:nvPr/>
        </p:nvSpPr>
        <p:spPr>
          <a:xfrm>
            <a:off x="14867128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55" name="!!edt_cc_8_5" descr="Cuenta de control 8.5"/>
          <p:cNvSpPr/>
          <p:nvPr/>
        </p:nvSpPr>
        <p:spPr>
          <a:xfrm>
            <a:off x="15168880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56" name="!!edt_cc_9_1" descr="Cuenta de control 9.1"/>
          <p:cNvSpPr/>
          <p:nvPr/>
        </p:nvSpPr>
        <p:spPr>
          <a:xfrm>
            <a:off x="1582318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57" name="!!edt_cc_9_2" descr="Cuenta de control 9.2"/>
          <p:cNvSpPr/>
          <p:nvPr/>
        </p:nvSpPr>
        <p:spPr>
          <a:xfrm>
            <a:off x="16124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375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376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440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30</a:t>
            </a:r>
          </a:p>
        </p:txBody>
      </p:sp>
      <p:sp>
        <p:nvSpPr>
          <p:cNvPr id="1441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1442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>
                <a:solidFill>
                  <a:srgbClr val="FFFFFF"/>
                </a:solidFill>
                <a:latin typeface="Inter SemiBold"/>
              </a:rPr>
              <a:t>Proyecto LafroX · 222 paquetes de trabajo</a:t>
            </a:r>
          </a:p>
        </p:txBody>
      </p:sp>
      <p:cxnSp>
        <p:nvCxnSpPr>
          <p:cNvPr id="1443" name="Connector 1442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4" name="Connector 1443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5" name="Connector 1444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6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1447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sp>
        <p:nvSpPr>
          <p:cNvPr id="1448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cxnSp>
        <p:nvCxnSpPr>
          <p:cNvPr id="1449" name="Connector 1448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0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1451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sp>
        <p:nvSpPr>
          <p:cNvPr id="1452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cxnSp>
        <p:nvCxnSpPr>
          <p:cNvPr id="1453" name="Connector 1452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4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1455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sp>
        <p:nvSpPr>
          <p:cNvPr id="1456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cxnSp>
        <p:nvCxnSpPr>
          <p:cNvPr id="1457" name="Connector 1456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8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1459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sp>
        <p:nvSpPr>
          <p:cNvPr id="1460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cxnSp>
        <p:nvCxnSpPr>
          <p:cNvPr id="1461" name="Connector 1460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2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1463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sp>
        <p:nvSpPr>
          <p:cNvPr id="1464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cxnSp>
        <p:nvCxnSpPr>
          <p:cNvPr id="1465" name="Connector 1464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6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1467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sp>
        <p:nvSpPr>
          <p:cNvPr id="1468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cxnSp>
        <p:nvCxnSpPr>
          <p:cNvPr id="1469" name="Connector 1468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0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1471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sp>
        <p:nvSpPr>
          <p:cNvPr id="1472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cxnSp>
        <p:nvCxnSpPr>
          <p:cNvPr id="1473" name="Connector 1472"/>
          <p:cNvCxnSpPr/>
          <p:nvPr/>
        </p:nvCxnSpPr>
        <p:spPr>
          <a:xfrm>
            <a:off x="14727936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4" name="!!ph8"/>
          <p:cNvSpPr/>
          <p:nvPr/>
        </p:nvSpPr>
        <p:spPr>
          <a:xfrm>
            <a:off x="13852144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475" name="!!phhh8"/>
          <p:cNvSpPr txBox="1"/>
          <p:nvPr/>
        </p:nvSpPr>
        <p:spPr>
          <a:xfrm>
            <a:off x="13961872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129.879 HH</a:t>
            </a:r>
          </a:p>
        </p:txBody>
      </p:sp>
      <p:sp>
        <p:nvSpPr>
          <p:cNvPr id="1476" name="!!phcc8"/>
          <p:cNvSpPr txBox="1"/>
          <p:nvPr/>
        </p:nvSpPr>
        <p:spPr>
          <a:xfrm>
            <a:off x="13961872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5 CC · 26 PT</a:t>
            </a:r>
          </a:p>
        </p:txBody>
      </p:sp>
      <p:cxnSp>
        <p:nvCxnSpPr>
          <p:cNvPr id="1477" name="Connector 1476"/>
          <p:cNvCxnSpPr/>
          <p:nvPr/>
        </p:nvCxnSpPr>
        <p:spPr>
          <a:xfrm>
            <a:off x="1658924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8" name="!!ph9"/>
          <p:cNvSpPr/>
          <p:nvPr/>
        </p:nvSpPr>
        <p:spPr>
          <a:xfrm>
            <a:off x="1571345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Cierre</a:t>
            </a:r>
          </a:p>
        </p:txBody>
      </p:sp>
      <p:sp>
        <p:nvSpPr>
          <p:cNvPr id="1479" name="!!phhh9"/>
          <p:cNvSpPr txBox="1"/>
          <p:nvPr/>
        </p:nvSpPr>
        <p:spPr>
          <a:xfrm>
            <a:off x="1582318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320 HH</a:t>
            </a:r>
          </a:p>
        </p:txBody>
      </p:sp>
      <p:sp>
        <p:nvSpPr>
          <p:cNvPr id="1480" name="!!phcc9"/>
          <p:cNvSpPr txBox="1"/>
          <p:nvPr/>
        </p:nvSpPr>
        <p:spPr>
          <a:xfrm>
            <a:off x="1582318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2 CC · 4 PT</a:t>
            </a:r>
          </a:p>
        </p:txBody>
      </p:sp>
      <p:sp>
        <p:nvSpPr>
          <p:cNvPr id="1481" name="TextBox 1480"/>
          <p:cNvSpPr txBox="1"/>
          <p:nvPr/>
        </p:nvSpPr>
        <p:spPr>
          <a:xfrm>
            <a:off x="822960" y="61722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8 · OPERACIÓN Y SOPORTE · 5 CUENTAS DE CONTROL</a:t>
            </a:r>
          </a:p>
        </p:txBody>
      </p:sp>
      <p:sp>
        <p:nvSpPr>
          <p:cNvPr id="1482" name="!!edt_cc_8_1" descr="Cuenta de control 8.1"/>
          <p:cNvSpPr/>
          <p:nvPr/>
        </p:nvSpPr>
        <p:spPr>
          <a:xfrm>
            <a:off x="822960" y="65836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8.1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Servicios de operación</a:t>
            </a:r>
          </a:p>
        </p:txBody>
      </p:sp>
      <p:sp>
        <p:nvSpPr>
          <p:cNvPr id="1483" name="!!edt_cc_8_2" descr="Cuenta de control 8.2"/>
          <p:cNvSpPr/>
          <p:nvPr/>
        </p:nvSpPr>
        <p:spPr>
          <a:xfrm>
            <a:off x="4178807" y="65836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8.2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Mantenimiento</a:t>
            </a:r>
          </a:p>
        </p:txBody>
      </p:sp>
      <p:sp>
        <p:nvSpPr>
          <p:cNvPr id="1484" name="!!edt_cc_8_3" descr="Cuenta de control 8.3"/>
          <p:cNvSpPr/>
          <p:nvPr/>
        </p:nvSpPr>
        <p:spPr>
          <a:xfrm>
            <a:off x="7534655" y="65836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8.3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Innovaciones</a:t>
            </a:r>
          </a:p>
        </p:txBody>
      </p:sp>
      <p:sp>
        <p:nvSpPr>
          <p:cNvPr id="1485" name="!!edt_cc_8_4" descr="Cuenta de control 8.4"/>
          <p:cNvSpPr/>
          <p:nvPr/>
        </p:nvSpPr>
        <p:spPr>
          <a:xfrm>
            <a:off x="10890503" y="65836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8.4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Informes periódicos</a:t>
            </a:r>
          </a:p>
        </p:txBody>
      </p:sp>
      <p:sp>
        <p:nvSpPr>
          <p:cNvPr id="1486" name="!!edt_cc_8_5" descr="Cuenta de control 8.5"/>
          <p:cNvSpPr/>
          <p:nvPr/>
        </p:nvSpPr>
        <p:spPr>
          <a:xfrm>
            <a:off x="14246351" y="6583680"/>
            <a:ext cx="3218687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8.5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Transferencia</a:t>
            </a:r>
          </a:p>
        </p:txBody>
      </p:sp>
      <p:sp>
        <p:nvSpPr>
          <p:cNvPr id="1487" name="!!edt_cc_1_1" descr="Cuenta de control 1.1"/>
          <p:cNvSpPr/>
          <p:nvPr/>
        </p:nvSpPr>
        <p:spPr>
          <a:xfrm>
            <a:off x="93268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88" name="!!edt_cc_1_2" descr="Cuenta de control 1.2"/>
          <p:cNvSpPr/>
          <p:nvPr/>
        </p:nvSpPr>
        <p:spPr>
          <a:xfrm>
            <a:off x="123444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89" name="!!edt_cc_1_3" descr="Cuenta de control 1.3"/>
          <p:cNvSpPr/>
          <p:nvPr/>
        </p:nvSpPr>
        <p:spPr>
          <a:xfrm>
            <a:off x="153619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90" name="!!edt_cc_1_4" descr="Cuenta de control 1.4"/>
          <p:cNvSpPr/>
          <p:nvPr/>
        </p:nvSpPr>
        <p:spPr>
          <a:xfrm>
            <a:off x="1837943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91" name="!!edt_cc_1_5" descr="Cuenta de control 1.5"/>
          <p:cNvSpPr/>
          <p:nvPr/>
        </p:nvSpPr>
        <p:spPr>
          <a:xfrm>
            <a:off x="213969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92" name="!!edt_cc_1_6" descr="Cuenta de control 1.6"/>
          <p:cNvSpPr/>
          <p:nvPr/>
        </p:nvSpPr>
        <p:spPr>
          <a:xfrm>
            <a:off x="93268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93" name="!!edt_cc_1_7" descr="Cuenta de control 1.7"/>
          <p:cNvSpPr/>
          <p:nvPr/>
        </p:nvSpPr>
        <p:spPr>
          <a:xfrm>
            <a:off x="123444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94" name="!!edt_cc_1_8" descr="Cuenta de control 1.8"/>
          <p:cNvSpPr/>
          <p:nvPr/>
        </p:nvSpPr>
        <p:spPr>
          <a:xfrm>
            <a:off x="153619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95" name="!!edt_cc_1_9" descr="Cuenta de control 1.9"/>
          <p:cNvSpPr/>
          <p:nvPr/>
        </p:nvSpPr>
        <p:spPr>
          <a:xfrm>
            <a:off x="1837943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96" name="!!edt_cc_2_1" descr="Cuenta de control 2.1"/>
          <p:cNvSpPr/>
          <p:nvPr/>
        </p:nvSpPr>
        <p:spPr>
          <a:xfrm>
            <a:off x="279400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97" name="!!edt_cc_2_2" descr="Cuenta de control 2.2"/>
          <p:cNvSpPr/>
          <p:nvPr/>
        </p:nvSpPr>
        <p:spPr>
          <a:xfrm>
            <a:off x="309575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98" name="!!edt_cc_2_3" descr="Cuenta de control 2.3"/>
          <p:cNvSpPr/>
          <p:nvPr/>
        </p:nvSpPr>
        <p:spPr>
          <a:xfrm>
            <a:off x="339750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499" name="!!edt_cc_2_4" descr="Cuenta de control 2.4"/>
          <p:cNvSpPr/>
          <p:nvPr/>
        </p:nvSpPr>
        <p:spPr>
          <a:xfrm>
            <a:off x="369925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00" name="!!edt_cc_2_5" descr="Cuenta de control 2.5"/>
          <p:cNvSpPr/>
          <p:nvPr/>
        </p:nvSpPr>
        <p:spPr>
          <a:xfrm>
            <a:off x="400100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01" name="!!edt_cc_2_6" descr="Cuenta de control 2.6"/>
          <p:cNvSpPr/>
          <p:nvPr/>
        </p:nvSpPr>
        <p:spPr>
          <a:xfrm>
            <a:off x="279400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02" name="!!edt_cc_3_1" descr="Cuenta de control 3.1"/>
          <p:cNvSpPr/>
          <p:nvPr/>
        </p:nvSpPr>
        <p:spPr>
          <a:xfrm>
            <a:off x="465531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03" name="!!edt_cc_3_2" descr="Cuenta de control 3.2"/>
          <p:cNvSpPr/>
          <p:nvPr/>
        </p:nvSpPr>
        <p:spPr>
          <a:xfrm>
            <a:off x="495706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04" name="!!edt_cc_3_3" descr="Cuenta de control 3.3"/>
          <p:cNvSpPr/>
          <p:nvPr/>
        </p:nvSpPr>
        <p:spPr>
          <a:xfrm>
            <a:off x="525881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05" name="!!edt_cc_3_4" descr="Cuenta de control 3.4"/>
          <p:cNvSpPr/>
          <p:nvPr/>
        </p:nvSpPr>
        <p:spPr>
          <a:xfrm>
            <a:off x="556056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06" name="!!edt_cc_3_5" descr="Cuenta de control 3.5"/>
          <p:cNvSpPr/>
          <p:nvPr/>
        </p:nvSpPr>
        <p:spPr>
          <a:xfrm>
            <a:off x="586232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07" name="!!edt_cc_3_6" descr="Cuenta de control 3.6"/>
          <p:cNvSpPr/>
          <p:nvPr/>
        </p:nvSpPr>
        <p:spPr>
          <a:xfrm>
            <a:off x="465531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08" name="!!edt_cc_3_7" descr="Cuenta de control 3.7"/>
          <p:cNvSpPr/>
          <p:nvPr/>
        </p:nvSpPr>
        <p:spPr>
          <a:xfrm>
            <a:off x="4957064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09" name="!!edt_cc_3_8" descr="Cuenta de control 3.8"/>
          <p:cNvSpPr/>
          <p:nvPr/>
        </p:nvSpPr>
        <p:spPr>
          <a:xfrm>
            <a:off x="5258816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10" name="!!edt_cc_3_9" descr="Cuenta de control 3.9"/>
          <p:cNvSpPr/>
          <p:nvPr/>
        </p:nvSpPr>
        <p:spPr>
          <a:xfrm>
            <a:off x="556056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11" name="!!edt_cc_3_10" descr="Cuenta de control 3.10"/>
          <p:cNvSpPr/>
          <p:nvPr/>
        </p:nvSpPr>
        <p:spPr>
          <a:xfrm>
            <a:off x="586232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12" name="!!edt_cc_3_11" descr="Cuenta de control 3.11"/>
          <p:cNvSpPr/>
          <p:nvPr/>
        </p:nvSpPr>
        <p:spPr>
          <a:xfrm>
            <a:off x="4655312" y="5449824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13" name="!!edt_cc_4_1" descr="Cuenta de control 4.1"/>
          <p:cNvSpPr/>
          <p:nvPr/>
        </p:nvSpPr>
        <p:spPr>
          <a:xfrm>
            <a:off x="651662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14" name="!!edt_cc_4_2" descr="Cuenta de control 4.2"/>
          <p:cNvSpPr/>
          <p:nvPr/>
        </p:nvSpPr>
        <p:spPr>
          <a:xfrm>
            <a:off x="681837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15" name="!!edt_cc_4_3" descr="Cuenta de control 4.3"/>
          <p:cNvSpPr/>
          <p:nvPr/>
        </p:nvSpPr>
        <p:spPr>
          <a:xfrm>
            <a:off x="712012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16" name="!!edt_cc_5_1" descr="Cuenta de control 5.1"/>
          <p:cNvSpPr/>
          <p:nvPr/>
        </p:nvSpPr>
        <p:spPr>
          <a:xfrm>
            <a:off x="8377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17" name="!!edt_cc_5_2" descr="Cuenta de control 5.2"/>
          <p:cNvSpPr/>
          <p:nvPr/>
        </p:nvSpPr>
        <p:spPr>
          <a:xfrm>
            <a:off x="867968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18" name="!!edt_cc_5_3" descr="Cuenta de control 5.3"/>
          <p:cNvSpPr/>
          <p:nvPr/>
        </p:nvSpPr>
        <p:spPr>
          <a:xfrm>
            <a:off x="898144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19" name="!!edt_cc_5_4" descr="Cuenta de control 5.4"/>
          <p:cNvSpPr/>
          <p:nvPr/>
        </p:nvSpPr>
        <p:spPr>
          <a:xfrm>
            <a:off x="928319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20" name="!!edt_cc_6_1" descr="Cuenta de control 6.1"/>
          <p:cNvSpPr/>
          <p:nvPr/>
        </p:nvSpPr>
        <p:spPr>
          <a:xfrm>
            <a:off x="1023924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21" name="!!edt_cc_6_2" descr="Cuenta de control 6.2"/>
          <p:cNvSpPr/>
          <p:nvPr/>
        </p:nvSpPr>
        <p:spPr>
          <a:xfrm>
            <a:off x="1054100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22" name="!!edt_cc_6_3" descr="Cuenta de control 6.3"/>
          <p:cNvSpPr/>
          <p:nvPr/>
        </p:nvSpPr>
        <p:spPr>
          <a:xfrm>
            <a:off x="1084275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23" name="!!edt_cc_6_4" descr="Cuenta de control 6.4"/>
          <p:cNvSpPr/>
          <p:nvPr/>
        </p:nvSpPr>
        <p:spPr>
          <a:xfrm>
            <a:off x="1114450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24" name="!!edt_cc_6_5" descr="Cuenta de control 6.5"/>
          <p:cNvSpPr/>
          <p:nvPr/>
        </p:nvSpPr>
        <p:spPr>
          <a:xfrm>
            <a:off x="1144625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25" name="!!edt_cc_6_6" descr="Cuenta de control 6.6"/>
          <p:cNvSpPr/>
          <p:nvPr/>
        </p:nvSpPr>
        <p:spPr>
          <a:xfrm>
            <a:off x="10239248" y="5148072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26" name="!!edt_cc_7_1" descr="Cuenta de control 7.1"/>
          <p:cNvSpPr/>
          <p:nvPr/>
        </p:nvSpPr>
        <p:spPr>
          <a:xfrm>
            <a:off x="1210056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27" name="!!edt_cc_7_2" descr="Cuenta de control 7.2"/>
          <p:cNvSpPr/>
          <p:nvPr/>
        </p:nvSpPr>
        <p:spPr>
          <a:xfrm>
            <a:off x="1240231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28" name="!!edt_cc_7_3" descr="Cuenta de control 7.3"/>
          <p:cNvSpPr/>
          <p:nvPr/>
        </p:nvSpPr>
        <p:spPr>
          <a:xfrm>
            <a:off x="1270406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29" name="!!edt_cc_9_1" descr="Cuenta de control 9.1"/>
          <p:cNvSpPr/>
          <p:nvPr/>
        </p:nvSpPr>
        <p:spPr>
          <a:xfrm>
            <a:off x="1582318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30" name="!!edt_cc_9_2" descr="Cuenta de control 9.2"/>
          <p:cNvSpPr/>
          <p:nvPr/>
        </p:nvSpPr>
        <p:spPr>
          <a:xfrm>
            <a:off x="16124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!!deco_1438196a_1"/>
          <p:cNvSpPr/>
          <p:nvPr/>
        </p:nvSpPr>
        <p:spPr>
          <a:xfrm>
            <a:off x="-778247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448" name="!!deco_1438196a_2"/>
          <p:cNvSpPr/>
          <p:nvPr/>
        </p:nvSpPr>
        <p:spPr>
          <a:xfrm>
            <a:off x="14951973" y="-147854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449" name="!!deco_dce8b6c9_1"/>
          <p:cNvSpPr/>
          <p:nvPr/>
        </p:nvSpPr>
        <p:spPr>
          <a:xfrm>
            <a:off x="-2254297" y="8863496"/>
            <a:ext cx="10236981" cy="10236981"/>
          </a:xfrm>
          <a:custGeom>
            <a:avLst/>
            <a:gdLst/>
            <a:ahLst/>
            <a:cxnLst/>
            <a:rect l="l" t="t" r="r" b="b"/>
            <a:pathLst>
              <a:path w="10236981" h="10236981">
                <a:moveTo>
                  <a:pt x="0" y="0"/>
                </a:moveTo>
                <a:lnTo>
                  <a:pt x="10236981" y="0"/>
                </a:lnTo>
                <a:lnTo>
                  <a:pt x="10236981" y="10236981"/>
                </a:lnTo>
                <a:lnTo>
                  <a:pt x="0" y="102369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CL" noProof="0"/>
          </a:p>
        </p:txBody>
      </p:sp>
      <p:sp>
        <p:nvSpPr>
          <p:cNvPr id="1510" name="!!slidenum"/>
          <p:cNvSpPr txBox="1"/>
          <p:nvPr/>
        </p:nvSpPr>
        <p:spPr>
          <a:xfrm>
            <a:off x="16459200" y="9601200"/>
            <a:ext cx="1371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es-CL" sz="1600" b="1" noProof="0">
                <a:solidFill>
                  <a:srgbClr val="606060"/>
                </a:solidFill>
                <a:latin typeface="Inter SemiBold"/>
              </a:rPr>
              <a:t>31</a:t>
            </a:r>
          </a:p>
        </p:txBody>
      </p:sp>
      <p:sp>
        <p:nvSpPr>
          <p:cNvPr id="1511" name="!!title"/>
          <p:cNvSpPr txBox="1"/>
          <p:nvPr/>
        </p:nvSpPr>
        <p:spPr>
          <a:xfrm>
            <a:off x="3200400" y="685800"/>
            <a:ext cx="11887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CL" sz="3600" b="1" noProof="0">
                <a:solidFill>
                  <a:srgbClr val="111111"/>
                </a:solidFill>
                <a:latin typeface="Inter SemiBold"/>
              </a:rPr>
              <a:t>EDT: así se organiza el trabajo</a:t>
            </a:r>
          </a:p>
        </p:txBody>
      </p:sp>
      <p:sp>
        <p:nvSpPr>
          <p:cNvPr id="1512" name="!!edtroot"/>
          <p:cNvSpPr/>
          <p:nvPr/>
        </p:nvSpPr>
        <p:spPr>
          <a:xfrm>
            <a:off x="6309360" y="1463040"/>
            <a:ext cx="5669280" cy="685800"/>
          </a:xfrm>
          <a:prstGeom prst="roundRect">
            <a:avLst>
              <a:gd name="adj" fmla="val 15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r>
              <a:rPr lang="es-CL" sz="1600" b="1">
                <a:solidFill>
                  <a:srgbClr val="FFFFFF"/>
                </a:solidFill>
                <a:latin typeface="Inter SemiBold"/>
              </a:rPr>
              <a:t>Proyecto LafroX · 222 paquetes de trabajo</a:t>
            </a:r>
          </a:p>
        </p:txBody>
      </p:sp>
      <p:cxnSp>
        <p:nvCxnSpPr>
          <p:cNvPr id="1513" name="Connector 1512"/>
          <p:cNvCxnSpPr/>
          <p:nvPr/>
        </p:nvCxnSpPr>
        <p:spPr>
          <a:xfrm>
            <a:off x="9144000" y="2148840"/>
            <a:ext cx="0" cy="64008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4" name="Connector 1513"/>
          <p:cNvCxnSpPr/>
          <p:nvPr/>
        </p:nvCxnSpPr>
        <p:spPr>
          <a:xfrm>
            <a:off x="1698752" y="2788920"/>
            <a:ext cx="14890496" cy="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5" name="Connector 1514"/>
          <p:cNvCxnSpPr/>
          <p:nvPr/>
        </p:nvCxnSpPr>
        <p:spPr>
          <a:xfrm>
            <a:off x="169875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6" name="!!ph1"/>
          <p:cNvSpPr/>
          <p:nvPr/>
        </p:nvSpPr>
        <p:spPr>
          <a:xfrm>
            <a:off x="82296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1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Inicio</a:t>
            </a:r>
          </a:p>
        </p:txBody>
      </p:sp>
      <p:sp>
        <p:nvSpPr>
          <p:cNvPr id="1517" name="!!phhh1"/>
          <p:cNvSpPr txBox="1"/>
          <p:nvPr/>
        </p:nvSpPr>
        <p:spPr>
          <a:xfrm>
            <a:off x="93268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6.920 HH</a:t>
            </a:r>
          </a:p>
        </p:txBody>
      </p:sp>
      <p:sp>
        <p:nvSpPr>
          <p:cNvPr id="1518" name="!!phcc1"/>
          <p:cNvSpPr txBox="1"/>
          <p:nvPr/>
        </p:nvSpPr>
        <p:spPr>
          <a:xfrm>
            <a:off x="93268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9 CC · 35 PT</a:t>
            </a:r>
          </a:p>
        </p:txBody>
      </p:sp>
      <p:cxnSp>
        <p:nvCxnSpPr>
          <p:cNvPr id="1519" name="Connector 1518"/>
          <p:cNvCxnSpPr/>
          <p:nvPr/>
        </p:nvCxnSpPr>
        <p:spPr>
          <a:xfrm>
            <a:off x="356006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0" name="!!ph2"/>
          <p:cNvSpPr/>
          <p:nvPr/>
        </p:nvSpPr>
        <p:spPr>
          <a:xfrm>
            <a:off x="268427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2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Elaboración</a:t>
            </a:r>
          </a:p>
        </p:txBody>
      </p:sp>
      <p:sp>
        <p:nvSpPr>
          <p:cNvPr id="1521" name="!!phhh2"/>
          <p:cNvSpPr txBox="1"/>
          <p:nvPr/>
        </p:nvSpPr>
        <p:spPr>
          <a:xfrm>
            <a:off x="279400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4.320 HH</a:t>
            </a:r>
          </a:p>
        </p:txBody>
      </p:sp>
      <p:sp>
        <p:nvSpPr>
          <p:cNvPr id="1522" name="!!phcc2"/>
          <p:cNvSpPr txBox="1"/>
          <p:nvPr/>
        </p:nvSpPr>
        <p:spPr>
          <a:xfrm>
            <a:off x="279400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18 PT</a:t>
            </a:r>
          </a:p>
        </p:txBody>
      </p:sp>
      <p:cxnSp>
        <p:nvCxnSpPr>
          <p:cNvPr id="1523" name="Connector 1522"/>
          <p:cNvCxnSpPr/>
          <p:nvPr/>
        </p:nvCxnSpPr>
        <p:spPr>
          <a:xfrm>
            <a:off x="542137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4" name="!!ph3"/>
          <p:cNvSpPr/>
          <p:nvPr/>
        </p:nvSpPr>
        <p:spPr>
          <a:xfrm>
            <a:off x="454558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3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Construcción</a:t>
            </a:r>
          </a:p>
        </p:txBody>
      </p:sp>
      <p:sp>
        <p:nvSpPr>
          <p:cNvPr id="1525" name="!!phhh3"/>
          <p:cNvSpPr txBox="1"/>
          <p:nvPr/>
        </p:nvSpPr>
        <p:spPr>
          <a:xfrm>
            <a:off x="465531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33.280 HH</a:t>
            </a:r>
          </a:p>
        </p:txBody>
      </p:sp>
      <p:sp>
        <p:nvSpPr>
          <p:cNvPr id="1526" name="!!phcc3"/>
          <p:cNvSpPr txBox="1"/>
          <p:nvPr/>
        </p:nvSpPr>
        <p:spPr>
          <a:xfrm>
            <a:off x="465531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11 CC · 79 PT</a:t>
            </a:r>
          </a:p>
        </p:txBody>
      </p:sp>
      <p:cxnSp>
        <p:nvCxnSpPr>
          <p:cNvPr id="1527" name="Connector 1526"/>
          <p:cNvCxnSpPr/>
          <p:nvPr/>
        </p:nvCxnSpPr>
        <p:spPr>
          <a:xfrm>
            <a:off x="7282688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8" name="!!ph4"/>
          <p:cNvSpPr/>
          <p:nvPr/>
        </p:nvSpPr>
        <p:spPr>
          <a:xfrm>
            <a:off x="6406896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4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Transición</a:t>
            </a:r>
          </a:p>
        </p:txBody>
      </p:sp>
      <p:sp>
        <p:nvSpPr>
          <p:cNvPr id="1529" name="!!phhh4"/>
          <p:cNvSpPr txBox="1"/>
          <p:nvPr/>
        </p:nvSpPr>
        <p:spPr>
          <a:xfrm>
            <a:off x="6516624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20.672 HH</a:t>
            </a:r>
          </a:p>
        </p:txBody>
      </p:sp>
      <p:sp>
        <p:nvSpPr>
          <p:cNvPr id="1530" name="!!phcc4"/>
          <p:cNvSpPr txBox="1"/>
          <p:nvPr/>
        </p:nvSpPr>
        <p:spPr>
          <a:xfrm>
            <a:off x="6516624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10 PT</a:t>
            </a:r>
          </a:p>
        </p:txBody>
      </p:sp>
      <p:cxnSp>
        <p:nvCxnSpPr>
          <p:cNvPr id="1531" name="Connector 1530"/>
          <p:cNvCxnSpPr/>
          <p:nvPr/>
        </p:nvCxnSpPr>
        <p:spPr>
          <a:xfrm>
            <a:off x="9144000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2" name="!!ph5"/>
          <p:cNvSpPr/>
          <p:nvPr/>
        </p:nvSpPr>
        <p:spPr>
          <a:xfrm>
            <a:off x="8268208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5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Adquisiciones</a:t>
            </a:r>
          </a:p>
        </p:txBody>
      </p:sp>
      <p:sp>
        <p:nvSpPr>
          <p:cNvPr id="1533" name="!!phhh5"/>
          <p:cNvSpPr txBox="1"/>
          <p:nvPr/>
        </p:nvSpPr>
        <p:spPr>
          <a:xfrm>
            <a:off x="8377936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1.040 HH</a:t>
            </a:r>
          </a:p>
        </p:txBody>
      </p:sp>
      <p:sp>
        <p:nvSpPr>
          <p:cNvPr id="1534" name="!!phcc5"/>
          <p:cNvSpPr txBox="1"/>
          <p:nvPr/>
        </p:nvSpPr>
        <p:spPr>
          <a:xfrm>
            <a:off x="8377936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4 CC · 13 PT</a:t>
            </a:r>
          </a:p>
        </p:txBody>
      </p:sp>
      <p:cxnSp>
        <p:nvCxnSpPr>
          <p:cNvPr id="1535" name="Connector 1534"/>
          <p:cNvCxnSpPr/>
          <p:nvPr/>
        </p:nvCxnSpPr>
        <p:spPr>
          <a:xfrm>
            <a:off x="11005312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6" name="!!ph6"/>
          <p:cNvSpPr/>
          <p:nvPr/>
        </p:nvSpPr>
        <p:spPr>
          <a:xfrm>
            <a:off x="10129520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6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Infraestructura</a:t>
            </a:r>
          </a:p>
        </p:txBody>
      </p:sp>
      <p:sp>
        <p:nvSpPr>
          <p:cNvPr id="1537" name="!!phhh6"/>
          <p:cNvSpPr txBox="1"/>
          <p:nvPr/>
        </p:nvSpPr>
        <p:spPr>
          <a:xfrm>
            <a:off x="10239248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3.840 HH</a:t>
            </a:r>
          </a:p>
        </p:txBody>
      </p:sp>
      <p:sp>
        <p:nvSpPr>
          <p:cNvPr id="1538" name="!!phcc6"/>
          <p:cNvSpPr txBox="1"/>
          <p:nvPr/>
        </p:nvSpPr>
        <p:spPr>
          <a:xfrm>
            <a:off x="10239248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6 CC · 24 PT</a:t>
            </a:r>
          </a:p>
        </p:txBody>
      </p:sp>
      <p:cxnSp>
        <p:nvCxnSpPr>
          <p:cNvPr id="1539" name="Connector 1538"/>
          <p:cNvCxnSpPr/>
          <p:nvPr/>
        </p:nvCxnSpPr>
        <p:spPr>
          <a:xfrm>
            <a:off x="12866624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0" name="!!ph7"/>
          <p:cNvSpPr/>
          <p:nvPr/>
        </p:nvSpPr>
        <p:spPr>
          <a:xfrm>
            <a:off x="11990832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7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Capacitación y cambio</a:t>
            </a:r>
          </a:p>
        </p:txBody>
      </p:sp>
      <p:sp>
        <p:nvSpPr>
          <p:cNvPr id="1541" name="!!phhh7"/>
          <p:cNvSpPr txBox="1"/>
          <p:nvPr/>
        </p:nvSpPr>
        <p:spPr>
          <a:xfrm>
            <a:off x="12100560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4.736 HH</a:t>
            </a:r>
          </a:p>
        </p:txBody>
      </p:sp>
      <p:sp>
        <p:nvSpPr>
          <p:cNvPr id="1542" name="!!phcc7"/>
          <p:cNvSpPr txBox="1"/>
          <p:nvPr/>
        </p:nvSpPr>
        <p:spPr>
          <a:xfrm>
            <a:off x="12100560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3 CC · 13 PT</a:t>
            </a:r>
          </a:p>
        </p:txBody>
      </p:sp>
      <p:cxnSp>
        <p:nvCxnSpPr>
          <p:cNvPr id="1543" name="Connector 1542"/>
          <p:cNvCxnSpPr/>
          <p:nvPr/>
        </p:nvCxnSpPr>
        <p:spPr>
          <a:xfrm>
            <a:off x="14727936" y="2788920"/>
            <a:ext cx="0" cy="32004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4" name="!!ph8"/>
          <p:cNvSpPr/>
          <p:nvPr/>
        </p:nvSpPr>
        <p:spPr>
          <a:xfrm>
            <a:off x="13852144" y="3108960"/>
            <a:ext cx="1751584" cy="1554480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C7C7C7"/>
                </a:solidFill>
                <a:latin typeface="Inter SemiBold"/>
              </a:rPr>
              <a:t>Fase 8</a:t>
            </a:r>
          </a:p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Operación y soporte</a:t>
            </a:r>
          </a:p>
        </p:txBody>
      </p:sp>
      <p:sp>
        <p:nvSpPr>
          <p:cNvPr id="1545" name="!!phhh8"/>
          <p:cNvSpPr txBox="1"/>
          <p:nvPr/>
        </p:nvSpPr>
        <p:spPr>
          <a:xfrm>
            <a:off x="13961872" y="40050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C7C7C7"/>
                </a:solidFill>
                <a:latin typeface="Inter SemiBold"/>
              </a:rPr>
              <a:t>129.879 HH</a:t>
            </a:r>
          </a:p>
        </p:txBody>
      </p:sp>
      <p:sp>
        <p:nvSpPr>
          <p:cNvPr id="1546" name="!!phcc8"/>
          <p:cNvSpPr txBox="1"/>
          <p:nvPr/>
        </p:nvSpPr>
        <p:spPr>
          <a:xfrm>
            <a:off x="13961872" y="42976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C7C7C7"/>
                </a:solidFill>
                <a:latin typeface="Inter"/>
              </a:rPr>
              <a:t>5 CC · 26 PT</a:t>
            </a:r>
          </a:p>
        </p:txBody>
      </p:sp>
      <p:cxnSp>
        <p:nvCxnSpPr>
          <p:cNvPr id="1547" name="Connector 1546"/>
          <p:cNvCxnSpPr/>
          <p:nvPr/>
        </p:nvCxnSpPr>
        <p:spPr>
          <a:xfrm>
            <a:off x="16589248" y="2788920"/>
            <a:ext cx="0" cy="228600"/>
          </a:xfrm>
          <a:prstGeom prst="line">
            <a:avLst/>
          </a:prstGeom>
          <a:ln w="19050">
            <a:solidFill>
              <a:srgbClr val="9A9A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8" name="!!ph9"/>
          <p:cNvSpPr/>
          <p:nvPr/>
        </p:nvSpPr>
        <p:spPr>
          <a:xfrm>
            <a:off x="15713456" y="3017520"/>
            <a:ext cx="1751584" cy="1874519"/>
          </a:xfrm>
          <a:prstGeom prst="roundRect">
            <a:avLst>
              <a:gd name="adj" fmla="val 8000"/>
            </a:avLst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1600" rIns="109728" rtlCol="0" anchor="t"/>
          <a:lstStyle/>
          <a:p>
            <a:pPr algn="l"/>
            <a:r>
              <a:rPr lang="es-CL" sz="1300" b="1" noProof="0">
                <a:solidFill>
                  <a:srgbClr val="FFFFFF"/>
                </a:solidFill>
                <a:latin typeface="Inter SemiBold"/>
              </a:rPr>
              <a:t>Fase 9</a:t>
            </a:r>
          </a:p>
          <a:p>
            <a:pPr algn="l"/>
            <a:r>
              <a:rPr lang="es-CL" sz="1600" b="1" noProof="0">
                <a:solidFill>
                  <a:srgbClr val="FFFFFF"/>
                </a:solidFill>
                <a:latin typeface="Inter SemiBold"/>
              </a:rPr>
              <a:t>Cierre</a:t>
            </a:r>
          </a:p>
        </p:txBody>
      </p:sp>
      <p:sp>
        <p:nvSpPr>
          <p:cNvPr id="1549" name="!!phhh9"/>
          <p:cNvSpPr txBox="1"/>
          <p:nvPr/>
        </p:nvSpPr>
        <p:spPr>
          <a:xfrm>
            <a:off x="15823184" y="4233672"/>
            <a:ext cx="156870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500" b="1" noProof="0">
                <a:solidFill>
                  <a:srgbClr val="FFFFFF"/>
                </a:solidFill>
                <a:latin typeface="Inter SemiBold"/>
              </a:rPr>
              <a:t>320 HH</a:t>
            </a:r>
          </a:p>
        </p:txBody>
      </p:sp>
      <p:sp>
        <p:nvSpPr>
          <p:cNvPr id="1550" name="!!phcc9"/>
          <p:cNvSpPr txBox="1"/>
          <p:nvPr/>
        </p:nvSpPr>
        <p:spPr>
          <a:xfrm>
            <a:off x="15823184" y="4526279"/>
            <a:ext cx="156870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300" b="0" noProof="0">
                <a:solidFill>
                  <a:srgbClr val="FFFFFF"/>
                </a:solidFill>
                <a:latin typeface="Inter"/>
              </a:rPr>
              <a:t>2 CC · 4 PT</a:t>
            </a:r>
          </a:p>
        </p:txBody>
      </p:sp>
      <p:sp>
        <p:nvSpPr>
          <p:cNvPr id="1551" name="TextBox 1550"/>
          <p:cNvSpPr txBox="1"/>
          <p:nvPr/>
        </p:nvSpPr>
        <p:spPr>
          <a:xfrm>
            <a:off x="822960" y="6172200"/>
            <a:ext cx="16642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FASE 9 · CIERRE · 2 CUENTAS DE CONTROL</a:t>
            </a:r>
          </a:p>
        </p:txBody>
      </p:sp>
      <p:sp>
        <p:nvSpPr>
          <p:cNvPr id="1552" name="!!edt_cc_9_1" descr="Cuenta de control 9.1"/>
          <p:cNvSpPr/>
          <p:nvPr/>
        </p:nvSpPr>
        <p:spPr>
          <a:xfrm>
            <a:off x="822960" y="6583680"/>
            <a:ext cx="825246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9.1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Cierre de la implementación</a:t>
            </a:r>
          </a:p>
        </p:txBody>
      </p:sp>
      <p:sp>
        <p:nvSpPr>
          <p:cNvPr id="1553" name="!!edt_cc_9_2" descr="Cuenta de control 9.2"/>
          <p:cNvSpPr/>
          <p:nvPr/>
        </p:nvSpPr>
        <p:spPr>
          <a:xfrm>
            <a:off x="9212580" y="6583680"/>
            <a:ext cx="8252460" cy="8961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29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82880" rtlCol="0" anchor="ctr"/>
          <a:lstStyle/>
          <a:p>
            <a:pPr algn="l"/>
            <a:r>
              <a:rPr lang="es-CL" sz="1400" b="1" noProof="0">
                <a:solidFill>
                  <a:srgbClr val="E8641B"/>
                </a:solidFill>
                <a:latin typeface="Inter SemiBold"/>
              </a:rPr>
              <a:t>9.2</a:t>
            </a:r>
          </a:p>
          <a:p>
            <a:pPr algn="l"/>
            <a:r>
              <a:rPr lang="es-CL" sz="1600" b="1" noProof="0">
                <a:solidFill>
                  <a:srgbClr val="111111"/>
                </a:solidFill>
                <a:latin typeface="Inter SemiBold"/>
              </a:rPr>
              <a:t>Salida al término del contrato</a:t>
            </a:r>
          </a:p>
        </p:txBody>
      </p:sp>
      <p:sp>
        <p:nvSpPr>
          <p:cNvPr id="1554" name="!!edt_cc_1_1" descr="Cuenta de control 1.1"/>
          <p:cNvSpPr/>
          <p:nvPr/>
        </p:nvSpPr>
        <p:spPr>
          <a:xfrm>
            <a:off x="93268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55" name="!!edt_cc_1_2" descr="Cuenta de control 1.2"/>
          <p:cNvSpPr/>
          <p:nvPr/>
        </p:nvSpPr>
        <p:spPr>
          <a:xfrm>
            <a:off x="123444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56" name="!!edt_cc_1_3" descr="Cuenta de control 1.3"/>
          <p:cNvSpPr/>
          <p:nvPr/>
        </p:nvSpPr>
        <p:spPr>
          <a:xfrm>
            <a:off x="153619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57" name="!!edt_cc_1_4" descr="Cuenta de control 1.4"/>
          <p:cNvSpPr/>
          <p:nvPr/>
        </p:nvSpPr>
        <p:spPr>
          <a:xfrm>
            <a:off x="1837943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58" name="!!edt_cc_1_5" descr="Cuenta de control 1.5"/>
          <p:cNvSpPr/>
          <p:nvPr/>
        </p:nvSpPr>
        <p:spPr>
          <a:xfrm>
            <a:off x="213969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59" name="!!edt_cc_1_6" descr="Cuenta de control 1.6"/>
          <p:cNvSpPr/>
          <p:nvPr/>
        </p:nvSpPr>
        <p:spPr>
          <a:xfrm>
            <a:off x="93268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60" name="!!edt_cc_1_7" descr="Cuenta de control 1.7"/>
          <p:cNvSpPr/>
          <p:nvPr/>
        </p:nvSpPr>
        <p:spPr>
          <a:xfrm>
            <a:off x="123444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61" name="!!edt_cc_1_8" descr="Cuenta de control 1.8"/>
          <p:cNvSpPr/>
          <p:nvPr/>
        </p:nvSpPr>
        <p:spPr>
          <a:xfrm>
            <a:off x="153619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62" name="!!edt_cc_1_9" descr="Cuenta de control 1.9"/>
          <p:cNvSpPr/>
          <p:nvPr/>
        </p:nvSpPr>
        <p:spPr>
          <a:xfrm>
            <a:off x="1837943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63" name="!!edt_cc_2_1" descr="Cuenta de control 2.1"/>
          <p:cNvSpPr/>
          <p:nvPr/>
        </p:nvSpPr>
        <p:spPr>
          <a:xfrm>
            <a:off x="279400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64" name="!!edt_cc_2_2" descr="Cuenta de control 2.2"/>
          <p:cNvSpPr/>
          <p:nvPr/>
        </p:nvSpPr>
        <p:spPr>
          <a:xfrm>
            <a:off x="309575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65" name="!!edt_cc_2_3" descr="Cuenta de control 2.3"/>
          <p:cNvSpPr/>
          <p:nvPr/>
        </p:nvSpPr>
        <p:spPr>
          <a:xfrm>
            <a:off x="339750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66" name="!!edt_cc_2_4" descr="Cuenta de control 2.4"/>
          <p:cNvSpPr/>
          <p:nvPr/>
        </p:nvSpPr>
        <p:spPr>
          <a:xfrm>
            <a:off x="369925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67" name="!!edt_cc_2_5" descr="Cuenta de control 2.5"/>
          <p:cNvSpPr/>
          <p:nvPr/>
        </p:nvSpPr>
        <p:spPr>
          <a:xfrm>
            <a:off x="400100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68" name="!!edt_cc_2_6" descr="Cuenta de control 2.6"/>
          <p:cNvSpPr/>
          <p:nvPr/>
        </p:nvSpPr>
        <p:spPr>
          <a:xfrm>
            <a:off x="279400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69" name="!!edt_cc_3_1" descr="Cuenta de control 3.1"/>
          <p:cNvSpPr/>
          <p:nvPr/>
        </p:nvSpPr>
        <p:spPr>
          <a:xfrm>
            <a:off x="4655312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70" name="!!edt_cc_3_2" descr="Cuenta de control 3.2"/>
          <p:cNvSpPr/>
          <p:nvPr/>
        </p:nvSpPr>
        <p:spPr>
          <a:xfrm>
            <a:off x="495706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71" name="!!edt_cc_3_3" descr="Cuenta de control 3.3"/>
          <p:cNvSpPr/>
          <p:nvPr/>
        </p:nvSpPr>
        <p:spPr>
          <a:xfrm>
            <a:off x="525881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72" name="!!edt_cc_3_4" descr="Cuenta de control 3.4"/>
          <p:cNvSpPr/>
          <p:nvPr/>
        </p:nvSpPr>
        <p:spPr>
          <a:xfrm>
            <a:off x="556056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73" name="!!edt_cc_3_5" descr="Cuenta de control 3.5"/>
          <p:cNvSpPr/>
          <p:nvPr/>
        </p:nvSpPr>
        <p:spPr>
          <a:xfrm>
            <a:off x="5862320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74" name="!!edt_cc_3_6" descr="Cuenta de control 3.6"/>
          <p:cNvSpPr/>
          <p:nvPr/>
        </p:nvSpPr>
        <p:spPr>
          <a:xfrm>
            <a:off x="4655312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75" name="!!edt_cc_3_7" descr="Cuenta de control 3.7"/>
          <p:cNvSpPr/>
          <p:nvPr/>
        </p:nvSpPr>
        <p:spPr>
          <a:xfrm>
            <a:off x="4957064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76" name="!!edt_cc_3_8" descr="Cuenta de control 3.8"/>
          <p:cNvSpPr/>
          <p:nvPr/>
        </p:nvSpPr>
        <p:spPr>
          <a:xfrm>
            <a:off x="5258816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77" name="!!edt_cc_3_9" descr="Cuenta de control 3.9"/>
          <p:cNvSpPr/>
          <p:nvPr/>
        </p:nvSpPr>
        <p:spPr>
          <a:xfrm>
            <a:off x="5560568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78" name="!!edt_cc_3_10" descr="Cuenta de control 3.10"/>
          <p:cNvSpPr/>
          <p:nvPr/>
        </p:nvSpPr>
        <p:spPr>
          <a:xfrm>
            <a:off x="5862320" y="5148072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79" name="!!edt_cc_3_11" descr="Cuenta de control 3.11"/>
          <p:cNvSpPr/>
          <p:nvPr/>
        </p:nvSpPr>
        <p:spPr>
          <a:xfrm>
            <a:off x="4655312" y="5449824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80" name="!!edt_cc_4_1" descr="Cuenta de control 4.1"/>
          <p:cNvSpPr/>
          <p:nvPr/>
        </p:nvSpPr>
        <p:spPr>
          <a:xfrm>
            <a:off x="6516624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81" name="!!edt_cc_4_2" descr="Cuenta de control 4.2"/>
          <p:cNvSpPr/>
          <p:nvPr/>
        </p:nvSpPr>
        <p:spPr>
          <a:xfrm>
            <a:off x="6818376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82" name="!!edt_cc_4_3" descr="Cuenta de control 4.3"/>
          <p:cNvSpPr/>
          <p:nvPr/>
        </p:nvSpPr>
        <p:spPr>
          <a:xfrm>
            <a:off x="7120128" y="4846320"/>
            <a:ext cx="228600" cy="228600"/>
          </a:xfrm>
          <a:prstGeom prst="ellipse">
            <a:avLst/>
          </a:prstGeom>
          <a:solidFill>
            <a:srgbClr val="E86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83" name="!!edt_cc_5_1" descr="Cuenta de control 5.1"/>
          <p:cNvSpPr/>
          <p:nvPr/>
        </p:nvSpPr>
        <p:spPr>
          <a:xfrm>
            <a:off x="837793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84" name="!!edt_cc_5_2" descr="Cuenta de control 5.2"/>
          <p:cNvSpPr/>
          <p:nvPr/>
        </p:nvSpPr>
        <p:spPr>
          <a:xfrm>
            <a:off x="867968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85" name="!!edt_cc_5_3" descr="Cuenta de control 5.3"/>
          <p:cNvSpPr/>
          <p:nvPr/>
        </p:nvSpPr>
        <p:spPr>
          <a:xfrm>
            <a:off x="898144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86" name="!!edt_cc_5_4" descr="Cuenta de control 5.4"/>
          <p:cNvSpPr/>
          <p:nvPr/>
        </p:nvSpPr>
        <p:spPr>
          <a:xfrm>
            <a:off x="928319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87" name="!!edt_cc_6_1" descr="Cuenta de control 6.1"/>
          <p:cNvSpPr/>
          <p:nvPr/>
        </p:nvSpPr>
        <p:spPr>
          <a:xfrm>
            <a:off x="10239248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88" name="!!edt_cc_6_2" descr="Cuenta de control 6.2"/>
          <p:cNvSpPr/>
          <p:nvPr/>
        </p:nvSpPr>
        <p:spPr>
          <a:xfrm>
            <a:off x="1054100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89" name="!!edt_cc_6_3" descr="Cuenta de control 6.3"/>
          <p:cNvSpPr/>
          <p:nvPr/>
        </p:nvSpPr>
        <p:spPr>
          <a:xfrm>
            <a:off x="1084275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90" name="!!edt_cc_6_4" descr="Cuenta de control 6.4"/>
          <p:cNvSpPr/>
          <p:nvPr/>
        </p:nvSpPr>
        <p:spPr>
          <a:xfrm>
            <a:off x="1114450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91" name="!!edt_cc_6_5" descr="Cuenta de control 6.5"/>
          <p:cNvSpPr/>
          <p:nvPr/>
        </p:nvSpPr>
        <p:spPr>
          <a:xfrm>
            <a:off x="11446256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92" name="!!edt_cc_6_6" descr="Cuenta de control 6.6"/>
          <p:cNvSpPr/>
          <p:nvPr/>
        </p:nvSpPr>
        <p:spPr>
          <a:xfrm>
            <a:off x="10239248" y="5148072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93" name="!!edt_cc_7_1" descr="Cuenta de control 7.1"/>
          <p:cNvSpPr/>
          <p:nvPr/>
        </p:nvSpPr>
        <p:spPr>
          <a:xfrm>
            <a:off x="12100560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94" name="!!edt_cc_7_2" descr="Cuenta de control 7.2"/>
          <p:cNvSpPr/>
          <p:nvPr/>
        </p:nvSpPr>
        <p:spPr>
          <a:xfrm>
            <a:off x="12402312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95" name="!!edt_cc_7_3" descr="Cuenta de control 7.3"/>
          <p:cNvSpPr/>
          <p:nvPr/>
        </p:nvSpPr>
        <p:spPr>
          <a:xfrm>
            <a:off x="12704064" y="4846320"/>
            <a:ext cx="228600" cy="228600"/>
          </a:xfrm>
          <a:prstGeom prst="ellipse">
            <a:avLst/>
          </a:prstGeom>
          <a:solidFill>
            <a:srgbClr val="606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96" name="!!edt_cc_8_1" descr="Cuenta de control 8.1"/>
          <p:cNvSpPr/>
          <p:nvPr/>
        </p:nvSpPr>
        <p:spPr>
          <a:xfrm>
            <a:off x="13961872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97" name="!!edt_cc_8_2" descr="Cuenta de control 8.2"/>
          <p:cNvSpPr/>
          <p:nvPr/>
        </p:nvSpPr>
        <p:spPr>
          <a:xfrm>
            <a:off x="14263624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98" name="!!edt_cc_8_3" descr="Cuenta de control 8.3"/>
          <p:cNvSpPr/>
          <p:nvPr/>
        </p:nvSpPr>
        <p:spPr>
          <a:xfrm>
            <a:off x="14565376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599" name="!!edt_cc_8_4" descr="Cuenta de control 8.4"/>
          <p:cNvSpPr/>
          <p:nvPr/>
        </p:nvSpPr>
        <p:spPr>
          <a:xfrm>
            <a:off x="14867128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  <p:sp>
        <p:nvSpPr>
          <p:cNvPr id="1600" name="!!edt_cc_8_5" descr="Cuenta de control 8.5"/>
          <p:cNvSpPr/>
          <p:nvPr/>
        </p:nvSpPr>
        <p:spPr>
          <a:xfrm>
            <a:off x="15168880" y="4846320"/>
            <a:ext cx="228600" cy="2286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ctr"/>
            <a:endParaRPr lang="es-CL" noProof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LafroX">
      <a:dk1>
        <a:srgbClr val="111111"/>
      </a:dk1>
      <a:lt1>
        <a:srgbClr val="FFFFFF"/>
      </a:lt1>
      <a:dk2>
        <a:srgbClr val="141414"/>
      </a:dk2>
      <a:lt2>
        <a:srgbClr val="F4F4F4"/>
      </a:lt2>
      <a:accent1>
        <a:srgbClr val="E8641B"/>
      </a:accent1>
      <a:accent2>
        <a:srgbClr val="3C3C3C"/>
      </a:accent2>
      <a:accent3>
        <a:srgbClr val="606060"/>
      </a:accent3>
      <a:accent4>
        <a:srgbClr val="F29A5E"/>
      </a:accent4>
      <a:accent5>
        <a:srgbClr val="9A9A9A"/>
      </a:accent5>
      <a:accent6>
        <a:srgbClr val="C7C7C7"/>
      </a:accent6>
      <a:hlink>
        <a:srgbClr val="E8641B"/>
      </a:hlink>
      <a:folHlink>
        <a:srgbClr val="5F5F5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afroX">
      <a:dk1>
        <a:srgbClr val="111111"/>
      </a:dk1>
      <a:lt1>
        <a:srgbClr val="FFFFFF"/>
      </a:lt1>
      <a:dk2>
        <a:srgbClr val="141414"/>
      </a:dk2>
      <a:lt2>
        <a:srgbClr val="F4F4F4"/>
      </a:lt2>
      <a:accent1>
        <a:srgbClr val="E8641B"/>
      </a:accent1>
      <a:accent2>
        <a:srgbClr val="3C3C3C"/>
      </a:accent2>
      <a:accent3>
        <a:srgbClr val="606060"/>
      </a:accent3>
      <a:accent4>
        <a:srgbClr val="F29A5E"/>
      </a:accent4>
      <a:accent5>
        <a:srgbClr val="9A9A9A"/>
      </a:accent5>
      <a:accent6>
        <a:srgbClr val="C7C7C7"/>
      </a:accent6>
      <a:hlink>
        <a:srgbClr val="E8641B"/>
      </a:hlink>
      <a:folHlink>
        <a:srgbClr val="5F5F5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2049</Words>
  <Application>Microsoft Office PowerPoint</Application>
  <PresentationFormat>Personalizado</PresentationFormat>
  <Paragraphs>638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Inter</vt:lpstr>
      <vt:lpstr>Arial</vt:lpstr>
      <vt:lpstr>Inter SemiBold</vt:lpstr>
      <vt:lpstr>Office Theme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Patricio Henriquez</dc:creator>
  <cp:lastModifiedBy>Patricio Henríquez Tapia</cp:lastModifiedBy>
  <cp:revision>2</cp:revision>
  <dcterms:created xsi:type="dcterms:W3CDTF">2006-08-16T00:00:00Z</dcterms:created>
  <dcterms:modified xsi:type="dcterms:W3CDTF">2026-10-22T04:51:48Z</dcterms:modified>
</cp:coreProperties>
</file>