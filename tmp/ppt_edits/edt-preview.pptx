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</p:sldIdLst>
  <p:sldSz cx="18288000" cy="10287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19887FBB-2E95-1307-0AAC-04868A63639A}" v="10" dt="2026-10-22T02:42:18.882"/>
    <p1510:client id="{2CAB3DA1-4BE8-5171-4280-B148218AFE50}" v="16" dt="2026-10-22T02:27:19.701"/>
    <p1510:client id="{8518D1DE-07C9-4C97-8F05-220E18EC7522}" v="25" dt="2026-10-22T02:33:04.967"/>
    <p1510:client id="{882E8C7D-2876-1916-59F0-D22F26B0C238}" v="37" dt="2026-10-22T02:42:40.488"/>
    <p1510:client id="{B4D353A1-8446-1601-325E-45018A9A3BA4}" v="683" dt="2026-10-22T00:58:37.339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70" Type="http://customschemas.google.com/relationships/presentationmetadata" Target="metadata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</a:t>
            </a:r>
            <a:r>
              <a:rPr lang="es-CL" sz="1600" b="1">
                <a:solidFill>
                  <a:srgbClr val="FFFFFF"/>
                </a:solidFill>
                <a:latin typeface="Inter SemiBold"/>
              </a:rPr>
              <a:t>LafroX · 222</a:t>
            </a:r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!!edt_cc_1_1" descr="Cuenta de control 1.1"/>
          <p:cNvSpPr/>
          <p:nvPr/>
        </p:nvSpPr>
        <p:spPr>
          <a:xfrm>
            <a:off x="8229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!!edt_cc_1_2" descr="Cuenta de control 1.2"/>
          <p:cNvSpPr/>
          <p:nvPr/>
        </p:nvSpPr>
        <p:spPr>
          <a:xfrm>
            <a:off x="3619499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!!edt_cc_1_3" descr="Cuenta de control 1.3"/>
          <p:cNvSpPr/>
          <p:nvPr/>
        </p:nvSpPr>
        <p:spPr>
          <a:xfrm>
            <a:off x="641604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!!edt_cc_1_4" descr="Cuenta de control 1.4"/>
          <p:cNvSpPr/>
          <p:nvPr/>
        </p:nvSpPr>
        <p:spPr>
          <a:xfrm>
            <a:off x="921258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!!edt_cc_1_5" descr="Cuenta de control 1.5"/>
          <p:cNvSpPr/>
          <p:nvPr/>
        </p:nvSpPr>
        <p:spPr>
          <a:xfrm>
            <a:off x="1200912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!!edt_cc_1_6" descr="Cuenta de control 1.6"/>
          <p:cNvSpPr/>
          <p:nvPr/>
        </p:nvSpPr>
        <p:spPr>
          <a:xfrm>
            <a:off x="148056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!!edt_cc_1_7" descr="Cuenta de control 1.7"/>
          <p:cNvSpPr/>
          <p:nvPr/>
        </p:nvSpPr>
        <p:spPr>
          <a:xfrm>
            <a:off x="82296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!!edt_cc_1_8" descr="Cuenta de control 1.8"/>
          <p:cNvSpPr/>
          <p:nvPr/>
        </p:nvSpPr>
        <p:spPr>
          <a:xfrm>
            <a:off x="3619499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!!edt_cc_1_9" descr="Cuenta de control 1.9"/>
          <p:cNvSpPr/>
          <p:nvPr/>
        </p:nvSpPr>
        <p:spPr>
          <a:xfrm>
            <a:off x="641604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  <p:sp>
        <p:nvSpPr>
          <p:cNvPr id="977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8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9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0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1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2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3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4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5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6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7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8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9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0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1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2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3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4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5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6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7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8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9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0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1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2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3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4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5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6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7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8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9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0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1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2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3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4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5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6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!!edt_cc_2_1" descr="Cuenta de control 2.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!!edt_cc_2_2" descr="Cuenta de control 2.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!!edt_cc_2_3" descr="Cuenta de control 2.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!!edt_cc_2_4" descr="Cuenta de control 2.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!!edt_cc_2_5" descr="Cuenta de control 2.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!!edt_cc_2_6" descr="Cuenta de control 2.6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  <p:sp>
        <p:nvSpPr>
          <p:cNvPr id="1048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49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0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1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2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3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4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5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6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7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8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9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0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1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2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3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4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5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6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7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8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9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0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1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2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3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4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5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6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7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8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9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0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1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2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3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4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5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6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7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8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9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90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!!edt_cc_3_1" descr="Cuenta de control 3.1"/>
          <p:cNvSpPr/>
          <p:nvPr/>
        </p:nvSpPr>
        <p:spPr>
          <a:xfrm>
            <a:off x="8229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!!edt_cc_3_2" descr="Cuenta de control 3.2"/>
          <p:cNvSpPr/>
          <p:nvPr/>
        </p:nvSpPr>
        <p:spPr>
          <a:xfrm>
            <a:off x="3619499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!!edt_cc_3_3" descr="Cuenta de control 3.3"/>
          <p:cNvSpPr/>
          <p:nvPr/>
        </p:nvSpPr>
        <p:spPr>
          <a:xfrm>
            <a:off x="641604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!!edt_cc_3_4" descr="Cuenta de control 3.4"/>
          <p:cNvSpPr/>
          <p:nvPr/>
        </p:nvSpPr>
        <p:spPr>
          <a:xfrm>
            <a:off x="921258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!!edt_cc_3_5" descr="Cuenta de control 3.5"/>
          <p:cNvSpPr/>
          <p:nvPr/>
        </p:nvSpPr>
        <p:spPr>
          <a:xfrm>
            <a:off x="1200912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!!edt_cc_3_6" descr="Cuenta de control 3.6"/>
          <p:cNvSpPr/>
          <p:nvPr/>
        </p:nvSpPr>
        <p:spPr>
          <a:xfrm>
            <a:off x="14805660" y="56692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!!edt_cc_3_7" descr="Cuenta de control 3.7"/>
          <p:cNvSpPr/>
          <p:nvPr/>
        </p:nvSpPr>
        <p:spPr>
          <a:xfrm>
            <a:off x="82296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!!edt_cc_3_8" descr="Cuenta de control 3.8"/>
          <p:cNvSpPr/>
          <p:nvPr/>
        </p:nvSpPr>
        <p:spPr>
          <a:xfrm>
            <a:off x="3619499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!!edt_cc_3_9" descr="Cuenta de control 3.9"/>
          <p:cNvSpPr/>
          <p:nvPr/>
        </p:nvSpPr>
        <p:spPr>
          <a:xfrm>
            <a:off x="641604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!!edt_cc_3_10" descr="Cuenta de control 3.10"/>
          <p:cNvSpPr/>
          <p:nvPr/>
        </p:nvSpPr>
        <p:spPr>
          <a:xfrm>
            <a:off x="921258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!!edt_cc_3_11" descr="Cuenta de control 3.11"/>
          <p:cNvSpPr/>
          <p:nvPr/>
        </p:nvSpPr>
        <p:spPr>
          <a:xfrm>
            <a:off x="12009120" y="66934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  <p:sp>
        <p:nvSpPr>
          <p:cNvPr id="1132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3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4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5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6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7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8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9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0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1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2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3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4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5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6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7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8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9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0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1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2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3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4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5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6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7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8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9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0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1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2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3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4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5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6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7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8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9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!!edt_cc_4_1" descr="Cuenta de control 4.1"/>
          <p:cNvSpPr/>
          <p:nvPr/>
        </p:nvSpPr>
        <p:spPr>
          <a:xfrm>
            <a:off x="82296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!!edt_cc_4_2" descr="Cuenta de control 4.2"/>
          <p:cNvSpPr/>
          <p:nvPr/>
        </p:nvSpPr>
        <p:spPr>
          <a:xfrm>
            <a:off x="641604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!!edt_cc_4_3" descr="Cuenta de control 4.3"/>
          <p:cNvSpPr/>
          <p:nvPr/>
        </p:nvSpPr>
        <p:spPr>
          <a:xfrm>
            <a:off x="1200912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  <p:sp>
        <p:nvSpPr>
          <p:cNvPr id="1195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6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7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8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9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0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1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2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3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4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5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6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7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8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9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0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1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2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3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4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5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6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7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8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9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0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1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2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3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4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5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6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7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8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9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0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1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2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3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4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5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6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7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8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9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40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!!edt_cc_5_1" descr="Cuenta de control 5.1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!!edt_cc_5_2" descr="Cuenta de control 5.2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!!edt_cc_5_3" descr="Cuenta de control 5.3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!!edt_cc_5_4" descr="Cuenta de control 5.4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  <p:sp>
        <p:nvSpPr>
          <p:cNvPr id="1268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69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0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1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2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3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4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5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6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7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8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9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0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1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2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3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4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5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6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7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8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9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0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1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2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3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4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5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6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7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8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9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0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1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2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3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4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5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6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7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8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9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0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1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2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!!edt_cc_6_1" descr="Cuenta de control 6.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!!edt_cc_6_2" descr="Cuenta de control 6.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!!edt_cc_6_3" descr="Cuenta de control 6.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!!edt_cc_6_4" descr="Cuenta de control 6.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!!edt_cc_6_5" descr="Cuenta de control 6.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!!edt_cc_6_6" descr="Cuenta de control 6.6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  <p:sp>
        <p:nvSpPr>
          <p:cNvPr id="1344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5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6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7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8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9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0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1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2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3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4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5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6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7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8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9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0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1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2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3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4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5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6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7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8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9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0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1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2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3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4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5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6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7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8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9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0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1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2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3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4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5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6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!!edt_cc_7_1" descr="Cuenta de control 7.1"/>
          <p:cNvSpPr/>
          <p:nvPr/>
        </p:nvSpPr>
        <p:spPr>
          <a:xfrm>
            <a:off x="82296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!!edt_cc_7_2" descr="Cuenta de control 7.2"/>
          <p:cNvSpPr/>
          <p:nvPr/>
        </p:nvSpPr>
        <p:spPr>
          <a:xfrm>
            <a:off x="641604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!!edt_cc_7_3" descr="Cuenta de control 7.3"/>
          <p:cNvSpPr/>
          <p:nvPr/>
        </p:nvSpPr>
        <p:spPr>
          <a:xfrm>
            <a:off x="12009120" y="56692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  <p:sp>
        <p:nvSpPr>
          <p:cNvPr id="1412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3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4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5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6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7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8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9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0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1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2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3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4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5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6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7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8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9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0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1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2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3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4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5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6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7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8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9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0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1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2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3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4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5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6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7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8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9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0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1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2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3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4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5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6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7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!!edt_cc_8_1" descr="Cuenta de control 8.1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!!edt_cc_8_2" descr="Cuenta de control 8.2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!!edt_cc_8_3" descr="Cuenta de control 8.3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!!edt_cc_8_4" descr="Cuenta de control 8.4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!!edt_cc_8_5" descr="Cuenta de control 8.5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  <p:sp>
        <p:nvSpPr>
          <p:cNvPr id="1487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8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9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0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1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2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3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4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5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6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7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8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9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0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1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2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3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4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5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6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7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8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9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0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1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2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3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4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5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6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7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8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9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0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1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2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3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4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5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6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7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8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9" name="!!edt_cc_9_1" descr="Cuenta de control 9.1"/>
          <p:cNvSpPr/>
          <p:nvPr/>
        </p:nvSpPr>
        <p:spPr>
          <a:xfrm>
            <a:off x="1589176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30" name="!!edt_cc_9_2" descr="Cuenta de control 9.2"/>
          <p:cNvSpPr/>
          <p:nvPr/>
        </p:nvSpPr>
        <p:spPr>
          <a:xfrm>
            <a:off x="16193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!!edt_cc_9_1" descr="Cuenta de control 9.1"/>
          <p:cNvSpPr/>
          <p:nvPr/>
        </p:nvSpPr>
        <p:spPr>
          <a:xfrm>
            <a:off x="822960" y="56692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!!edt_cc_9_2" descr="Cuenta de control 9.2"/>
          <p:cNvSpPr/>
          <p:nvPr/>
        </p:nvSpPr>
        <p:spPr>
          <a:xfrm>
            <a:off x="9212580" y="56692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  <p:sp>
        <p:nvSpPr>
          <p:cNvPr id="1554" name="!!edt_cc_1_1" descr="Cuenta de control 1.1"/>
          <p:cNvSpPr/>
          <p:nvPr/>
        </p:nvSpPr>
        <p:spPr>
          <a:xfrm>
            <a:off x="100126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5" name="!!edt_cc_1_2" descr="Cuenta de control 1.2"/>
          <p:cNvSpPr/>
          <p:nvPr/>
        </p:nvSpPr>
        <p:spPr>
          <a:xfrm>
            <a:off x="130302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6" name="!!edt_cc_1_3" descr="Cuenta de control 1.3"/>
          <p:cNvSpPr/>
          <p:nvPr/>
        </p:nvSpPr>
        <p:spPr>
          <a:xfrm>
            <a:off x="160477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7" name="!!edt_cc_1_4" descr="Cuenta de control 1.4"/>
          <p:cNvSpPr/>
          <p:nvPr/>
        </p:nvSpPr>
        <p:spPr>
          <a:xfrm>
            <a:off x="1906523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8" name="!!edt_cc_1_5" descr="Cuenta de control 1.5"/>
          <p:cNvSpPr/>
          <p:nvPr/>
        </p:nvSpPr>
        <p:spPr>
          <a:xfrm>
            <a:off x="220827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9" name="!!edt_cc_1_6" descr="Cuenta de control 1.6"/>
          <p:cNvSpPr/>
          <p:nvPr/>
        </p:nvSpPr>
        <p:spPr>
          <a:xfrm>
            <a:off x="100126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0" name="!!edt_cc_1_7" descr="Cuenta de control 1.7"/>
          <p:cNvSpPr/>
          <p:nvPr/>
        </p:nvSpPr>
        <p:spPr>
          <a:xfrm>
            <a:off x="130302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1" name="!!edt_cc_1_8" descr="Cuenta de control 1.8"/>
          <p:cNvSpPr/>
          <p:nvPr/>
        </p:nvSpPr>
        <p:spPr>
          <a:xfrm>
            <a:off x="160477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2" name="!!edt_cc_1_9" descr="Cuenta de control 1.9"/>
          <p:cNvSpPr/>
          <p:nvPr/>
        </p:nvSpPr>
        <p:spPr>
          <a:xfrm>
            <a:off x="1906523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3" name="!!edt_cc_2_1" descr="Cuenta de control 2.1"/>
          <p:cNvSpPr/>
          <p:nvPr/>
        </p:nvSpPr>
        <p:spPr>
          <a:xfrm>
            <a:off x="286258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4" name="!!edt_cc_2_2" descr="Cuenta de control 2.2"/>
          <p:cNvSpPr/>
          <p:nvPr/>
        </p:nvSpPr>
        <p:spPr>
          <a:xfrm>
            <a:off x="316433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5" name="!!edt_cc_2_3" descr="Cuenta de control 2.3"/>
          <p:cNvSpPr/>
          <p:nvPr/>
        </p:nvSpPr>
        <p:spPr>
          <a:xfrm>
            <a:off x="346608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6" name="!!edt_cc_2_4" descr="Cuenta de control 2.4"/>
          <p:cNvSpPr/>
          <p:nvPr/>
        </p:nvSpPr>
        <p:spPr>
          <a:xfrm>
            <a:off x="376783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7" name="!!edt_cc_2_5" descr="Cuenta de control 2.5"/>
          <p:cNvSpPr/>
          <p:nvPr/>
        </p:nvSpPr>
        <p:spPr>
          <a:xfrm>
            <a:off x="406958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8" name="!!edt_cc_2_6" descr="Cuenta de control 2.6"/>
          <p:cNvSpPr/>
          <p:nvPr/>
        </p:nvSpPr>
        <p:spPr>
          <a:xfrm>
            <a:off x="286258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9" name="!!edt_cc_3_1" descr="Cuenta de control 3.1"/>
          <p:cNvSpPr/>
          <p:nvPr/>
        </p:nvSpPr>
        <p:spPr>
          <a:xfrm>
            <a:off x="4723892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0" name="!!edt_cc_3_2" descr="Cuenta de control 3.2"/>
          <p:cNvSpPr/>
          <p:nvPr/>
        </p:nvSpPr>
        <p:spPr>
          <a:xfrm>
            <a:off x="502564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1" name="!!edt_cc_3_3" descr="Cuenta de control 3.3"/>
          <p:cNvSpPr/>
          <p:nvPr/>
        </p:nvSpPr>
        <p:spPr>
          <a:xfrm>
            <a:off x="532739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2" name="!!edt_cc_3_4" descr="Cuenta de control 3.4"/>
          <p:cNvSpPr/>
          <p:nvPr/>
        </p:nvSpPr>
        <p:spPr>
          <a:xfrm>
            <a:off x="562914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3" name="!!edt_cc_3_5" descr="Cuenta de control 3.5"/>
          <p:cNvSpPr/>
          <p:nvPr/>
        </p:nvSpPr>
        <p:spPr>
          <a:xfrm>
            <a:off x="5930900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4" name="!!edt_cc_3_6" descr="Cuenta de control 3.6"/>
          <p:cNvSpPr/>
          <p:nvPr/>
        </p:nvSpPr>
        <p:spPr>
          <a:xfrm>
            <a:off x="4723892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5" name="!!edt_cc_3_7" descr="Cuenta de control 3.7"/>
          <p:cNvSpPr/>
          <p:nvPr/>
        </p:nvSpPr>
        <p:spPr>
          <a:xfrm>
            <a:off x="5025644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6" name="!!edt_cc_3_8" descr="Cuenta de control 3.8"/>
          <p:cNvSpPr/>
          <p:nvPr/>
        </p:nvSpPr>
        <p:spPr>
          <a:xfrm>
            <a:off x="5327396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7" name="!!edt_cc_3_9" descr="Cuenta de control 3.9"/>
          <p:cNvSpPr/>
          <p:nvPr/>
        </p:nvSpPr>
        <p:spPr>
          <a:xfrm>
            <a:off x="5629148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8" name="!!edt_cc_3_10" descr="Cuenta de control 3.10"/>
          <p:cNvSpPr/>
          <p:nvPr/>
        </p:nvSpPr>
        <p:spPr>
          <a:xfrm>
            <a:off x="5930900" y="50292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9" name="!!edt_cc_3_11" descr="Cuenta de control 3.11"/>
          <p:cNvSpPr/>
          <p:nvPr/>
        </p:nvSpPr>
        <p:spPr>
          <a:xfrm>
            <a:off x="4723892" y="51435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0" name="!!edt_cc_4_1" descr="Cuenta de control 4.1"/>
          <p:cNvSpPr/>
          <p:nvPr/>
        </p:nvSpPr>
        <p:spPr>
          <a:xfrm>
            <a:off x="6585204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1" name="!!edt_cc_4_2" descr="Cuenta de control 4.2"/>
          <p:cNvSpPr/>
          <p:nvPr/>
        </p:nvSpPr>
        <p:spPr>
          <a:xfrm>
            <a:off x="6886956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2" name="!!edt_cc_4_3" descr="Cuenta de control 4.3"/>
          <p:cNvSpPr/>
          <p:nvPr/>
        </p:nvSpPr>
        <p:spPr>
          <a:xfrm>
            <a:off x="7188708" y="4914900"/>
            <a:ext cx="91440" cy="914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3" name="!!edt_cc_5_1" descr="Cuenta de control 5.1"/>
          <p:cNvSpPr/>
          <p:nvPr/>
        </p:nvSpPr>
        <p:spPr>
          <a:xfrm>
            <a:off x="844651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4" name="!!edt_cc_5_2" descr="Cuenta de control 5.2"/>
          <p:cNvSpPr/>
          <p:nvPr/>
        </p:nvSpPr>
        <p:spPr>
          <a:xfrm>
            <a:off x="874826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5" name="!!edt_cc_5_3" descr="Cuenta de control 5.3"/>
          <p:cNvSpPr/>
          <p:nvPr/>
        </p:nvSpPr>
        <p:spPr>
          <a:xfrm>
            <a:off x="905002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6" name="!!edt_cc_5_4" descr="Cuenta de control 5.4"/>
          <p:cNvSpPr/>
          <p:nvPr/>
        </p:nvSpPr>
        <p:spPr>
          <a:xfrm>
            <a:off x="935177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7" name="!!edt_cc_6_1" descr="Cuenta de control 6.1"/>
          <p:cNvSpPr/>
          <p:nvPr/>
        </p:nvSpPr>
        <p:spPr>
          <a:xfrm>
            <a:off x="10307828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8" name="!!edt_cc_6_2" descr="Cuenta de control 6.2"/>
          <p:cNvSpPr/>
          <p:nvPr/>
        </p:nvSpPr>
        <p:spPr>
          <a:xfrm>
            <a:off x="1060958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9" name="!!edt_cc_6_3" descr="Cuenta de control 6.3"/>
          <p:cNvSpPr/>
          <p:nvPr/>
        </p:nvSpPr>
        <p:spPr>
          <a:xfrm>
            <a:off x="1091133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0" name="!!edt_cc_6_4" descr="Cuenta de control 6.4"/>
          <p:cNvSpPr/>
          <p:nvPr/>
        </p:nvSpPr>
        <p:spPr>
          <a:xfrm>
            <a:off x="1121308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1" name="!!edt_cc_6_5" descr="Cuenta de control 6.5"/>
          <p:cNvSpPr/>
          <p:nvPr/>
        </p:nvSpPr>
        <p:spPr>
          <a:xfrm>
            <a:off x="11514836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2" name="!!edt_cc_6_6" descr="Cuenta de control 6.6"/>
          <p:cNvSpPr/>
          <p:nvPr/>
        </p:nvSpPr>
        <p:spPr>
          <a:xfrm>
            <a:off x="10307828" y="50292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3" name="!!edt_cc_7_1" descr="Cuenta de control 7.1"/>
          <p:cNvSpPr/>
          <p:nvPr/>
        </p:nvSpPr>
        <p:spPr>
          <a:xfrm>
            <a:off x="12169140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4" name="!!edt_cc_7_2" descr="Cuenta de control 7.2"/>
          <p:cNvSpPr/>
          <p:nvPr/>
        </p:nvSpPr>
        <p:spPr>
          <a:xfrm>
            <a:off x="12470892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5" name="!!edt_cc_7_3" descr="Cuenta de control 7.3"/>
          <p:cNvSpPr/>
          <p:nvPr/>
        </p:nvSpPr>
        <p:spPr>
          <a:xfrm>
            <a:off x="12772644" y="4914900"/>
            <a:ext cx="91440" cy="9144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6" name="!!edt_cc_8_1" descr="Cuenta de control 8.1"/>
          <p:cNvSpPr/>
          <p:nvPr/>
        </p:nvSpPr>
        <p:spPr>
          <a:xfrm>
            <a:off x="14030452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7" name="!!edt_cc_8_2" descr="Cuenta de control 8.2"/>
          <p:cNvSpPr/>
          <p:nvPr/>
        </p:nvSpPr>
        <p:spPr>
          <a:xfrm>
            <a:off x="14332204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8" name="!!edt_cc_8_3" descr="Cuenta de control 8.3"/>
          <p:cNvSpPr/>
          <p:nvPr/>
        </p:nvSpPr>
        <p:spPr>
          <a:xfrm>
            <a:off x="14633956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9" name="!!edt_cc_8_4" descr="Cuenta de control 8.4"/>
          <p:cNvSpPr/>
          <p:nvPr/>
        </p:nvSpPr>
        <p:spPr>
          <a:xfrm>
            <a:off x="14935708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600" name="!!edt_cc_8_5" descr="Cuenta de control 8.5"/>
          <p:cNvSpPr/>
          <p:nvPr/>
        </p:nvSpPr>
        <p:spPr>
          <a:xfrm>
            <a:off x="15237460" y="4914900"/>
            <a:ext cx="91440" cy="914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1695</Words>
  <Application>Microsoft Office PowerPoint</Application>
  <PresentationFormat>Personalizado</PresentationFormat>
  <Paragraphs>507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Inter SemiBold</vt:lpstr>
      <vt:lpstr>Arial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2</cp:revision>
  <dcterms:created xsi:type="dcterms:W3CDTF">2006-08-16T00:00:00Z</dcterms:created>
  <dcterms:modified xsi:type="dcterms:W3CDTF">2026-10-22T04:42:47Z</dcterms:modified>
</cp:coreProperties>
</file>