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2" r:id="rId3"/>
  </p:sldMasterIdLst>
  <p:notesMasterIdLst>
    <p:notesMasterId r:id="rId57"/>
  </p:notesMasterIdLst>
  <p:sldIdLst>
    <p:sldId id="256" r:id="rId4"/>
    <p:sldId id="257" r:id="rId5"/>
    <p:sldId id="258" r:id="rId6"/>
    <p:sldId id="259" r:id="rId7"/>
    <p:sldId id="300" r:id="rId54"/>
    <p:sldId id="260" r:id="rId8"/>
    <p:sldId id="272" r:id="rId20"/>
    <p:sldId id="261" r:id="rId9"/>
    <p:sldId id="262" r:id="rId10"/>
    <p:sldId id="271" r:id="rId19"/>
    <p:sldId id="286" r:id="rId33"/>
    <p:sldId id="287" r:id="rId34"/>
    <p:sldId id="288" r:id="rId35"/>
    <p:sldId id="280" r:id="rId27"/>
    <p:sldId id="282" r:id="rId29"/>
    <p:sldId id="283" r:id="rId30"/>
    <p:sldId id="274" r:id="rId21"/>
    <p:sldId id="275" r:id="rId22"/>
    <p:sldId id="276" r:id="rId23"/>
    <p:sldId id="289" r:id="rId36"/>
    <p:sldId id="295" r:id="rId49"/>
    <p:sldId id="296" r:id="rId50"/>
    <p:sldId id="297" r:id="rId51"/>
    <p:sldId id="291" r:id="rId37"/>
    <p:sldId id="292" r:id="rId46"/>
    <p:sldId id="293" r:id="rId47"/>
    <p:sldId id="299" r:id="rId53"/>
    <p:sldId id="301" r:id="rId55"/>
    <p:sldId id="302" r:id="rId56"/>
    <p:sldId id="263" r:id="rId11"/>
    <p:sldId id="264" r:id="rId12"/>
    <p:sldId id="265" r:id="rId13"/>
    <p:sldId id="266" r:id="rId14"/>
    <p:sldId id="267" r:id="rId15"/>
    <p:sldId id="268" r:id="rId16"/>
    <p:sldId id="269" r:id="rId17"/>
    <p:sldId id="270" r:id="rId18"/>
    <p:sldId id="277" r:id="rId24"/>
    <p:sldId id="278" r:id="rId25"/>
    <p:sldId id="279" r:id="rId26"/>
    <p:sldId id="281" r:id="rId28"/>
    <p:sldId id="284" r:id="rId31"/>
    <p:sldId id="285" r:id="rId32"/>
    <p:sldId id="290" r:id="rId38"/>
    <p:sldId id="303" r:id="rId39"/>
    <p:sldId id="304" r:id="rId40"/>
    <p:sldId id="305" r:id="rId41"/>
    <p:sldId id="306" r:id="rId42"/>
    <p:sldId id="307" r:id="rId43"/>
    <p:sldId id="308" r:id="rId44"/>
    <p:sldId id="309" r:id="rId45"/>
    <p:sldId id="294" r:id="rId48"/>
    <p:sldId id="298" r:id="rId52"/>
  </p:sldIdLst>
  <p:sldSz cx="18288000" cy="10287000"/>
  <p:notesSz cx="6858000" cy="9144000"/>
  <p:embeddedFontLst>
    <p:embeddedFont>
      <p:font typeface="Inter" panose="020B0604020202020204" charset="0"/>
      <p:regular r:id="rId58"/>
      <p:bold r:id="rId59"/>
      <p:italic r:id="rId60"/>
      <p:boldItalic r:id="rId61"/>
    </p:embeddedFont>
    <p:embeddedFont>
      <p:font typeface="Inter Light" panose="020B0604020202020204" charset="0"/>
      <p:regular r:id="rId62"/>
      <p:bold r:id="rId63"/>
      <p:italic r:id="rId64"/>
      <p:boldItalic r:id="rId65"/>
    </p:embeddedFont>
    <p:embeddedFont>
      <p:font typeface="Inter SemiBold" panose="020B0604020202020204" charset="0"/>
      <p:regular r:id="rId66"/>
      <p:bold r:id="rId67"/>
      <p:italic r:id="rId68"/>
      <p:boldItalic r:id="rId69"/>
    </p:embeddedFont>
  </p:embeddedFontLst>
  <p:custShowLst>
    <p:custShow name="Defensa principal" id="0">
      <p:sldLst>
        <p:sld r:id="rId4"/>
        <p:sld r:id="rId5"/>
        <p:sld r:id="rId6"/>
        <p:sld r:id="rId7"/>
        <p:sld r:id="rId54"/>
        <p:sld r:id="rId8"/>
        <p:sld r:id="rId20"/>
        <p:sld r:id="rId9"/>
        <p:sld r:id="rId10"/>
        <p:sld r:id="rId19"/>
        <p:sld r:id="rId33"/>
        <p:sld r:id="rId34"/>
        <p:sld r:id="rId35"/>
        <p:sld r:id="rId27"/>
        <p:sld r:id="rId29"/>
        <p:sld r:id="rId30"/>
        <p:sld r:id="rId21"/>
        <p:sld r:id="rId22"/>
        <p:sld r:id="rId23"/>
        <p:sld r:id="rId36"/>
        <p:sld r:id="rId49"/>
        <p:sld r:id="rId50"/>
        <p:sld r:id="rId51"/>
        <p:sld r:id="rId37"/>
        <p:sld r:id="rId46"/>
        <p:sld r:id="rId47"/>
        <p:sld r:id="rId53"/>
        <p:sld r:id="rId55"/>
        <p:sld r:id="rId56"/>
      </p:sldLst>
    </p:custShow>
    <p:custShow name="Respaldo - Arquitectura" id="1">
      <p:sldLst>
        <p:sld r:id="rId10"/>
        <p:sld r:id="rId11"/>
        <p:sld r:id="rId12"/>
        <p:sld r:id="rId13"/>
        <p:sld r:id="rId14"/>
        <p:sld r:id="rId15"/>
        <p:sld r:id="rId16"/>
        <p:sld r:id="rId17"/>
        <p:sld r:id="rId18"/>
        <p:sld r:id="rId19"/>
      </p:sldLst>
    </p:custShow>
    <p:custShow name="Respaldo - EDT" id="2">
      <p:sldLst>
        <p:sld r:id="rId23"/>
        <p:sld r:id="rId24"/>
        <p:sld r:id="rId25"/>
        <p:sld r:id="rId26"/>
        <p:sld r:id="rId27"/>
        <p:sld r:id="rId28"/>
        <p:sld r:id="rId29"/>
        <p:sld r:id="rId30"/>
        <p:sld r:id="rId31"/>
        <p:sld r:id="rId32"/>
      </p:sldLst>
    </p:custShow>
    <p:custShow name="Respaldo - Riesgos" id="3">
      <p:sldLst>
        <p:sld r:id="rId37"/>
        <p:sld r:id="rId38"/>
        <p:sld r:id="rId39"/>
        <p:sld r:id="rId40"/>
        <p:sld r:id="rId41"/>
        <p:sld r:id="rId42"/>
        <p:sld r:id="rId43"/>
        <p:sld r:id="rId44"/>
        <p:sld r:id="rId45"/>
        <p:sld r:id="rId46"/>
        <p:sld r:id="rId47"/>
      </p:sldLst>
    </p:custShow>
    <p:custShow name="Respaldo - Normas y trazabilidad" id="4">
      <p:sldLst>
        <p:sld r:id="rId48"/>
        <p:sld r:id="rId52"/>
      </p:sldLst>
    </p:custShow>
  </p:custShow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0" roundtripDataSignature="AMtx7mjMn/eJYygyYAIOBg2whbyUSmlg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1" useTimings="1">
    <p:present/>
    <p:sldRg st="1" end="29"/>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A5C758-D4A7-4D3F-9BCE-32F5856BC382}">
  <a:tblStyle styleId="{C4A5C758-D4A7-4D3F-9BCE-32F5856BC3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85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6.fntdata"/><Relationship Id="rId68" Type="http://schemas.openxmlformats.org/officeDocument/2006/relationships/font" Target="fonts/font11.fntdata"/><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font" Target="fonts/font4.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font" Target="fonts/font7.fntdata"/><Relationship Id="rId69" Type="http://schemas.openxmlformats.org/officeDocument/2006/relationships/font" Target="fonts/font12.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5.fntdata"/><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s-CL" sz="1800" b="1" noProof="0" dirty="0">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4640.86</c:v>
                </c:pt>
                <c:pt idx="8">
                  <c:v>3151.92</c:v>
                </c:pt>
                <c:pt idx="9">
                  <c:v>2060.57</c:v>
                </c:pt>
                <c:pt idx="10">
                  <c:v>1676.35</c:v>
                </c:pt>
                <c:pt idx="11">
                  <c:v>1299.14</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548.5700000000001</c:v>
                </c:pt>
                <c:pt idx="13">
                  <c:v>571.4299999999999</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9" name="Google Shape;24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hc7cc306779174be_12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7" name="Google Shape;307;hc7cc306779174be_12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2" name="Google Shape;35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 (Diagramas: SD3, Figuras 3.1, 3.2 y 3.3.)</a:t>
            </a:r>
          </a:p>
        </p:txBody>
      </p:sp>
      <p:sp>
        <p:nvSpPr>
          <p:cNvPr id="353" name="Google Shape;353;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8" name="Google Shape;36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4" name="Google Shape;46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hc7cc306779174be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2" name="Google Shape;482;hc7cc306779174be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hc7cc306779174be_1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hc7cc306779174be_1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hc7cc306779174be_1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hc7cc306779174be_1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hc7cc306779174be_1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hc7cc306779174be_1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hc7cc306779174be_1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hc7cc306779174be_1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hc7cc306779174be_1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hc7cc306779174be_1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hc7cc306779174be_1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hc7cc306779174be_1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hc7cc306779174be_1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hc7cc306779174be_1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6" name="Google Shape;63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6" name="Google Shape;646;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Cada dato tiene una sola fuente que puede escribirlo. El lote se sigue de punta a punta con EPCIS 2.0: recepción, lote con historia térmica, unidad, ruta y entrega con evidencia. La decisión sanitaria la toma Calidad. Migramos unos 16 GB de origen (32 GB estimados en destino) con cero diferencias sin explicar, en la ventana 22:00–06:00. (SD5)</a:t>
            </a:r>
            <a:endParaRPr/>
          </a:p>
        </p:txBody>
      </p:sp>
      <p:sp>
        <p:nvSpPr>
          <p:cNvPr id="647" name="Google Shape;647;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hc7cc306779174be_0_8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0" name="Google Shape;730;hc7cc306779174be_0_8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hc7cc306779174be_0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7" name="Google Shape;757;hc7cc306779174be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Las fases RUP ordenan el trabajo: la construcción concentra la mitad de las horas. Cada cambio recorre el ciclo DevSecOps, que se aplica en las puertas G1 a G3 del plan de calidad. (SD1, SD9 Fig. 9.3; HH de la EDT, T-14)</a:t>
            </a:r>
          </a:p>
        </p:txBody>
      </p:sp>
      <p:sp>
        <p:nvSpPr>
          <p:cNvPr id="758" name="Google Shape;758;hc7cc306779174be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hc7cc306779174be_8_7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2" name="Google Shape;782;hc7cc306779174be_8_7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EDT ordena el trabajo en nueve fases, 49 cuentas de control y 222 paquetes. Las fases 1 a 4 se ejecutan una vez por etapa. Recorramos cada fase. (T-14 Tabla 7.1, T-15 Tabla 7.3)</a:t>
            </a:r>
          </a:p>
        </p:txBody>
      </p:sp>
      <p:sp>
        <p:nvSpPr>
          <p:cNvPr id="783" name="Google Shape;783;hc7cc306779174be_8_7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hc7cc306779174be_8_14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2" name="Google Shape;852;hc7cc306779174be_8_14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Inicio: nueve cuentas de gestión —alcance, planificación, interesados, calidad, riesgos, reversibilidad, gobierno y cumplimiento—. Se ejecuta una vez por etapa. (T-14 §7.2)</a:t>
            </a:r>
          </a:p>
        </p:txBody>
      </p:sp>
      <p:sp>
        <p:nvSpPr>
          <p:cNvPr id="853" name="Google Shape;853;hc7cc306779174be_8_14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hc7cc306779174be_8_2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9" name="Google Shape;929;hc7cc306779174be_8_2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Elaboración: arquitectura, seguridad, diseño de la sala técnica, validación, continuidad y experiencia de usuario. Cierra con el H2 en el mes 4 y, en la Etapa 2, con el H8 en el mes 14. (T-14 §7.2)</a:t>
            </a:r>
          </a:p>
        </p:txBody>
      </p:sp>
      <p:sp>
        <p:nvSpPr>
          <p:cNvPr id="930" name="Google Shape;930;hc7cc306779174be_8_2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hc7cc306779174be_8_29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3" name="Google Shape;1003;hc7cc306779174be_8_29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Construcción: la fase más grande, 79 paquetes. Ambientes, nube, base compartida, módulos de cada etapa, integraciones, migración, pruebas, innovaciones y documentación. (T-14 §7.2)</a:t>
            </a:r>
          </a:p>
        </p:txBody>
      </p:sp>
      <p:sp>
        <p:nvSpPr>
          <p:cNvPr id="1004" name="Google Shape;1004;hc7cc306779174be_8_29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hc7cc306779174be_8_37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2" name="Google Shape;1082;hc7cc306779174be_8_3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Transición: plan de implantación y las dos marchas blancas con su paso a producción (H7 mes 16 y H12 mes 21). (T-14 §7.2)</a:t>
            </a:r>
          </a:p>
        </p:txBody>
      </p:sp>
      <p:sp>
        <p:nvSpPr>
          <p:cNvPr id="1083" name="Google Shape;1083;hc7cc306779174be_8_37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hc7cc306779174be_8_44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3" name="Google Shape;1153;hc7cc306779174be_8_44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Adquisiciones: hardware, nube y licencias, enlaces y acuerdos con terceros. El cliente compra el equipo de terreno; LafroX lo especifica. (T-14 §7.2)</a:t>
            </a:r>
          </a:p>
        </p:txBody>
      </p:sp>
      <p:sp>
        <p:nvSpPr>
          <p:cNvPr id="1154" name="Google Shape;1154;hc7cc306779174be_8_44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3"/>
        <p:cNvGrpSpPr/>
        <p:nvPr/>
      </p:nvGrpSpPr>
      <p:grpSpPr>
        <a:xfrm>
          <a:off x="0" y="0"/>
          <a:ext cx="0" cy="0"/>
          <a:chOff x="0" y="0"/>
          <a:chExt cx="0" cy="0"/>
        </a:xfrm>
      </p:grpSpPr>
      <p:sp>
        <p:nvSpPr>
          <p:cNvPr id="1224" name="Google Shape;1224;hc7cc306779174be_8_5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5" name="Google Shape;1225;hc7cc306779174be_8_5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Infraestructura y sitios: sala técnica de Talca, cableado, racks, seguridad física, equipos de campo y configuración de los sitios, meses 3 a 12. (T-14 §7.2)</a:t>
            </a:r>
          </a:p>
        </p:txBody>
      </p:sp>
      <p:sp>
        <p:nvSpPr>
          <p:cNvPr id="1226" name="Google Shape;1226;hc7cc306779174be_8_5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hc7cc306779174be_8_58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9" name="Google Shape;1299;hc7cc306779174be_8_58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Capacitación y gestión del cambio: capacitación por rol, gestión del cambio con las cadenas y los transportistas, y certificación de usuarios. (T-14 §7.2)</a:t>
            </a:r>
          </a:p>
        </p:txBody>
      </p:sp>
      <p:sp>
        <p:nvSpPr>
          <p:cNvPr id="1300" name="Google Shape;1300;hc7cc306779174be_8_58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hc7cc306779174be_8_65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0" name="Google Shape;1370;hc7cc306779174be_8_65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Operación y soporte: 36 meses de servicio, 129.879 HH. Operación, mantenimiento fuera de congelamientos, innovaciones, informes y transferencia. (T-14 §7.2)</a:t>
            </a:r>
          </a:p>
        </p:txBody>
      </p:sp>
      <p:sp>
        <p:nvSpPr>
          <p:cNvPr id="1371" name="Google Shape;1371;hc7cc306779174be_8_65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p:cNvGrpSpPr/>
        <p:nvPr/>
      </p:nvGrpSpPr>
      <p:grpSpPr>
        <a:xfrm>
          <a:off x="0" y="0"/>
          <a:ext cx="0" cy="0"/>
          <a:chOff x="0" y="0"/>
          <a:chExt cx="0" cy="0"/>
        </a:xfrm>
      </p:grpSpPr>
      <p:sp>
        <p:nvSpPr>
          <p:cNvPr id="1442" name="Google Shape;1442;hc7cc306779174be_8_72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3" name="Google Shape;1443;hc7cc306779174be_8_7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Cierre: cierre de la implementación y salida ordenada al término del contrato, con el plan de reversibilidad (meses 54–56). (T-14 §7.2)</a:t>
            </a:r>
          </a:p>
        </p:txBody>
      </p:sp>
      <p:sp>
        <p:nvSpPr>
          <p:cNvPr id="1444" name="Google Shape;1444;hc7cc306779174be_8_7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3" name="Google Shape;1513;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p2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1" name="Google Shape;1561;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7" name="Google Shape;1627;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p2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5" name="Google Shape;1735;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hc7cc306779174be_6_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5" name="Google Shape;1765;hc7cc306779174be_6_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hc7cc306779174be_0_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5" name="Google Shape;1755;hc7cc306779174be_0_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RBS clasifica los 45 riesgos en siete ramas, siguiendo ISO 31000. Cada punto es un riesgo coloreado por su zona. Recorremos las ramas una a una. (SD8 Fig. 8.1)</a:t>
            </a:r>
          </a:p>
        </p:txBody>
      </p:sp>
      <p:sp>
        <p:nvSpPr>
          <p:cNvPr id="1756" name="Google Shape;1756;hc7cc306779174be_0_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Solución y tecnología concentra 14 riesgos, incluidos los dos críticos: retiro sin trazabilidad (R-012) y recuperación fuera de RTO/RPO (R-015). (SD8 Fig. 8.1, T-16)</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Integración y legado: el ERP de 2017, la convivencia con el WMS y la certificación EDI son los altos de esta rama. (SD8 Fig. 8.1, T-16)</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Operación del cliente: enlaces de Concepción, cross-docking incomunicado, sala y energía, y la única de zona baja, envases y custodia. (SD8 Fig. 8.1, T-16)</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Personas y adopción: objeción sindical, conductores rotativos y pérdida del conocimiento de rutas. (SD8 Fig. 8.1, T-16)</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Contrato y licitación: la marcha blanca que impide la aceptación es el riesgo alto. (SD8 Fig. 8.1, T-16)</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Regulatorio y externo: POD sin evidencia y cambio normativo, ambos altos. (SD8 Fig. 8.1, T-16)</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Empresa proveedora: dotación compartida entre etapas y costos subestimados. (SD8 Fig. 8.1, T-16)</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6"/>
        <p:cNvGrpSpPr/>
        <p:nvPr/>
      </p:nvGrpSpPr>
      <p:grpSpPr>
        <a:xfrm>
          <a:off x="0" y="0"/>
          <a:ext cx="0" cy="0"/>
          <a:chOff x="0" y="0"/>
          <a:chExt cx="0" cy="0"/>
        </a:xfrm>
      </p:grpSpPr>
      <p:sp>
        <p:nvSpPr>
          <p:cNvPr id="1817" name="Google Shape;1817;p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18" name="Google Shape;1818;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Los diez riesgos de mayor exposición del registro. Los dos críticos son el retiro sin trazabilidad (R-012) y la recuperación fuera de RTO/RPO (R-015), ambos con 0,50 × 0,80 = 0,40. Todos tienen respuesta de mitigación, responsable y una probabilidad objetivo. Contingencia de 2.058 HH más 1.600 HH de reserva de gestión. (SD8 Tabla 8.4, T-16, Anexo 8.B Tabla 8.1)</a:t>
            </a:r>
          </a:p>
        </p:txBody>
      </p:sp>
      <p:sp>
        <p:nvSpPr>
          <p:cNvPr id="1819" name="Google Shape;1819;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4"/>
        <p:cNvGrpSpPr/>
        <p:nvPr/>
      </p:nvGrpSpPr>
      <p:grpSpPr>
        <a:xfrm>
          <a:off x="0" y="0"/>
          <a:ext cx="0" cy="0"/>
          <a:chOff x="0" y="0"/>
          <a:chExt cx="0" cy="0"/>
        </a:xfrm>
      </p:grpSpPr>
      <p:sp>
        <p:nvSpPr>
          <p:cNvPr id="1825" name="Google Shape;1825;hc7cc306779174be_6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6" name="Google Shape;1826;hc7cc306779174be_6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La matriz cruza probabilidad e impacto; el número de cada celda es la cantidad de riesgos y el color es la zona: exposición P × I con cortes en 0,08, 0,20 y 0,40. Los dos críticos están en probabilidad media e impacto alto. Las celdas claras no tienen riesgos registrados. (SD8 Tabla 8.4 y escala de exposición)</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0"/>
        <p:cNvGrpSpPr/>
        <p:nvPr/>
      </p:nvGrpSpPr>
      <p:grpSpPr>
        <a:xfrm>
          <a:off x="0" y="0"/>
          <a:ext cx="0" cy="0"/>
          <a:chOff x="0" y="0"/>
          <a:chExt cx="0" cy="0"/>
        </a:xfrm>
      </p:grpSpPr>
      <p:sp>
        <p:nvSpPr>
          <p:cNvPr id="1831" name="Google Shape;1831;hc7cc306779174be_4_25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2" name="Google Shape;1832;hc7cc306779174be_4_2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5"/>
        <p:cNvGrpSpPr/>
        <p:nvPr/>
      </p:nvGrpSpPr>
      <p:grpSpPr>
        <a:xfrm>
          <a:off x="0" y="0"/>
          <a:ext cx="0" cy="0"/>
          <a:chOff x="0" y="0"/>
          <a:chExt cx="0" cy="0"/>
        </a:xfrm>
      </p:grpSpPr>
      <p:sp>
        <p:nvSpPr>
          <p:cNvPr id="1876" name="Google Shape;1876;hc7cc306779174be_4_48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6"/>
        <p:cNvGrpSpPr/>
        <p:nvPr/>
      </p:nvGrpSpPr>
      <p:grpSpPr>
        <a:xfrm>
          <a:off x="0" y="0"/>
          <a:ext cx="0" cy="0"/>
          <a:chOff x="0" y="0"/>
          <a:chExt cx="0" cy="0"/>
        </a:xfrm>
      </p:grpSpPr>
      <p:sp>
        <p:nvSpPr>
          <p:cNvPr id="1917" name="Google Shape;1917;p3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8" name="Google Shape;1918;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9"/>
        <p:cNvGrpSpPr/>
        <p:nvPr/>
      </p:nvGrpSpPr>
      <p:grpSpPr>
        <a:xfrm>
          <a:off x="0" y="0"/>
          <a:ext cx="0" cy="0"/>
          <a:chOff x="0" y="0"/>
          <a:chExt cx="0" cy="0"/>
        </a:xfrm>
      </p:grpSpPr>
      <p:sp>
        <p:nvSpPr>
          <p:cNvPr id="1970" name="Google Shape;1970;hc7cc306779174be_4_9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0"/>
        <p:cNvGrpSpPr/>
        <p:nvPr/>
      </p:nvGrpSpPr>
      <p:grpSpPr>
        <a:xfrm>
          <a:off x="0" y="0"/>
          <a:ext cx="0" cy="0"/>
          <a:chOff x="0" y="0"/>
          <a:chExt cx="0" cy="0"/>
        </a:xfrm>
      </p:grpSpPr>
      <p:sp>
        <p:nvSpPr>
          <p:cNvPr id="2011" name="Google Shape;2011;hc7cc306779174be_4_10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7"/>
        <p:cNvGrpSpPr/>
        <p:nvPr/>
      </p:nvGrpSpPr>
      <p:grpSpPr>
        <a:xfrm>
          <a:off x="0" y="0"/>
          <a:ext cx="0" cy="0"/>
          <a:chOff x="0" y="0"/>
          <a:chExt cx="0" cy="0"/>
        </a:xfrm>
      </p:grpSpPr>
      <p:sp>
        <p:nvSpPr>
          <p:cNvPr id="2058" name="Google Shape;2058;p3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59" name="Google Shape;2059;p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0"/>
        <p:cNvGrpSpPr/>
        <p:nvPr/>
      </p:nvGrpSpPr>
      <p:grpSpPr>
        <a:xfrm>
          <a:off x="0" y="0"/>
          <a:ext cx="0" cy="0"/>
          <a:chOff x="0" y="0"/>
          <a:chExt cx="0" cy="0"/>
        </a:xfrm>
      </p:grpSpPr>
      <p:sp>
        <p:nvSpPr>
          <p:cNvPr id="2091" name="Google Shape;2091;p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2" name="Google Shape;2092;p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8"/>
        <p:cNvGrpSpPr/>
        <p:nvPr/>
      </p:nvGrpSpPr>
      <p:grpSpPr>
        <a:xfrm>
          <a:off x="0" y="0"/>
          <a:ext cx="0" cy="0"/>
          <a:chOff x="0" y="0"/>
          <a:chExt cx="0" cy="0"/>
        </a:xfrm>
      </p:grpSpPr>
      <p:sp>
        <p:nvSpPr>
          <p:cNvPr id="2139" name="Google Shape;2139;p3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0" name="Google Shape;2140;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4"/>
        <p:cNvGrpSpPr/>
        <p:nvPr/>
      </p:nvGrpSpPr>
      <p:grpSpPr>
        <a:xfrm>
          <a:off x="0" y="0"/>
          <a:ext cx="0" cy="0"/>
          <a:chOff x="0" y="0"/>
          <a:chExt cx="0" cy="0"/>
        </a:xfrm>
      </p:grpSpPr>
      <p:sp>
        <p:nvSpPr>
          <p:cNvPr id="2155" name="Google Shape;2155;p3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6" name="Google Shape;2156;p3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4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4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4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4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4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5"/>
          <p:cNvSpPr>
            <a:spLocks noGrp="1"/>
          </p:cNvSpPr>
          <p:nvPr>
            <p:ph type="pic" idx="2"/>
          </p:nvPr>
        </p:nvSpPr>
        <p:spPr>
          <a:xfrm>
            <a:off x="1792288" y="612775"/>
            <a:ext cx="5486400" cy="4114800"/>
          </a:xfrm>
          <a:prstGeom prst="rect">
            <a:avLst/>
          </a:prstGeom>
          <a:noFill/>
          <a:ln>
            <a:noFill/>
          </a:ln>
        </p:spPr>
      </p:sp>
      <p:sp>
        <p:nvSpPr>
          <p:cNvPr id="64" name="Google Shape;64;p4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hc7cc306779174be_8_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hc7cc306779174be_8_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hc7cc306779174be_8_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hc7cc306779174be_8_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hc7cc306779174be_8_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3" name="Google Shape;93;hc7cc306779174be_8_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hc7cc306779174be_8_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hc7cc306779174be_8_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hc7cc306779174be_8_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hc7cc306779174be_8_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hc7cc306779174be_8_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hc7cc306779174be_8_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hc7cc306779174be_8_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hc7cc306779174be_8_2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hc7cc306779174be_8_2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hc7cc306779174be_8_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hc7cc306779174be_8_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hc7cc306779174be_8_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hc7cc306779174be_8_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hc7cc306779174be_8_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hc7cc306779174be_8_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hc7cc306779174be_8_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hc7cc306779174be_8_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hc7cc306779174be_8_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hc7cc306779174be_8_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hc7cc306779174be_8_3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hc7cc306779174be_8_3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hc7cc306779174be_8_3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hc7cc306779174be_8_3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hc7cc306779174be_8_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hc7cc306779174be_8_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hc7cc306779174be_8_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hc7cc306779174be_8_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hc7cc306779174be_8_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hc7cc306779174be_8_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hc7cc306779174be_8_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9"/>
        <p:cNvGrpSpPr/>
        <p:nvPr/>
      </p:nvGrpSpPr>
      <p:grpSpPr>
        <a:xfrm>
          <a:off x="0" y="0"/>
          <a:ext cx="0" cy="0"/>
          <a:chOff x="0" y="0"/>
          <a:chExt cx="0" cy="0"/>
        </a:xfrm>
      </p:grpSpPr>
      <p:sp>
        <p:nvSpPr>
          <p:cNvPr id="130" name="Google Shape;130;hc7cc306779174be_8_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hc7cc306779174be_8_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2" name="Google Shape;132;hc7cc306779174be_8_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3" name="Google Shape;133;hc7cc306779174be_8_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hc7cc306779174be_8_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hc7cc306779174be_8_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hc7cc306779174be_8_5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hc7cc306779174be_8_56"/>
          <p:cNvSpPr>
            <a:spLocks noGrp="1"/>
          </p:cNvSpPr>
          <p:nvPr>
            <p:ph type="pic" idx="2"/>
          </p:nvPr>
        </p:nvSpPr>
        <p:spPr>
          <a:xfrm>
            <a:off x="1792288" y="612775"/>
            <a:ext cx="5486400" cy="4114800"/>
          </a:xfrm>
          <a:prstGeom prst="rect">
            <a:avLst/>
          </a:prstGeom>
          <a:noFill/>
          <a:ln>
            <a:noFill/>
          </a:ln>
        </p:spPr>
      </p:sp>
      <p:sp>
        <p:nvSpPr>
          <p:cNvPr id="139" name="Google Shape;139;hc7cc306779174be_8_5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hc7cc306779174be_8_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hc7cc306779174be_8_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hc7cc306779174be_8_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hc7cc306779174be_8_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hc7cc306779174be_8_6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6" name="Google Shape;146;hc7cc306779174be_8_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hc7cc306779174be_8_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hc7cc306779174be_8_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9"/>
        <p:cNvGrpSpPr/>
        <p:nvPr/>
      </p:nvGrpSpPr>
      <p:grpSpPr>
        <a:xfrm>
          <a:off x="0" y="0"/>
          <a:ext cx="0" cy="0"/>
          <a:chOff x="0" y="0"/>
          <a:chExt cx="0" cy="0"/>
        </a:xfrm>
      </p:grpSpPr>
      <p:sp>
        <p:nvSpPr>
          <p:cNvPr id="150" name="Google Shape;150;hc7cc306779174be_8_6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hc7cc306779174be_8_6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hc7cc306779174be_8_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hc7cc306779174be_8_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hc7cc306779174be_8_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hc7cc306779174be_4_100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hc7cc306779174be_4_100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hc7cc306779174be_4_100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5"/>
        <p:cNvGrpSpPr/>
        <p:nvPr/>
      </p:nvGrpSpPr>
      <p:grpSpPr>
        <a:xfrm>
          <a:off x="0" y="0"/>
          <a:ext cx="0" cy="0"/>
          <a:chOff x="0" y="0"/>
          <a:chExt cx="0" cy="0"/>
        </a:xfrm>
      </p:grpSpPr>
      <p:sp>
        <p:nvSpPr>
          <p:cNvPr id="166" name="Google Shape;166;hc7cc306779174be_4_1007"/>
          <p:cNvSpPr txBox="1">
            <a:spLocks noGrp="1"/>
          </p:cNvSpPr>
          <p:nvPr>
            <p:ph type="ctrTitle"/>
          </p:nvPr>
        </p:nvSpPr>
        <p:spPr>
          <a:xfrm>
            <a:off x="685800" y="2130425"/>
            <a:ext cx="7772400" cy="1470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hc7cc306779174be_4_1007"/>
          <p:cNvSpPr txBox="1">
            <a:spLocks noGrp="1"/>
          </p:cNvSpPr>
          <p:nvPr>
            <p:ph type="subTitle" idx="1"/>
          </p:nvPr>
        </p:nvSpPr>
        <p:spPr>
          <a:xfrm>
            <a:off x="1371600" y="3886200"/>
            <a:ext cx="6400800" cy="1752600"/>
          </a:xfrm>
          <a:prstGeom prst="rect">
            <a:avLst/>
          </a:prstGeom>
          <a:noFill/>
          <a:ln>
            <a:noFill/>
          </a:ln>
        </p:spPr>
        <p:txBody>
          <a:bodyPr spcFirstLastPara="1" wrap="square" lIns="91450" tIns="45700" rIns="91450" bIns="45700" anchor="t" anchorCtr="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68" name="Google Shape;168;hc7cc306779174be_4_1007"/>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hc7cc306779174be_4_1007"/>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hc7cc306779174be_4_1007"/>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1"/>
        <p:cNvGrpSpPr/>
        <p:nvPr/>
      </p:nvGrpSpPr>
      <p:grpSpPr>
        <a:xfrm>
          <a:off x="0" y="0"/>
          <a:ext cx="0" cy="0"/>
          <a:chOff x="0" y="0"/>
          <a:chExt cx="0" cy="0"/>
        </a:xfrm>
      </p:grpSpPr>
      <p:sp>
        <p:nvSpPr>
          <p:cNvPr id="172" name="Google Shape;172;hc7cc306779174be_4_1013"/>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hc7cc306779174be_4_1013"/>
          <p:cNvSpPr txBox="1">
            <a:spLocks noGrp="1"/>
          </p:cNvSpPr>
          <p:nvPr>
            <p:ph type="body" idx="1"/>
          </p:nvPr>
        </p:nvSpPr>
        <p:spPr>
          <a:xfrm>
            <a:off x="457200" y="1600200"/>
            <a:ext cx="8229600" cy="45258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174" name="Google Shape;174;hc7cc306779174be_4_101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hc7cc306779174be_4_101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hc7cc306779174be_4_101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7"/>
        <p:cNvGrpSpPr/>
        <p:nvPr/>
      </p:nvGrpSpPr>
      <p:grpSpPr>
        <a:xfrm>
          <a:off x="0" y="0"/>
          <a:ext cx="0" cy="0"/>
          <a:chOff x="0" y="0"/>
          <a:chExt cx="0" cy="0"/>
        </a:xfrm>
      </p:grpSpPr>
      <p:sp>
        <p:nvSpPr>
          <p:cNvPr id="178" name="Google Shape;178;hc7cc306779174be_4_1019"/>
          <p:cNvSpPr txBox="1">
            <a:spLocks noGrp="1"/>
          </p:cNvSpPr>
          <p:nvPr>
            <p:ph type="title"/>
          </p:nvPr>
        </p:nvSpPr>
        <p:spPr>
          <a:xfrm>
            <a:off x="722313" y="4406900"/>
            <a:ext cx="7772400" cy="1362000"/>
          </a:xfrm>
          <a:prstGeom prst="rect">
            <a:avLst/>
          </a:prstGeom>
          <a:noFill/>
          <a:ln>
            <a:noFill/>
          </a:ln>
        </p:spPr>
        <p:txBody>
          <a:bodyPr spcFirstLastPara="1" wrap="square" lIns="91450" tIns="45700" rIns="91450"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hc7cc306779174be_4_1019"/>
          <p:cNvSpPr txBox="1">
            <a:spLocks noGrp="1"/>
          </p:cNvSpPr>
          <p:nvPr>
            <p:ph type="body" idx="1"/>
          </p:nvPr>
        </p:nvSpPr>
        <p:spPr>
          <a:xfrm>
            <a:off x="722313" y="2906713"/>
            <a:ext cx="7772400" cy="15000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400"/>
              </a:spcBef>
              <a:spcAft>
                <a:spcPts val="0"/>
              </a:spcAft>
              <a:buClr>
                <a:srgbClr val="888888"/>
              </a:buClr>
              <a:buSzPts val="1800"/>
              <a:buNone/>
              <a:defRPr sz="1800">
                <a:solidFill>
                  <a:srgbClr val="888888"/>
                </a:solidFill>
              </a:defRPr>
            </a:lvl2pPr>
            <a:lvl3pPr marL="1371600" lvl="2" indent="-228600" algn="l">
              <a:spcBef>
                <a:spcPts val="400"/>
              </a:spcBef>
              <a:spcAft>
                <a:spcPts val="0"/>
              </a:spcAft>
              <a:buClr>
                <a:srgbClr val="888888"/>
              </a:buClr>
              <a:buSzPts val="1600"/>
              <a:buNone/>
              <a:defRPr sz="1600">
                <a:solidFill>
                  <a:srgbClr val="888888"/>
                </a:solidFill>
              </a:defRPr>
            </a:lvl3pPr>
            <a:lvl4pPr marL="1828800" lvl="3" indent="-228600" algn="l">
              <a:spcBef>
                <a:spcPts val="200"/>
              </a:spcBef>
              <a:spcAft>
                <a:spcPts val="0"/>
              </a:spcAft>
              <a:buClr>
                <a:srgbClr val="888888"/>
              </a:buClr>
              <a:buSzPts val="1400"/>
              <a:buNone/>
              <a:defRPr sz="1400">
                <a:solidFill>
                  <a:srgbClr val="888888"/>
                </a:solidFill>
              </a:defRPr>
            </a:lvl4pPr>
            <a:lvl5pPr marL="2286000" lvl="4" indent="-228600" algn="l">
              <a:spcBef>
                <a:spcPts val="200"/>
              </a:spcBef>
              <a:spcAft>
                <a:spcPts val="0"/>
              </a:spcAft>
              <a:buClr>
                <a:srgbClr val="888888"/>
              </a:buClr>
              <a:buSzPts val="1400"/>
              <a:buNone/>
              <a:defRPr sz="1400">
                <a:solidFill>
                  <a:srgbClr val="888888"/>
                </a:solidFill>
              </a:defRPr>
            </a:lvl5pPr>
            <a:lvl6pPr marL="2743200" lvl="5" indent="-228600" algn="l">
              <a:spcBef>
                <a:spcPts val="200"/>
              </a:spcBef>
              <a:spcAft>
                <a:spcPts val="0"/>
              </a:spcAft>
              <a:buClr>
                <a:srgbClr val="888888"/>
              </a:buClr>
              <a:buSzPts val="1400"/>
              <a:buNone/>
              <a:defRPr sz="1400">
                <a:solidFill>
                  <a:srgbClr val="888888"/>
                </a:solidFill>
              </a:defRPr>
            </a:lvl6pPr>
            <a:lvl7pPr marL="3200400" lvl="6" indent="-228600" algn="l">
              <a:spcBef>
                <a:spcPts val="200"/>
              </a:spcBef>
              <a:spcAft>
                <a:spcPts val="0"/>
              </a:spcAft>
              <a:buClr>
                <a:srgbClr val="888888"/>
              </a:buClr>
              <a:buSzPts val="1400"/>
              <a:buNone/>
              <a:defRPr sz="1400">
                <a:solidFill>
                  <a:srgbClr val="888888"/>
                </a:solidFill>
              </a:defRPr>
            </a:lvl7pPr>
            <a:lvl8pPr marL="3657600" lvl="7" indent="-228600" algn="l">
              <a:spcBef>
                <a:spcPts val="200"/>
              </a:spcBef>
              <a:spcAft>
                <a:spcPts val="0"/>
              </a:spcAft>
              <a:buClr>
                <a:srgbClr val="888888"/>
              </a:buClr>
              <a:buSzPts val="1400"/>
              <a:buNone/>
              <a:defRPr sz="1400">
                <a:solidFill>
                  <a:srgbClr val="888888"/>
                </a:solidFill>
              </a:defRPr>
            </a:lvl8pPr>
            <a:lvl9pPr marL="4114800" lvl="8" indent="-228600" algn="l">
              <a:spcBef>
                <a:spcPts val="200"/>
              </a:spcBef>
              <a:spcAft>
                <a:spcPts val="0"/>
              </a:spcAft>
              <a:buClr>
                <a:srgbClr val="888888"/>
              </a:buClr>
              <a:buSzPts val="1400"/>
              <a:buNone/>
              <a:defRPr sz="1400">
                <a:solidFill>
                  <a:srgbClr val="888888"/>
                </a:solidFill>
              </a:defRPr>
            </a:lvl9pPr>
          </a:lstStyle>
          <a:p>
            <a:endParaRPr/>
          </a:p>
        </p:txBody>
      </p:sp>
      <p:sp>
        <p:nvSpPr>
          <p:cNvPr id="180" name="Google Shape;180;hc7cc306779174be_4_1019"/>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hc7cc306779174be_4_1019"/>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hc7cc306779174be_4_1019"/>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3"/>
        <p:cNvGrpSpPr/>
        <p:nvPr/>
      </p:nvGrpSpPr>
      <p:grpSpPr>
        <a:xfrm>
          <a:off x="0" y="0"/>
          <a:ext cx="0" cy="0"/>
          <a:chOff x="0" y="0"/>
          <a:chExt cx="0" cy="0"/>
        </a:xfrm>
      </p:grpSpPr>
      <p:sp>
        <p:nvSpPr>
          <p:cNvPr id="184" name="Google Shape;184;hc7cc306779174be_4_1025"/>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hc7cc306779174be_4_1025"/>
          <p:cNvSpPr txBox="1">
            <a:spLocks noGrp="1"/>
          </p:cNvSpPr>
          <p:nvPr>
            <p:ph type="body" idx="1"/>
          </p:nvPr>
        </p:nvSpPr>
        <p:spPr>
          <a:xfrm>
            <a:off x="457200" y="1600200"/>
            <a:ext cx="4038600" cy="4525800"/>
          </a:xfrm>
          <a:prstGeom prst="rect">
            <a:avLst/>
          </a:prstGeom>
          <a:noFill/>
          <a:ln>
            <a:noFill/>
          </a:ln>
        </p:spPr>
        <p:txBody>
          <a:bodyPr spcFirstLastPara="1" wrap="square" lIns="91450" tIns="45700" rIns="91450" bIns="45700" anchor="t" anchorCtr="0">
            <a:normAutofit/>
          </a:bodyPr>
          <a:lstStyle>
            <a:lvl1pPr marL="457200" lvl="0" indent="-406400" algn="l">
              <a:spcBef>
                <a:spcPts val="600"/>
              </a:spcBef>
              <a:spcAft>
                <a:spcPts val="0"/>
              </a:spcAft>
              <a:buClr>
                <a:schemeClr val="dk1"/>
              </a:buClr>
              <a:buSzPts val="2800"/>
              <a:buChar char="•"/>
              <a:defRPr sz="2800"/>
            </a:lvl1pPr>
            <a:lvl2pPr marL="914400" lvl="1" indent="-381000" algn="l">
              <a:spcBef>
                <a:spcPts val="40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400"/>
              </a:spcBef>
              <a:spcAft>
                <a:spcPts val="0"/>
              </a:spcAft>
              <a:buClr>
                <a:schemeClr val="dk1"/>
              </a:buClr>
              <a:buSzPts val="1800"/>
              <a:buChar char="–"/>
              <a:defRPr sz="1800"/>
            </a:lvl4pPr>
            <a:lvl5pPr marL="2286000" lvl="4" indent="-342900" algn="l">
              <a:spcBef>
                <a:spcPts val="400"/>
              </a:spcBef>
              <a:spcAft>
                <a:spcPts val="0"/>
              </a:spcAft>
              <a:buClr>
                <a:schemeClr val="dk1"/>
              </a:buClr>
              <a:buSzPts val="1800"/>
              <a:buChar char="»"/>
              <a:defRPr sz="1800"/>
            </a:lvl5pPr>
            <a:lvl6pPr marL="2743200" lvl="5" indent="-342900" algn="l">
              <a:spcBef>
                <a:spcPts val="400"/>
              </a:spcBef>
              <a:spcAft>
                <a:spcPts val="0"/>
              </a:spcAft>
              <a:buClr>
                <a:schemeClr val="dk1"/>
              </a:buClr>
              <a:buSzPts val="1800"/>
              <a:buChar char="•"/>
              <a:defRPr sz="1800"/>
            </a:lvl6pPr>
            <a:lvl7pPr marL="3200400" lvl="6" indent="-342900" algn="l">
              <a:spcBef>
                <a:spcPts val="400"/>
              </a:spcBef>
              <a:spcAft>
                <a:spcPts val="0"/>
              </a:spcAft>
              <a:buClr>
                <a:schemeClr val="dk1"/>
              </a:buClr>
              <a:buSzPts val="1800"/>
              <a:buChar char="•"/>
              <a:defRPr sz="1800"/>
            </a:lvl7pPr>
            <a:lvl8pPr marL="3657600" lvl="7" indent="-342900" algn="l">
              <a:spcBef>
                <a:spcPts val="400"/>
              </a:spcBef>
              <a:spcAft>
                <a:spcPts val="0"/>
              </a:spcAft>
              <a:buClr>
                <a:schemeClr val="dk1"/>
              </a:buClr>
              <a:buSzPts val="1800"/>
              <a:buChar char="•"/>
              <a:defRPr sz="1800"/>
            </a:lvl8pPr>
            <a:lvl9pPr marL="4114800" lvl="8" indent="-342900" algn="l">
              <a:spcBef>
                <a:spcPts val="400"/>
              </a:spcBef>
              <a:spcAft>
                <a:spcPts val="0"/>
              </a:spcAft>
              <a:buClr>
                <a:schemeClr val="dk1"/>
              </a:buClr>
              <a:buSzPts val="1800"/>
              <a:buChar char="•"/>
              <a:defRPr sz="1800"/>
            </a:lvl9pPr>
          </a:lstStyle>
          <a:p>
            <a:endParaRPr/>
          </a:p>
        </p:txBody>
      </p:sp>
      <p:sp>
        <p:nvSpPr>
          <p:cNvPr id="186" name="Google Shape;186;hc7cc306779174be_4_1025"/>
          <p:cNvSpPr txBox="1">
            <a:spLocks noGrp="1"/>
          </p:cNvSpPr>
          <p:nvPr>
            <p:ph type="body" idx="2"/>
          </p:nvPr>
        </p:nvSpPr>
        <p:spPr>
          <a:xfrm>
            <a:off x="4648200" y="1600200"/>
            <a:ext cx="4038600" cy="4525800"/>
          </a:xfrm>
          <a:prstGeom prst="rect">
            <a:avLst/>
          </a:prstGeom>
          <a:noFill/>
          <a:ln>
            <a:noFill/>
          </a:ln>
        </p:spPr>
        <p:txBody>
          <a:bodyPr spcFirstLastPara="1" wrap="square" lIns="91450" tIns="45700" rIns="91450" bIns="45700" anchor="t" anchorCtr="0">
            <a:normAutofit/>
          </a:bodyPr>
          <a:lstStyle>
            <a:lvl1pPr marL="457200" lvl="0" indent="-406400" algn="l">
              <a:spcBef>
                <a:spcPts val="600"/>
              </a:spcBef>
              <a:spcAft>
                <a:spcPts val="0"/>
              </a:spcAft>
              <a:buClr>
                <a:schemeClr val="dk1"/>
              </a:buClr>
              <a:buSzPts val="2800"/>
              <a:buChar char="•"/>
              <a:defRPr sz="2800"/>
            </a:lvl1pPr>
            <a:lvl2pPr marL="914400" lvl="1" indent="-381000" algn="l">
              <a:spcBef>
                <a:spcPts val="40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400"/>
              </a:spcBef>
              <a:spcAft>
                <a:spcPts val="0"/>
              </a:spcAft>
              <a:buClr>
                <a:schemeClr val="dk1"/>
              </a:buClr>
              <a:buSzPts val="1800"/>
              <a:buChar char="–"/>
              <a:defRPr sz="1800"/>
            </a:lvl4pPr>
            <a:lvl5pPr marL="2286000" lvl="4" indent="-342900" algn="l">
              <a:spcBef>
                <a:spcPts val="400"/>
              </a:spcBef>
              <a:spcAft>
                <a:spcPts val="0"/>
              </a:spcAft>
              <a:buClr>
                <a:schemeClr val="dk1"/>
              </a:buClr>
              <a:buSzPts val="1800"/>
              <a:buChar char="»"/>
              <a:defRPr sz="1800"/>
            </a:lvl5pPr>
            <a:lvl6pPr marL="2743200" lvl="5" indent="-342900" algn="l">
              <a:spcBef>
                <a:spcPts val="400"/>
              </a:spcBef>
              <a:spcAft>
                <a:spcPts val="0"/>
              </a:spcAft>
              <a:buClr>
                <a:schemeClr val="dk1"/>
              </a:buClr>
              <a:buSzPts val="1800"/>
              <a:buChar char="•"/>
              <a:defRPr sz="1800"/>
            </a:lvl6pPr>
            <a:lvl7pPr marL="3200400" lvl="6" indent="-342900" algn="l">
              <a:spcBef>
                <a:spcPts val="400"/>
              </a:spcBef>
              <a:spcAft>
                <a:spcPts val="0"/>
              </a:spcAft>
              <a:buClr>
                <a:schemeClr val="dk1"/>
              </a:buClr>
              <a:buSzPts val="1800"/>
              <a:buChar char="•"/>
              <a:defRPr sz="1800"/>
            </a:lvl7pPr>
            <a:lvl8pPr marL="3657600" lvl="7" indent="-342900" algn="l">
              <a:spcBef>
                <a:spcPts val="400"/>
              </a:spcBef>
              <a:spcAft>
                <a:spcPts val="0"/>
              </a:spcAft>
              <a:buClr>
                <a:schemeClr val="dk1"/>
              </a:buClr>
              <a:buSzPts val="1800"/>
              <a:buChar char="•"/>
              <a:defRPr sz="1800"/>
            </a:lvl8pPr>
            <a:lvl9pPr marL="4114800" lvl="8" indent="-342900" algn="l">
              <a:spcBef>
                <a:spcPts val="400"/>
              </a:spcBef>
              <a:spcAft>
                <a:spcPts val="0"/>
              </a:spcAft>
              <a:buClr>
                <a:schemeClr val="dk1"/>
              </a:buClr>
              <a:buSzPts val="1800"/>
              <a:buChar char="•"/>
              <a:defRPr sz="1800"/>
            </a:lvl9pPr>
          </a:lstStyle>
          <a:p>
            <a:endParaRPr/>
          </a:p>
        </p:txBody>
      </p:sp>
      <p:sp>
        <p:nvSpPr>
          <p:cNvPr id="187" name="Google Shape;187;hc7cc306779174be_4_1025"/>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hc7cc306779174be_4_1025"/>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hc7cc306779174be_4_1025"/>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0"/>
        <p:cNvGrpSpPr/>
        <p:nvPr/>
      </p:nvGrpSpPr>
      <p:grpSpPr>
        <a:xfrm>
          <a:off x="0" y="0"/>
          <a:ext cx="0" cy="0"/>
          <a:chOff x="0" y="0"/>
          <a:chExt cx="0" cy="0"/>
        </a:xfrm>
      </p:grpSpPr>
      <p:sp>
        <p:nvSpPr>
          <p:cNvPr id="191" name="Google Shape;191;hc7cc306779174be_4_1032"/>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hc7cc306779174be_4_1032"/>
          <p:cNvSpPr txBox="1">
            <a:spLocks noGrp="1"/>
          </p:cNvSpPr>
          <p:nvPr>
            <p:ph type="body" idx="1"/>
          </p:nvPr>
        </p:nvSpPr>
        <p:spPr>
          <a:xfrm>
            <a:off x="457200" y="1535113"/>
            <a:ext cx="4040400" cy="6396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400"/>
              </a:spcBef>
              <a:spcAft>
                <a:spcPts val="0"/>
              </a:spcAft>
              <a:buClr>
                <a:schemeClr val="dk1"/>
              </a:buClr>
              <a:buSzPts val="1800"/>
              <a:buNone/>
              <a:defRPr sz="1800" b="1"/>
            </a:lvl3pPr>
            <a:lvl4pPr marL="1828800" lvl="3" indent="-228600" algn="l">
              <a:spcBef>
                <a:spcPts val="400"/>
              </a:spcBef>
              <a:spcAft>
                <a:spcPts val="0"/>
              </a:spcAft>
              <a:buClr>
                <a:schemeClr val="dk1"/>
              </a:buClr>
              <a:buSzPts val="1600"/>
              <a:buNone/>
              <a:defRPr sz="1600" b="1"/>
            </a:lvl4pPr>
            <a:lvl5pPr marL="2286000" lvl="4" indent="-228600" algn="l">
              <a:spcBef>
                <a:spcPts val="400"/>
              </a:spcBef>
              <a:spcAft>
                <a:spcPts val="0"/>
              </a:spcAft>
              <a:buClr>
                <a:schemeClr val="dk1"/>
              </a:buClr>
              <a:buSzPts val="1600"/>
              <a:buNone/>
              <a:defRPr sz="1600" b="1"/>
            </a:lvl5pPr>
            <a:lvl6pPr marL="2743200" lvl="5" indent="-228600" algn="l">
              <a:spcBef>
                <a:spcPts val="400"/>
              </a:spcBef>
              <a:spcAft>
                <a:spcPts val="0"/>
              </a:spcAft>
              <a:buClr>
                <a:schemeClr val="dk1"/>
              </a:buClr>
              <a:buSzPts val="1600"/>
              <a:buNone/>
              <a:defRPr sz="1600" b="1"/>
            </a:lvl6pPr>
            <a:lvl7pPr marL="3200400" lvl="6" indent="-228600" algn="l">
              <a:spcBef>
                <a:spcPts val="400"/>
              </a:spcBef>
              <a:spcAft>
                <a:spcPts val="0"/>
              </a:spcAft>
              <a:buClr>
                <a:schemeClr val="dk1"/>
              </a:buClr>
              <a:buSzPts val="1600"/>
              <a:buNone/>
              <a:defRPr sz="1600" b="1"/>
            </a:lvl7pPr>
            <a:lvl8pPr marL="3657600" lvl="7" indent="-228600" algn="l">
              <a:spcBef>
                <a:spcPts val="400"/>
              </a:spcBef>
              <a:spcAft>
                <a:spcPts val="0"/>
              </a:spcAft>
              <a:buClr>
                <a:schemeClr val="dk1"/>
              </a:buClr>
              <a:buSzPts val="1600"/>
              <a:buNone/>
              <a:defRPr sz="1600" b="1"/>
            </a:lvl8pPr>
            <a:lvl9pPr marL="4114800" lvl="8" indent="-228600" algn="l">
              <a:spcBef>
                <a:spcPts val="400"/>
              </a:spcBef>
              <a:spcAft>
                <a:spcPts val="0"/>
              </a:spcAft>
              <a:buClr>
                <a:schemeClr val="dk1"/>
              </a:buClr>
              <a:buSzPts val="1600"/>
              <a:buNone/>
              <a:defRPr sz="1600" b="1"/>
            </a:lvl9pPr>
          </a:lstStyle>
          <a:p>
            <a:endParaRPr/>
          </a:p>
        </p:txBody>
      </p:sp>
      <p:sp>
        <p:nvSpPr>
          <p:cNvPr id="193" name="Google Shape;193;hc7cc306779174be_4_1032"/>
          <p:cNvSpPr txBox="1">
            <a:spLocks noGrp="1"/>
          </p:cNvSpPr>
          <p:nvPr>
            <p:ph type="body" idx="2"/>
          </p:nvPr>
        </p:nvSpPr>
        <p:spPr>
          <a:xfrm>
            <a:off x="457200" y="2174875"/>
            <a:ext cx="4040400" cy="3951000"/>
          </a:xfrm>
          <a:prstGeom prst="rect">
            <a:avLst/>
          </a:prstGeom>
          <a:noFill/>
          <a:ln>
            <a:noFill/>
          </a:ln>
        </p:spPr>
        <p:txBody>
          <a:bodyPr spcFirstLastPara="1" wrap="square" lIns="91450" tIns="45700" rIns="91450" bIns="45700" anchor="t" anchorCtr="0">
            <a:normAutofit/>
          </a:bodyPr>
          <a:lstStyle>
            <a:lvl1pPr marL="457200" lvl="0" indent="-381000" algn="l">
              <a:spcBef>
                <a:spcPts val="40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400"/>
              </a:spcBef>
              <a:spcAft>
                <a:spcPts val="0"/>
              </a:spcAft>
              <a:buClr>
                <a:schemeClr val="dk1"/>
              </a:buClr>
              <a:buSzPts val="1800"/>
              <a:buChar char="•"/>
              <a:defRPr sz="1800"/>
            </a:lvl3pPr>
            <a:lvl4pPr marL="1828800" lvl="3" indent="-330200" algn="l">
              <a:spcBef>
                <a:spcPts val="400"/>
              </a:spcBef>
              <a:spcAft>
                <a:spcPts val="0"/>
              </a:spcAft>
              <a:buClr>
                <a:schemeClr val="dk1"/>
              </a:buClr>
              <a:buSzPts val="1600"/>
              <a:buChar char="–"/>
              <a:defRPr sz="1600"/>
            </a:lvl4pPr>
            <a:lvl5pPr marL="2286000" lvl="4" indent="-330200" algn="l">
              <a:spcBef>
                <a:spcPts val="400"/>
              </a:spcBef>
              <a:spcAft>
                <a:spcPts val="0"/>
              </a:spcAft>
              <a:buClr>
                <a:schemeClr val="dk1"/>
              </a:buClr>
              <a:buSzPts val="1600"/>
              <a:buChar char="»"/>
              <a:defRPr sz="1600"/>
            </a:lvl5pPr>
            <a:lvl6pPr marL="2743200" lvl="5" indent="-330200" algn="l">
              <a:spcBef>
                <a:spcPts val="400"/>
              </a:spcBef>
              <a:spcAft>
                <a:spcPts val="0"/>
              </a:spcAft>
              <a:buClr>
                <a:schemeClr val="dk1"/>
              </a:buClr>
              <a:buSzPts val="1600"/>
              <a:buChar char="•"/>
              <a:defRPr sz="1600"/>
            </a:lvl6pPr>
            <a:lvl7pPr marL="3200400" lvl="6" indent="-330200" algn="l">
              <a:spcBef>
                <a:spcPts val="400"/>
              </a:spcBef>
              <a:spcAft>
                <a:spcPts val="0"/>
              </a:spcAft>
              <a:buClr>
                <a:schemeClr val="dk1"/>
              </a:buClr>
              <a:buSzPts val="1600"/>
              <a:buChar char="•"/>
              <a:defRPr sz="1600"/>
            </a:lvl7pPr>
            <a:lvl8pPr marL="3657600" lvl="7" indent="-330200" algn="l">
              <a:spcBef>
                <a:spcPts val="400"/>
              </a:spcBef>
              <a:spcAft>
                <a:spcPts val="0"/>
              </a:spcAft>
              <a:buClr>
                <a:schemeClr val="dk1"/>
              </a:buClr>
              <a:buSzPts val="1600"/>
              <a:buChar char="•"/>
              <a:defRPr sz="1600"/>
            </a:lvl8pPr>
            <a:lvl9pPr marL="4114800" lvl="8" indent="-330200" algn="l">
              <a:spcBef>
                <a:spcPts val="400"/>
              </a:spcBef>
              <a:spcAft>
                <a:spcPts val="0"/>
              </a:spcAft>
              <a:buClr>
                <a:schemeClr val="dk1"/>
              </a:buClr>
              <a:buSzPts val="1600"/>
              <a:buChar char="•"/>
              <a:defRPr sz="1600"/>
            </a:lvl9pPr>
          </a:lstStyle>
          <a:p>
            <a:endParaRPr/>
          </a:p>
        </p:txBody>
      </p:sp>
      <p:sp>
        <p:nvSpPr>
          <p:cNvPr id="194" name="Google Shape;194;hc7cc306779174be_4_1032"/>
          <p:cNvSpPr txBox="1">
            <a:spLocks noGrp="1"/>
          </p:cNvSpPr>
          <p:nvPr>
            <p:ph type="body" idx="3"/>
          </p:nvPr>
        </p:nvSpPr>
        <p:spPr>
          <a:xfrm>
            <a:off x="4645025" y="1535113"/>
            <a:ext cx="4041600" cy="6396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400"/>
              </a:spcBef>
              <a:spcAft>
                <a:spcPts val="0"/>
              </a:spcAft>
              <a:buClr>
                <a:schemeClr val="dk1"/>
              </a:buClr>
              <a:buSzPts val="1800"/>
              <a:buNone/>
              <a:defRPr sz="1800" b="1"/>
            </a:lvl3pPr>
            <a:lvl4pPr marL="1828800" lvl="3" indent="-228600" algn="l">
              <a:spcBef>
                <a:spcPts val="400"/>
              </a:spcBef>
              <a:spcAft>
                <a:spcPts val="0"/>
              </a:spcAft>
              <a:buClr>
                <a:schemeClr val="dk1"/>
              </a:buClr>
              <a:buSzPts val="1600"/>
              <a:buNone/>
              <a:defRPr sz="1600" b="1"/>
            </a:lvl4pPr>
            <a:lvl5pPr marL="2286000" lvl="4" indent="-228600" algn="l">
              <a:spcBef>
                <a:spcPts val="400"/>
              </a:spcBef>
              <a:spcAft>
                <a:spcPts val="0"/>
              </a:spcAft>
              <a:buClr>
                <a:schemeClr val="dk1"/>
              </a:buClr>
              <a:buSzPts val="1600"/>
              <a:buNone/>
              <a:defRPr sz="1600" b="1"/>
            </a:lvl5pPr>
            <a:lvl6pPr marL="2743200" lvl="5" indent="-228600" algn="l">
              <a:spcBef>
                <a:spcPts val="400"/>
              </a:spcBef>
              <a:spcAft>
                <a:spcPts val="0"/>
              </a:spcAft>
              <a:buClr>
                <a:schemeClr val="dk1"/>
              </a:buClr>
              <a:buSzPts val="1600"/>
              <a:buNone/>
              <a:defRPr sz="1600" b="1"/>
            </a:lvl6pPr>
            <a:lvl7pPr marL="3200400" lvl="6" indent="-228600" algn="l">
              <a:spcBef>
                <a:spcPts val="400"/>
              </a:spcBef>
              <a:spcAft>
                <a:spcPts val="0"/>
              </a:spcAft>
              <a:buClr>
                <a:schemeClr val="dk1"/>
              </a:buClr>
              <a:buSzPts val="1600"/>
              <a:buNone/>
              <a:defRPr sz="1600" b="1"/>
            </a:lvl7pPr>
            <a:lvl8pPr marL="3657600" lvl="7" indent="-228600" algn="l">
              <a:spcBef>
                <a:spcPts val="400"/>
              </a:spcBef>
              <a:spcAft>
                <a:spcPts val="0"/>
              </a:spcAft>
              <a:buClr>
                <a:schemeClr val="dk1"/>
              </a:buClr>
              <a:buSzPts val="1600"/>
              <a:buNone/>
              <a:defRPr sz="1600" b="1"/>
            </a:lvl8pPr>
            <a:lvl9pPr marL="4114800" lvl="8" indent="-228600" algn="l">
              <a:spcBef>
                <a:spcPts val="400"/>
              </a:spcBef>
              <a:spcAft>
                <a:spcPts val="0"/>
              </a:spcAft>
              <a:buClr>
                <a:schemeClr val="dk1"/>
              </a:buClr>
              <a:buSzPts val="1600"/>
              <a:buNone/>
              <a:defRPr sz="1600" b="1"/>
            </a:lvl9pPr>
          </a:lstStyle>
          <a:p>
            <a:endParaRPr/>
          </a:p>
        </p:txBody>
      </p:sp>
      <p:sp>
        <p:nvSpPr>
          <p:cNvPr id="195" name="Google Shape;195;hc7cc306779174be_4_1032"/>
          <p:cNvSpPr txBox="1">
            <a:spLocks noGrp="1"/>
          </p:cNvSpPr>
          <p:nvPr>
            <p:ph type="body" idx="4"/>
          </p:nvPr>
        </p:nvSpPr>
        <p:spPr>
          <a:xfrm>
            <a:off x="4645025" y="2174875"/>
            <a:ext cx="4041600" cy="3951000"/>
          </a:xfrm>
          <a:prstGeom prst="rect">
            <a:avLst/>
          </a:prstGeom>
          <a:noFill/>
          <a:ln>
            <a:noFill/>
          </a:ln>
        </p:spPr>
        <p:txBody>
          <a:bodyPr spcFirstLastPara="1" wrap="square" lIns="91450" tIns="45700" rIns="91450" bIns="45700" anchor="t" anchorCtr="0">
            <a:normAutofit/>
          </a:bodyPr>
          <a:lstStyle>
            <a:lvl1pPr marL="457200" lvl="0" indent="-381000" algn="l">
              <a:spcBef>
                <a:spcPts val="40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400"/>
              </a:spcBef>
              <a:spcAft>
                <a:spcPts val="0"/>
              </a:spcAft>
              <a:buClr>
                <a:schemeClr val="dk1"/>
              </a:buClr>
              <a:buSzPts val="1800"/>
              <a:buChar char="•"/>
              <a:defRPr sz="1800"/>
            </a:lvl3pPr>
            <a:lvl4pPr marL="1828800" lvl="3" indent="-330200" algn="l">
              <a:spcBef>
                <a:spcPts val="400"/>
              </a:spcBef>
              <a:spcAft>
                <a:spcPts val="0"/>
              </a:spcAft>
              <a:buClr>
                <a:schemeClr val="dk1"/>
              </a:buClr>
              <a:buSzPts val="1600"/>
              <a:buChar char="–"/>
              <a:defRPr sz="1600"/>
            </a:lvl4pPr>
            <a:lvl5pPr marL="2286000" lvl="4" indent="-330200" algn="l">
              <a:spcBef>
                <a:spcPts val="400"/>
              </a:spcBef>
              <a:spcAft>
                <a:spcPts val="0"/>
              </a:spcAft>
              <a:buClr>
                <a:schemeClr val="dk1"/>
              </a:buClr>
              <a:buSzPts val="1600"/>
              <a:buChar char="»"/>
              <a:defRPr sz="1600"/>
            </a:lvl5pPr>
            <a:lvl6pPr marL="2743200" lvl="5" indent="-330200" algn="l">
              <a:spcBef>
                <a:spcPts val="400"/>
              </a:spcBef>
              <a:spcAft>
                <a:spcPts val="0"/>
              </a:spcAft>
              <a:buClr>
                <a:schemeClr val="dk1"/>
              </a:buClr>
              <a:buSzPts val="1600"/>
              <a:buChar char="•"/>
              <a:defRPr sz="1600"/>
            </a:lvl6pPr>
            <a:lvl7pPr marL="3200400" lvl="6" indent="-330200" algn="l">
              <a:spcBef>
                <a:spcPts val="400"/>
              </a:spcBef>
              <a:spcAft>
                <a:spcPts val="0"/>
              </a:spcAft>
              <a:buClr>
                <a:schemeClr val="dk1"/>
              </a:buClr>
              <a:buSzPts val="1600"/>
              <a:buChar char="•"/>
              <a:defRPr sz="1600"/>
            </a:lvl7pPr>
            <a:lvl8pPr marL="3657600" lvl="7" indent="-330200" algn="l">
              <a:spcBef>
                <a:spcPts val="400"/>
              </a:spcBef>
              <a:spcAft>
                <a:spcPts val="0"/>
              </a:spcAft>
              <a:buClr>
                <a:schemeClr val="dk1"/>
              </a:buClr>
              <a:buSzPts val="1600"/>
              <a:buChar char="•"/>
              <a:defRPr sz="1600"/>
            </a:lvl8pPr>
            <a:lvl9pPr marL="4114800" lvl="8" indent="-330200" algn="l">
              <a:spcBef>
                <a:spcPts val="400"/>
              </a:spcBef>
              <a:spcAft>
                <a:spcPts val="0"/>
              </a:spcAft>
              <a:buClr>
                <a:schemeClr val="dk1"/>
              </a:buClr>
              <a:buSzPts val="1600"/>
              <a:buChar char="•"/>
              <a:defRPr sz="1600"/>
            </a:lvl9pPr>
          </a:lstStyle>
          <a:p>
            <a:endParaRPr/>
          </a:p>
        </p:txBody>
      </p:sp>
      <p:sp>
        <p:nvSpPr>
          <p:cNvPr id="196" name="Google Shape;196;hc7cc306779174be_4_1032"/>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hc7cc306779174be_4_1032"/>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hc7cc306779174be_4_1032"/>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9"/>
        <p:cNvGrpSpPr/>
        <p:nvPr/>
      </p:nvGrpSpPr>
      <p:grpSpPr>
        <a:xfrm>
          <a:off x="0" y="0"/>
          <a:ext cx="0" cy="0"/>
          <a:chOff x="0" y="0"/>
          <a:chExt cx="0" cy="0"/>
        </a:xfrm>
      </p:grpSpPr>
      <p:sp>
        <p:nvSpPr>
          <p:cNvPr id="200" name="Google Shape;200;hc7cc306779174be_4_1041"/>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hc7cc306779174be_4_1041"/>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hc7cc306779174be_4_1041"/>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hc7cc306779174be_4_1041"/>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4"/>
        <p:cNvGrpSpPr/>
        <p:nvPr/>
      </p:nvGrpSpPr>
      <p:grpSpPr>
        <a:xfrm>
          <a:off x="0" y="0"/>
          <a:ext cx="0" cy="0"/>
          <a:chOff x="0" y="0"/>
          <a:chExt cx="0" cy="0"/>
        </a:xfrm>
      </p:grpSpPr>
      <p:sp>
        <p:nvSpPr>
          <p:cNvPr id="205" name="Google Shape;205;hc7cc306779174be_4_1046"/>
          <p:cNvSpPr txBox="1">
            <a:spLocks noGrp="1"/>
          </p:cNvSpPr>
          <p:nvPr>
            <p:ph type="title"/>
          </p:nvPr>
        </p:nvSpPr>
        <p:spPr>
          <a:xfrm>
            <a:off x="457200" y="273050"/>
            <a:ext cx="3008400" cy="1162200"/>
          </a:xfrm>
          <a:prstGeom prst="rect">
            <a:avLst/>
          </a:prstGeom>
          <a:noFill/>
          <a:ln>
            <a:noFill/>
          </a:ln>
        </p:spPr>
        <p:txBody>
          <a:bodyPr spcFirstLastPara="1" wrap="square" lIns="91450" tIns="45700" rIns="91450"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6" name="Google Shape;206;hc7cc306779174be_4_1046"/>
          <p:cNvSpPr txBox="1">
            <a:spLocks noGrp="1"/>
          </p:cNvSpPr>
          <p:nvPr>
            <p:ph type="body" idx="1"/>
          </p:nvPr>
        </p:nvSpPr>
        <p:spPr>
          <a:xfrm>
            <a:off x="3575050" y="273050"/>
            <a:ext cx="5112000" cy="5853000"/>
          </a:xfrm>
          <a:prstGeom prst="rect">
            <a:avLst/>
          </a:prstGeom>
          <a:noFill/>
          <a:ln>
            <a:noFill/>
          </a:ln>
        </p:spPr>
        <p:txBody>
          <a:bodyPr spcFirstLastPara="1" wrap="square" lIns="91450" tIns="45700" rIns="91450" bIns="45700" anchor="t" anchorCtr="0">
            <a:normAutofit/>
          </a:bodyPr>
          <a:lstStyle>
            <a:lvl1pPr marL="457200" lvl="0" indent="-431800" algn="l">
              <a:spcBef>
                <a:spcPts val="600"/>
              </a:spcBef>
              <a:spcAft>
                <a:spcPts val="0"/>
              </a:spcAft>
              <a:buClr>
                <a:schemeClr val="dk1"/>
              </a:buClr>
              <a:buSzPts val="3200"/>
              <a:buChar char="•"/>
              <a:defRPr sz="3200"/>
            </a:lvl1pPr>
            <a:lvl2pPr marL="914400" lvl="1" indent="-406400" algn="l">
              <a:spcBef>
                <a:spcPts val="600"/>
              </a:spcBef>
              <a:spcAft>
                <a:spcPts val="0"/>
              </a:spcAft>
              <a:buClr>
                <a:schemeClr val="dk1"/>
              </a:buClr>
              <a:buSzPts val="2800"/>
              <a:buChar char="–"/>
              <a:defRPr sz="2800"/>
            </a:lvl2pPr>
            <a:lvl3pPr marL="1371600" lvl="2" indent="-381000" algn="l">
              <a:spcBef>
                <a:spcPts val="40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07" name="Google Shape;207;hc7cc306779174be_4_1046"/>
          <p:cNvSpPr txBox="1">
            <a:spLocks noGrp="1"/>
          </p:cNvSpPr>
          <p:nvPr>
            <p:ph type="body" idx="2"/>
          </p:nvPr>
        </p:nvSpPr>
        <p:spPr>
          <a:xfrm>
            <a:off x="457200" y="1435100"/>
            <a:ext cx="3008400" cy="4690800"/>
          </a:xfrm>
          <a:prstGeom prst="rect">
            <a:avLst/>
          </a:prstGeom>
          <a:noFill/>
          <a:ln>
            <a:noFill/>
          </a:ln>
        </p:spPr>
        <p:txBody>
          <a:bodyPr spcFirstLastPara="1" wrap="square" lIns="91450" tIns="45700" rIns="91450" bIns="45700" anchor="t" anchorCtr="0">
            <a:normAutofit/>
          </a:bodyPr>
          <a:lstStyle>
            <a:lvl1pPr marL="457200" lvl="0" indent="-228600" algn="l">
              <a:spcBef>
                <a:spcPts val="200"/>
              </a:spcBef>
              <a:spcAft>
                <a:spcPts val="0"/>
              </a:spcAft>
              <a:buClr>
                <a:schemeClr val="dk1"/>
              </a:buClr>
              <a:buSzPts val="1400"/>
              <a:buNone/>
              <a:defRPr sz="1400"/>
            </a:lvl1pPr>
            <a:lvl2pPr marL="914400" lvl="1" indent="-228600" algn="l">
              <a:spcBef>
                <a:spcPts val="20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200"/>
              </a:spcBef>
              <a:spcAft>
                <a:spcPts val="0"/>
              </a:spcAft>
              <a:buClr>
                <a:schemeClr val="dk1"/>
              </a:buClr>
              <a:buSzPts val="1000"/>
              <a:buNone/>
              <a:defRPr sz="1000"/>
            </a:lvl4pPr>
            <a:lvl5pPr marL="2286000" lvl="4" indent="-228600" algn="l">
              <a:spcBef>
                <a:spcPts val="200"/>
              </a:spcBef>
              <a:spcAft>
                <a:spcPts val="0"/>
              </a:spcAft>
              <a:buClr>
                <a:schemeClr val="dk1"/>
              </a:buClr>
              <a:buSzPts val="1000"/>
              <a:buNone/>
              <a:defRPr sz="1000"/>
            </a:lvl5pPr>
            <a:lvl6pPr marL="2743200" lvl="5" indent="-228600" algn="l">
              <a:spcBef>
                <a:spcPts val="200"/>
              </a:spcBef>
              <a:spcAft>
                <a:spcPts val="0"/>
              </a:spcAft>
              <a:buClr>
                <a:schemeClr val="dk1"/>
              </a:buClr>
              <a:buSzPts val="1000"/>
              <a:buNone/>
              <a:defRPr sz="1000"/>
            </a:lvl6pPr>
            <a:lvl7pPr marL="3200400" lvl="6" indent="-228600" algn="l">
              <a:spcBef>
                <a:spcPts val="200"/>
              </a:spcBef>
              <a:spcAft>
                <a:spcPts val="0"/>
              </a:spcAft>
              <a:buClr>
                <a:schemeClr val="dk1"/>
              </a:buClr>
              <a:buSzPts val="1000"/>
              <a:buNone/>
              <a:defRPr sz="1000"/>
            </a:lvl7pPr>
            <a:lvl8pPr marL="3657600" lvl="7" indent="-228600" algn="l">
              <a:spcBef>
                <a:spcPts val="200"/>
              </a:spcBef>
              <a:spcAft>
                <a:spcPts val="0"/>
              </a:spcAft>
              <a:buClr>
                <a:schemeClr val="dk1"/>
              </a:buClr>
              <a:buSzPts val="1000"/>
              <a:buNone/>
              <a:defRPr sz="1000"/>
            </a:lvl8pPr>
            <a:lvl9pPr marL="4114800" lvl="8" indent="-228600" algn="l">
              <a:spcBef>
                <a:spcPts val="200"/>
              </a:spcBef>
              <a:spcAft>
                <a:spcPts val="0"/>
              </a:spcAft>
              <a:buClr>
                <a:schemeClr val="dk1"/>
              </a:buClr>
              <a:buSzPts val="1000"/>
              <a:buNone/>
              <a:defRPr sz="1000"/>
            </a:lvl9pPr>
          </a:lstStyle>
          <a:p>
            <a:endParaRPr/>
          </a:p>
        </p:txBody>
      </p:sp>
      <p:sp>
        <p:nvSpPr>
          <p:cNvPr id="208" name="Google Shape;208;hc7cc306779174be_4_1046"/>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hc7cc306779174be_4_1046"/>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0" name="Google Shape;210;hc7cc306779174be_4_1046"/>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1"/>
        <p:cNvGrpSpPr/>
        <p:nvPr/>
      </p:nvGrpSpPr>
      <p:grpSpPr>
        <a:xfrm>
          <a:off x="0" y="0"/>
          <a:ext cx="0" cy="0"/>
          <a:chOff x="0" y="0"/>
          <a:chExt cx="0" cy="0"/>
        </a:xfrm>
      </p:grpSpPr>
      <p:sp>
        <p:nvSpPr>
          <p:cNvPr id="212" name="Google Shape;212;hc7cc306779174be_4_1053"/>
          <p:cNvSpPr txBox="1">
            <a:spLocks noGrp="1"/>
          </p:cNvSpPr>
          <p:nvPr>
            <p:ph type="title"/>
          </p:nvPr>
        </p:nvSpPr>
        <p:spPr>
          <a:xfrm>
            <a:off x="1792288" y="4800600"/>
            <a:ext cx="5486400" cy="567000"/>
          </a:xfrm>
          <a:prstGeom prst="rect">
            <a:avLst/>
          </a:prstGeom>
          <a:noFill/>
          <a:ln>
            <a:noFill/>
          </a:ln>
        </p:spPr>
        <p:txBody>
          <a:bodyPr spcFirstLastPara="1" wrap="square" lIns="91450" tIns="45700" rIns="91450"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hc7cc306779174be_4_1053"/>
          <p:cNvSpPr>
            <a:spLocks noGrp="1"/>
          </p:cNvSpPr>
          <p:nvPr>
            <p:ph type="pic" idx="2"/>
          </p:nvPr>
        </p:nvSpPr>
        <p:spPr>
          <a:xfrm>
            <a:off x="1792288" y="612775"/>
            <a:ext cx="5486400" cy="4114800"/>
          </a:xfrm>
          <a:prstGeom prst="rect">
            <a:avLst/>
          </a:prstGeom>
          <a:noFill/>
          <a:ln>
            <a:noFill/>
          </a:ln>
        </p:spPr>
      </p:sp>
      <p:sp>
        <p:nvSpPr>
          <p:cNvPr id="214" name="Google Shape;214;hc7cc306779174be_4_1053"/>
          <p:cNvSpPr txBox="1">
            <a:spLocks noGrp="1"/>
          </p:cNvSpPr>
          <p:nvPr>
            <p:ph type="body" idx="1"/>
          </p:nvPr>
        </p:nvSpPr>
        <p:spPr>
          <a:xfrm>
            <a:off x="1792288" y="5367338"/>
            <a:ext cx="5486400" cy="804600"/>
          </a:xfrm>
          <a:prstGeom prst="rect">
            <a:avLst/>
          </a:prstGeom>
          <a:noFill/>
          <a:ln>
            <a:noFill/>
          </a:ln>
        </p:spPr>
        <p:txBody>
          <a:bodyPr spcFirstLastPara="1" wrap="square" lIns="91450" tIns="45700" rIns="91450" bIns="45700" anchor="t" anchorCtr="0">
            <a:normAutofit/>
          </a:bodyPr>
          <a:lstStyle>
            <a:lvl1pPr marL="457200" lvl="0" indent="-228600" algn="l">
              <a:spcBef>
                <a:spcPts val="200"/>
              </a:spcBef>
              <a:spcAft>
                <a:spcPts val="0"/>
              </a:spcAft>
              <a:buClr>
                <a:schemeClr val="dk1"/>
              </a:buClr>
              <a:buSzPts val="1400"/>
              <a:buNone/>
              <a:defRPr sz="1400"/>
            </a:lvl1pPr>
            <a:lvl2pPr marL="914400" lvl="1" indent="-228600" algn="l">
              <a:spcBef>
                <a:spcPts val="20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200"/>
              </a:spcBef>
              <a:spcAft>
                <a:spcPts val="0"/>
              </a:spcAft>
              <a:buClr>
                <a:schemeClr val="dk1"/>
              </a:buClr>
              <a:buSzPts val="1000"/>
              <a:buNone/>
              <a:defRPr sz="1000"/>
            </a:lvl4pPr>
            <a:lvl5pPr marL="2286000" lvl="4" indent="-228600" algn="l">
              <a:spcBef>
                <a:spcPts val="200"/>
              </a:spcBef>
              <a:spcAft>
                <a:spcPts val="0"/>
              </a:spcAft>
              <a:buClr>
                <a:schemeClr val="dk1"/>
              </a:buClr>
              <a:buSzPts val="1000"/>
              <a:buNone/>
              <a:defRPr sz="1000"/>
            </a:lvl5pPr>
            <a:lvl6pPr marL="2743200" lvl="5" indent="-228600" algn="l">
              <a:spcBef>
                <a:spcPts val="200"/>
              </a:spcBef>
              <a:spcAft>
                <a:spcPts val="0"/>
              </a:spcAft>
              <a:buClr>
                <a:schemeClr val="dk1"/>
              </a:buClr>
              <a:buSzPts val="1000"/>
              <a:buNone/>
              <a:defRPr sz="1000"/>
            </a:lvl6pPr>
            <a:lvl7pPr marL="3200400" lvl="6" indent="-228600" algn="l">
              <a:spcBef>
                <a:spcPts val="200"/>
              </a:spcBef>
              <a:spcAft>
                <a:spcPts val="0"/>
              </a:spcAft>
              <a:buClr>
                <a:schemeClr val="dk1"/>
              </a:buClr>
              <a:buSzPts val="1000"/>
              <a:buNone/>
              <a:defRPr sz="1000"/>
            </a:lvl7pPr>
            <a:lvl8pPr marL="3657600" lvl="7" indent="-228600" algn="l">
              <a:spcBef>
                <a:spcPts val="200"/>
              </a:spcBef>
              <a:spcAft>
                <a:spcPts val="0"/>
              </a:spcAft>
              <a:buClr>
                <a:schemeClr val="dk1"/>
              </a:buClr>
              <a:buSzPts val="1000"/>
              <a:buNone/>
              <a:defRPr sz="1000"/>
            </a:lvl8pPr>
            <a:lvl9pPr marL="4114800" lvl="8" indent="-228600" algn="l">
              <a:spcBef>
                <a:spcPts val="200"/>
              </a:spcBef>
              <a:spcAft>
                <a:spcPts val="0"/>
              </a:spcAft>
              <a:buClr>
                <a:schemeClr val="dk1"/>
              </a:buClr>
              <a:buSzPts val="1000"/>
              <a:buNone/>
              <a:defRPr sz="1000"/>
            </a:lvl9pPr>
          </a:lstStyle>
          <a:p>
            <a:endParaRPr/>
          </a:p>
        </p:txBody>
      </p:sp>
      <p:sp>
        <p:nvSpPr>
          <p:cNvPr id="215" name="Google Shape;215;hc7cc306779174be_4_105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hc7cc306779174be_4_105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hc7cc306779174be_4_105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8"/>
        <p:cNvGrpSpPr/>
        <p:nvPr/>
      </p:nvGrpSpPr>
      <p:grpSpPr>
        <a:xfrm>
          <a:off x="0" y="0"/>
          <a:ext cx="0" cy="0"/>
          <a:chOff x="0" y="0"/>
          <a:chExt cx="0" cy="0"/>
        </a:xfrm>
      </p:grpSpPr>
      <p:sp>
        <p:nvSpPr>
          <p:cNvPr id="219" name="Google Shape;219;hc7cc306779174be_4_1060"/>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hc7cc306779174be_4_1060"/>
          <p:cNvSpPr txBox="1">
            <a:spLocks noGrp="1"/>
          </p:cNvSpPr>
          <p:nvPr>
            <p:ph type="body" idx="1"/>
          </p:nvPr>
        </p:nvSpPr>
        <p:spPr>
          <a:xfrm rot="5400000">
            <a:off x="2309100" y="-251700"/>
            <a:ext cx="4525800" cy="82296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221" name="Google Shape;221;hc7cc306779174be_4_1060"/>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hc7cc306779174be_4_1060"/>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hc7cc306779174be_4_1060"/>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4"/>
        <p:cNvGrpSpPr/>
        <p:nvPr/>
      </p:nvGrpSpPr>
      <p:grpSpPr>
        <a:xfrm>
          <a:off x="0" y="0"/>
          <a:ext cx="0" cy="0"/>
          <a:chOff x="0" y="0"/>
          <a:chExt cx="0" cy="0"/>
        </a:xfrm>
      </p:grpSpPr>
      <p:sp>
        <p:nvSpPr>
          <p:cNvPr id="225" name="Google Shape;225;hc7cc306779174be_4_1066"/>
          <p:cNvSpPr txBox="1">
            <a:spLocks noGrp="1"/>
          </p:cNvSpPr>
          <p:nvPr>
            <p:ph type="title"/>
          </p:nvPr>
        </p:nvSpPr>
        <p:spPr>
          <a:xfrm rot="5400000">
            <a:off x="4732200" y="2171838"/>
            <a:ext cx="5851800" cy="20574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hc7cc306779174be_4_1066"/>
          <p:cNvSpPr txBox="1">
            <a:spLocks noGrp="1"/>
          </p:cNvSpPr>
          <p:nvPr>
            <p:ph type="body" idx="1"/>
          </p:nvPr>
        </p:nvSpPr>
        <p:spPr>
          <a:xfrm rot="5400000">
            <a:off x="541200" y="190638"/>
            <a:ext cx="5851800" cy="60198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227" name="Google Shape;227;hc7cc306779174be_4_1066"/>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 name="Google Shape;228;hc7cc306779174be_4_1066"/>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hc7cc306779174be_4_1066"/>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 name="Google Shape;8;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9" name="Google Shape;9;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0" name="Google Shape;10;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Inter"/>
                <a:ea typeface="Inter"/>
                <a:cs typeface="Inter"/>
                <a:sym typeface="Inter"/>
              </a:defRPr>
            </a:lvl1pPr>
            <a:lvl2pPr marL="0" marR="0" lvl="1" indent="0" algn="r" rtl="0">
              <a:spcBef>
                <a:spcPts val="0"/>
              </a:spcBef>
              <a:buNone/>
              <a:defRPr sz="1200" b="0" i="0" u="none" strike="noStrike" cap="none">
                <a:solidFill>
                  <a:srgbClr val="888888"/>
                </a:solidFill>
                <a:latin typeface="Inter"/>
                <a:ea typeface="Inter"/>
                <a:cs typeface="Inter"/>
                <a:sym typeface="Inter"/>
              </a:defRPr>
            </a:lvl2pPr>
            <a:lvl3pPr marL="0" marR="0" lvl="2" indent="0" algn="r" rtl="0">
              <a:spcBef>
                <a:spcPts val="0"/>
              </a:spcBef>
              <a:buNone/>
              <a:defRPr sz="1200" b="0" i="0" u="none" strike="noStrike" cap="none">
                <a:solidFill>
                  <a:srgbClr val="888888"/>
                </a:solidFill>
                <a:latin typeface="Inter"/>
                <a:ea typeface="Inter"/>
                <a:cs typeface="Inter"/>
                <a:sym typeface="Inter"/>
              </a:defRPr>
            </a:lvl3pPr>
            <a:lvl4pPr marL="0" marR="0" lvl="3" indent="0" algn="r" rtl="0">
              <a:spcBef>
                <a:spcPts val="0"/>
              </a:spcBef>
              <a:buNone/>
              <a:defRPr sz="1200" b="0" i="0" u="none" strike="noStrike" cap="none">
                <a:solidFill>
                  <a:srgbClr val="888888"/>
                </a:solidFill>
                <a:latin typeface="Inter"/>
                <a:ea typeface="Inter"/>
                <a:cs typeface="Inter"/>
                <a:sym typeface="Inter"/>
              </a:defRPr>
            </a:lvl4pPr>
            <a:lvl5pPr marL="0" marR="0" lvl="4" indent="0" algn="r" rtl="0">
              <a:spcBef>
                <a:spcPts val="0"/>
              </a:spcBef>
              <a:buNone/>
              <a:defRPr sz="1200" b="0" i="0" u="none" strike="noStrike" cap="none">
                <a:solidFill>
                  <a:srgbClr val="888888"/>
                </a:solidFill>
                <a:latin typeface="Inter"/>
                <a:ea typeface="Inter"/>
                <a:cs typeface="Inter"/>
                <a:sym typeface="Inter"/>
              </a:defRPr>
            </a:lvl5pPr>
            <a:lvl6pPr marL="0" marR="0" lvl="5" indent="0" algn="r" rtl="0">
              <a:spcBef>
                <a:spcPts val="0"/>
              </a:spcBef>
              <a:buNone/>
              <a:defRPr sz="1200" b="0" i="0" u="none" strike="noStrike" cap="none">
                <a:solidFill>
                  <a:srgbClr val="888888"/>
                </a:solidFill>
                <a:latin typeface="Inter"/>
                <a:ea typeface="Inter"/>
                <a:cs typeface="Inter"/>
                <a:sym typeface="Inter"/>
              </a:defRPr>
            </a:lvl6pPr>
            <a:lvl7pPr marL="0" marR="0" lvl="6" indent="0" algn="r" rtl="0">
              <a:spcBef>
                <a:spcPts val="0"/>
              </a:spcBef>
              <a:buNone/>
              <a:defRPr sz="1200" b="0" i="0" u="none" strike="noStrike" cap="none">
                <a:solidFill>
                  <a:srgbClr val="888888"/>
                </a:solidFill>
                <a:latin typeface="Inter"/>
                <a:ea typeface="Inter"/>
                <a:cs typeface="Inter"/>
                <a:sym typeface="Inter"/>
              </a:defRPr>
            </a:lvl7pPr>
            <a:lvl8pPr marL="0" marR="0" lvl="7" indent="0" algn="r" rtl="0">
              <a:spcBef>
                <a:spcPts val="0"/>
              </a:spcBef>
              <a:buNone/>
              <a:defRPr sz="1200" b="0" i="0" u="none" strike="noStrike" cap="none">
                <a:solidFill>
                  <a:srgbClr val="888888"/>
                </a:solidFill>
                <a:latin typeface="Inter"/>
                <a:ea typeface="Inter"/>
                <a:cs typeface="Inter"/>
                <a:sym typeface="Inter"/>
              </a:defRPr>
            </a:lvl8pPr>
            <a:lvl9pPr marL="0" marR="0" lvl="8" indent="0" algn="r" rtl="0">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hc7cc306779174be_8_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hc7cc306779174be_8_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3" name="Google Shape;83;hc7cc306779174be_8_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84" name="Google Shape;84;hc7cc306779174be_8_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85" name="Google Shape;85;hc7cc306779174be_8_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Inter"/>
                <a:ea typeface="Inter"/>
                <a:cs typeface="Inter"/>
                <a:sym typeface="Inter"/>
              </a:defRPr>
            </a:lvl1pPr>
            <a:lvl2pPr marL="0" marR="0" lvl="1" indent="0" algn="r" rtl="0">
              <a:spcBef>
                <a:spcPts val="0"/>
              </a:spcBef>
              <a:buNone/>
              <a:defRPr sz="1200" b="0" i="0" u="none" strike="noStrike" cap="none">
                <a:solidFill>
                  <a:srgbClr val="888888"/>
                </a:solidFill>
                <a:latin typeface="Inter"/>
                <a:ea typeface="Inter"/>
                <a:cs typeface="Inter"/>
                <a:sym typeface="Inter"/>
              </a:defRPr>
            </a:lvl2pPr>
            <a:lvl3pPr marL="0" marR="0" lvl="2" indent="0" algn="r" rtl="0">
              <a:spcBef>
                <a:spcPts val="0"/>
              </a:spcBef>
              <a:buNone/>
              <a:defRPr sz="1200" b="0" i="0" u="none" strike="noStrike" cap="none">
                <a:solidFill>
                  <a:srgbClr val="888888"/>
                </a:solidFill>
                <a:latin typeface="Inter"/>
                <a:ea typeface="Inter"/>
                <a:cs typeface="Inter"/>
                <a:sym typeface="Inter"/>
              </a:defRPr>
            </a:lvl3pPr>
            <a:lvl4pPr marL="0" marR="0" lvl="3" indent="0" algn="r" rtl="0">
              <a:spcBef>
                <a:spcPts val="0"/>
              </a:spcBef>
              <a:buNone/>
              <a:defRPr sz="1200" b="0" i="0" u="none" strike="noStrike" cap="none">
                <a:solidFill>
                  <a:srgbClr val="888888"/>
                </a:solidFill>
                <a:latin typeface="Inter"/>
                <a:ea typeface="Inter"/>
                <a:cs typeface="Inter"/>
                <a:sym typeface="Inter"/>
              </a:defRPr>
            </a:lvl4pPr>
            <a:lvl5pPr marL="0" marR="0" lvl="4" indent="0" algn="r" rtl="0">
              <a:spcBef>
                <a:spcPts val="0"/>
              </a:spcBef>
              <a:buNone/>
              <a:defRPr sz="1200" b="0" i="0" u="none" strike="noStrike" cap="none">
                <a:solidFill>
                  <a:srgbClr val="888888"/>
                </a:solidFill>
                <a:latin typeface="Inter"/>
                <a:ea typeface="Inter"/>
                <a:cs typeface="Inter"/>
                <a:sym typeface="Inter"/>
              </a:defRPr>
            </a:lvl5pPr>
            <a:lvl6pPr marL="0" marR="0" lvl="5" indent="0" algn="r" rtl="0">
              <a:spcBef>
                <a:spcPts val="0"/>
              </a:spcBef>
              <a:buNone/>
              <a:defRPr sz="1200" b="0" i="0" u="none" strike="noStrike" cap="none">
                <a:solidFill>
                  <a:srgbClr val="888888"/>
                </a:solidFill>
                <a:latin typeface="Inter"/>
                <a:ea typeface="Inter"/>
                <a:cs typeface="Inter"/>
                <a:sym typeface="Inter"/>
              </a:defRPr>
            </a:lvl6pPr>
            <a:lvl7pPr marL="0" marR="0" lvl="6" indent="0" algn="r" rtl="0">
              <a:spcBef>
                <a:spcPts val="0"/>
              </a:spcBef>
              <a:buNone/>
              <a:defRPr sz="1200" b="0" i="0" u="none" strike="noStrike" cap="none">
                <a:solidFill>
                  <a:srgbClr val="888888"/>
                </a:solidFill>
                <a:latin typeface="Inter"/>
                <a:ea typeface="Inter"/>
                <a:cs typeface="Inter"/>
                <a:sym typeface="Inter"/>
              </a:defRPr>
            </a:lvl7pPr>
            <a:lvl8pPr marL="0" marR="0" lvl="7" indent="0" algn="r" rtl="0">
              <a:spcBef>
                <a:spcPts val="0"/>
              </a:spcBef>
              <a:buNone/>
              <a:defRPr sz="1200" b="0" i="0" u="none" strike="noStrike" cap="none">
                <a:solidFill>
                  <a:srgbClr val="888888"/>
                </a:solidFill>
                <a:latin typeface="Inter"/>
                <a:ea typeface="Inter"/>
                <a:cs typeface="Inter"/>
                <a:sym typeface="Inter"/>
              </a:defRPr>
            </a:lvl8pPr>
            <a:lvl9pPr marL="0" marR="0" lvl="8" indent="0" algn="r" rtl="0">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hc7cc306779174be_4_997"/>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marR="0" lvl="0" algn="ctr">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7" name="Google Shape;157;hc7cc306779174be_4_997"/>
          <p:cNvSpPr txBox="1">
            <a:spLocks noGrp="1"/>
          </p:cNvSpPr>
          <p:nvPr>
            <p:ph type="body" idx="1"/>
          </p:nvPr>
        </p:nvSpPr>
        <p:spPr>
          <a:xfrm>
            <a:off x="457200" y="1600200"/>
            <a:ext cx="8229600" cy="4525800"/>
          </a:xfrm>
          <a:prstGeom prst="rect">
            <a:avLst/>
          </a:prstGeom>
          <a:noFill/>
          <a:ln>
            <a:noFill/>
          </a:ln>
        </p:spPr>
        <p:txBody>
          <a:bodyPr spcFirstLastPara="1" wrap="square" lIns="91450" tIns="45700" rIns="91450" bIns="45700" anchor="t" anchorCtr="0">
            <a:normAutofit/>
          </a:bodyPr>
          <a:lstStyle>
            <a:lvl1pPr marL="457200" marR="0" lvl="0" indent="-431800" algn="l">
              <a:spcBef>
                <a:spcPts val="60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a:spcBef>
                <a:spcPts val="6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a:spcBef>
                <a:spcPts val="40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58" name="Google Shape;158;hc7cc306779174be_4_997"/>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marR="0" lvl="0" algn="l">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59" name="Google Shape;159;hc7cc306779174be_4_997"/>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marR="0" lvl="0" algn="ctr">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60" name="Google Shape;160;hc7cc306779174be_4_997"/>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marR="0" lvl="0" indent="0" algn="r">
              <a:spcBef>
                <a:spcPts val="0"/>
              </a:spcBef>
              <a:buNone/>
              <a:defRPr sz="1200" b="0" i="0" u="none" strike="noStrike" cap="none">
                <a:solidFill>
                  <a:srgbClr val="888888"/>
                </a:solidFill>
                <a:latin typeface="Inter"/>
                <a:ea typeface="Inter"/>
                <a:cs typeface="Inter"/>
                <a:sym typeface="Inter"/>
              </a:defRPr>
            </a:lvl1pPr>
            <a:lvl2pPr marL="0" marR="0" lvl="1" indent="0" algn="r">
              <a:spcBef>
                <a:spcPts val="0"/>
              </a:spcBef>
              <a:buNone/>
              <a:defRPr sz="1200" b="0" i="0" u="none" strike="noStrike" cap="none">
                <a:solidFill>
                  <a:srgbClr val="888888"/>
                </a:solidFill>
                <a:latin typeface="Inter"/>
                <a:ea typeface="Inter"/>
                <a:cs typeface="Inter"/>
                <a:sym typeface="Inter"/>
              </a:defRPr>
            </a:lvl2pPr>
            <a:lvl3pPr marL="0" marR="0" lvl="2" indent="0" algn="r">
              <a:spcBef>
                <a:spcPts val="0"/>
              </a:spcBef>
              <a:buNone/>
              <a:defRPr sz="1200" b="0" i="0" u="none" strike="noStrike" cap="none">
                <a:solidFill>
                  <a:srgbClr val="888888"/>
                </a:solidFill>
                <a:latin typeface="Inter"/>
                <a:ea typeface="Inter"/>
                <a:cs typeface="Inter"/>
                <a:sym typeface="Inter"/>
              </a:defRPr>
            </a:lvl3pPr>
            <a:lvl4pPr marL="0" marR="0" lvl="3" indent="0" algn="r">
              <a:spcBef>
                <a:spcPts val="0"/>
              </a:spcBef>
              <a:buNone/>
              <a:defRPr sz="1200" b="0" i="0" u="none" strike="noStrike" cap="none">
                <a:solidFill>
                  <a:srgbClr val="888888"/>
                </a:solidFill>
                <a:latin typeface="Inter"/>
                <a:ea typeface="Inter"/>
                <a:cs typeface="Inter"/>
                <a:sym typeface="Inter"/>
              </a:defRPr>
            </a:lvl4pPr>
            <a:lvl5pPr marL="0" marR="0" lvl="4" indent="0" algn="r">
              <a:spcBef>
                <a:spcPts val="0"/>
              </a:spcBef>
              <a:buNone/>
              <a:defRPr sz="1200" b="0" i="0" u="none" strike="noStrike" cap="none">
                <a:solidFill>
                  <a:srgbClr val="888888"/>
                </a:solidFill>
                <a:latin typeface="Inter"/>
                <a:ea typeface="Inter"/>
                <a:cs typeface="Inter"/>
                <a:sym typeface="Inter"/>
              </a:defRPr>
            </a:lvl5pPr>
            <a:lvl6pPr marL="0" marR="0" lvl="5" indent="0" algn="r">
              <a:spcBef>
                <a:spcPts val="0"/>
              </a:spcBef>
              <a:buNone/>
              <a:defRPr sz="1200" b="0" i="0" u="none" strike="noStrike" cap="none">
                <a:solidFill>
                  <a:srgbClr val="888888"/>
                </a:solidFill>
                <a:latin typeface="Inter"/>
                <a:ea typeface="Inter"/>
                <a:cs typeface="Inter"/>
                <a:sym typeface="Inter"/>
              </a:defRPr>
            </a:lvl6pPr>
            <a:lvl7pPr marL="0" marR="0" lvl="6" indent="0" algn="r">
              <a:spcBef>
                <a:spcPts val="0"/>
              </a:spcBef>
              <a:buNone/>
              <a:defRPr sz="1200" b="0" i="0" u="none" strike="noStrike" cap="none">
                <a:solidFill>
                  <a:srgbClr val="888888"/>
                </a:solidFill>
                <a:latin typeface="Inter"/>
                <a:ea typeface="Inter"/>
                <a:cs typeface="Inter"/>
                <a:sym typeface="Inter"/>
              </a:defRPr>
            </a:lvl7pPr>
            <a:lvl8pPr marL="0" marR="0" lvl="7" indent="0" algn="r">
              <a:spcBef>
                <a:spcPts val="0"/>
              </a:spcBef>
              <a:buNone/>
              <a:defRPr sz="1200" b="0" i="0" u="none" strike="noStrike" cap="none">
                <a:solidFill>
                  <a:srgbClr val="888888"/>
                </a:solidFill>
                <a:latin typeface="Inter"/>
                <a:ea typeface="Inter"/>
                <a:cs typeface="Inter"/>
                <a:sym typeface="Inter"/>
              </a:defRPr>
            </a:lvl8pPr>
            <a:lvl9pPr marL="0" marR="0" lvl="8" indent="0" algn="r">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3.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6.sv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5.png"/><Relationship Id="rId10" Type="http://schemas.openxmlformats.org/officeDocument/2006/relationships/image" Target="../media/image21.png"/><Relationship Id="rId4" Type="http://schemas.openxmlformats.org/officeDocument/2006/relationships/image" Target="../media/image8.sv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7.png"/><Relationship Id="rId4" Type="http://schemas.openxmlformats.org/officeDocument/2006/relationships/image" Target="../media/image8.sv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svg"/></Relationships>
</file>

<file path=ppt/slides/_rels/slide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1.svg"/><Relationship Id="rId4" Type="http://schemas.openxmlformats.org/officeDocument/2006/relationships/image" Target="../media/image7.svg"/></Relationships>
</file>

<file path=ppt/slides/_rels/slide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svg"/></Relationships>
</file>

<file path=ppt/slides/_rels/slide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10.png"/><Relationship Id="rId4" Type="http://schemas.openxmlformats.org/officeDocument/2006/relationships/image" Target="../media/image16.svg"/></Relationships>
</file>

<file path=ppt/slides/_rels/slide3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30.svg"/></Relationships>
</file>

<file path=ppt/slides/_rels/slide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4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7.svg"/></Relationships>
</file>

<file path=ppt/slides/_rels/slide4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46.xml"/><Relationship Id="rId1" Type="http://schemas.openxmlformats.org/officeDocument/2006/relationships/slideLayout" Target="../slideLayouts/slideLayout23.xml"/><Relationship Id="rId5" Type="http://schemas.openxmlformats.org/officeDocument/2006/relationships/image" Target="../media/image8.svg"/><Relationship Id="rId4" Type="http://schemas.openxmlformats.org/officeDocument/2006/relationships/image" Target="../media/image7.svg"/></Relationships>
</file>

<file path=ppt/slides/_rels/slide4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30.svg"/></Relationships>
</file>

<file path=ppt/slides/_rels/slide4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48.xml"/><Relationship Id="rId1" Type="http://schemas.openxmlformats.org/officeDocument/2006/relationships/slideLayout" Target="../slideLayouts/slideLayout23.xml"/><Relationship Id="rId5" Type="http://schemas.openxmlformats.org/officeDocument/2006/relationships/image" Target="../media/image8.svg"/><Relationship Id="rId4" Type="http://schemas.openxmlformats.org/officeDocument/2006/relationships/image" Target="../media/image7.svg"/></Relationships>
</file>

<file path=ppt/slides/_rels/slide4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49.xml"/><Relationship Id="rId1" Type="http://schemas.openxmlformats.org/officeDocument/2006/relationships/slideLayout" Target="../slideLayouts/slideLayout23.xml"/><Relationship Id="rId6"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30.svg"/></Relationships>
</file>

<file path=ppt/slides/_rels/slide5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svg"/></Relationships>
</file>

<file path=ppt/slides/_rels/slide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3.svg"/><Relationship Id="rId4" Type="http://schemas.openxmlformats.org/officeDocument/2006/relationships/image" Target="../media/image6.svg"/></Relationships>
</file>

<file path=ppt/slides/_rels/slide53.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1.jpg"/><Relationship Id="rId7" Type="http://schemas.openxmlformats.org/officeDocument/2006/relationships/image" Target="../media/image37.sv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36.svg"/><Relationship Id="rId11" Type="http://schemas.openxmlformats.org/officeDocument/2006/relationships/image" Target="../media/image5.png"/><Relationship Id="rId5" Type="http://schemas.openxmlformats.org/officeDocument/2006/relationships/image" Target="../media/image35.svg"/><Relationship Id="rId10" Type="http://schemas.openxmlformats.org/officeDocument/2006/relationships/image" Target="../media/image2.svg"/><Relationship Id="rId4" Type="http://schemas.openxmlformats.org/officeDocument/2006/relationships/image" Target="../media/image6.svg"/><Relationship Id="rId9"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36" name="!!deco_4b7ea539_1"/>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37" name="!!deco_13b10c14_1"/>
          <p:cNvSpPr/>
          <p:nvPr/>
        </p:nvSpPr>
        <p:spPr>
          <a:xfrm rot="10800000" flipH="1">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38"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39"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40" name="!!title"/>
          <p:cNvSpPr txBox="1"/>
          <p:nvPr/>
        </p:nvSpPr>
        <p:spPr>
          <a:xfrm>
            <a:off x="1428123" y="2520990"/>
            <a:ext cx="12946574" cy="1939598"/>
          </a:xfrm>
          <a:prstGeom prst="rect">
            <a:avLst/>
          </a:prstGeom>
          <a:noFill/>
          <a:ln>
            <a:noFill/>
          </a:ln>
        </p:spPr>
        <p:txBody>
          <a:bodyPr spcFirstLastPara="1" wrap="square" lIns="0" tIns="0" rIns="0" bIns="0" anchor="t" anchorCtr="0">
            <a:spAutoFit/>
          </a:bodyPr>
          <a:lstStyle/>
          <a:p>
            <a:pPr marL="0" marR="0" lvl="0" indent="0" algn="l" rtl="0">
              <a:lnSpc>
                <a:spcPct val="139998"/>
              </a:lnSpc>
              <a:spcBef>
                <a:spcPts val="0"/>
              </a:spcBef>
              <a:spcAft>
                <a:spcPts val="0"/>
              </a:spcAft>
              <a:buNone/>
            </a:pPr>
            <a:r>
              <a:rPr lang="es-CL" sz="10693" noProof="0" dirty="0">
                <a:solidFill>
                  <a:srgbClr val="FFFFFF"/>
                </a:solidFill>
                <a:latin typeface="Inter"/>
                <a:ea typeface="Inter"/>
                <a:cs typeface="Inter"/>
                <a:sym typeface="Inter"/>
              </a:rPr>
              <a:t>Propuesta</a:t>
            </a:r>
            <a:endParaRPr lang="es-CL" noProof="0" dirty="0"/>
          </a:p>
        </p:txBody>
      </p:sp>
      <p:sp>
        <p:nvSpPr>
          <p:cNvPr id="241" name="Google Shape;241;p1"/>
          <p:cNvSpPr txBox="1"/>
          <p:nvPr/>
        </p:nvSpPr>
        <p:spPr>
          <a:xfrm>
            <a:off x="1428123" y="3820932"/>
            <a:ext cx="12950077" cy="2374011"/>
          </a:xfrm>
          <a:prstGeom prst="rect">
            <a:avLst/>
          </a:prstGeom>
          <a:noFill/>
          <a:ln>
            <a:noFill/>
          </a:ln>
        </p:spPr>
        <p:txBody>
          <a:bodyPr spcFirstLastPara="1" wrap="square" lIns="0" tIns="0" rIns="0" bIns="0" anchor="t" anchorCtr="0">
            <a:spAutoFit/>
          </a:bodyPr>
          <a:lstStyle/>
          <a:p>
            <a:pPr marL="0" marR="0" lvl="0" indent="0" algn="l" rtl="0">
              <a:lnSpc>
                <a:spcPct val="175014"/>
              </a:lnSpc>
              <a:spcBef>
                <a:spcPts val="0"/>
              </a:spcBef>
              <a:spcAft>
                <a:spcPts val="0"/>
              </a:spcAft>
              <a:buNone/>
            </a:pPr>
            <a:r>
              <a:rPr lang="es-CL" sz="10494" b="1" noProof="0" dirty="0">
                <a:solidFill>
                  <a:srgbClr val="FFFFFF"/>
                </a:solidFill>
                <a:latin typeface="Inter SemiBold"/>
                <a:ea typeface="Inter SemiBold"/>
                <a:cs typeface="Inter SemiBold"/>
                <a:sym typeface="Inter SemiBold"/>
              </a:rPr>
              <a:t>Técnica</a:t>
            </a:r>
            <a:endParaRPr lang="es-CL" noProof="0" dirty="0"/>
          </a:p>
        </p:txBody>
      </p:sp>
      <p:sp>
        <p:nvSpPr>
          <p:cNvPr id="242" name="Google Shape;242;p1"/>
          <p:cNvSpPr txBox="1"/>
          <p:nvPr/>
        </p:nvSpPr>
        <p:spPr>
          <a:xfrm>
            <a:off x="1428123" y="6162459"/>
            <a:ext cx="8734851" cy="1097280"/>
          </a:xfrm>
          <a:prstGeom prst="rect">
            <a:avLst/>
          </a:prstGeom>
          <a:noFill/>
          <a:ln>
            <a:noFill/>
          </a:ln>
        </p:spPr>
        <p:txBody>
          <a:bodyPr spcFirstLastPara="1" wrap="square" lIns="0" tIns="0" rIns="0" bIns="0" anchor="t" anchorCtr="0">
            <a:spAutoFit/>
          </a:bodyPr>
          <a:lstStyle/>
          <a:p>
            <a:pPr marL="0" marR="0" lvl="0" indent="0" algn="l" rtl="0">
              <a:lnSpc>
                <a:spcPct val="121136"/>
              </a:lnSpc>
              <a:spcBef>
                <a:spcPts val="0"/>
              </a:spcBef>
              <a:spcAft>
                <a:spcPts val="0"/>
              </a:spcAft>
              <a:buNone/>
            </a:pPr>
            <a:r>
              <a:rPr lang="es-CL" sz="2200" noProof="0" dirty="0">
                <a:solidFill>
                  <a:srgbClr val="FFFFFF"/>
                </a:solidFill>
                <a:latin typeface="Inter"/>
                <a:ea typeface="Inter"/>
                <a:cs typeface="Inter"/>
                <a:sym typeface="Inter"/>
              </a:rPr>
              <a:t>Sistema Integral de Gestión Logística Puelche</a:t>
            </a:r>
            <a:endParaRPr lang="es-CL" noProof="0" dirty="0"/>
          </a:p>
          <a:p>
            <a:pPr marL="0" marR="0" lvl="0" indent="0" algn="l" rtl="0">
              <a:lnSpc>
                <a:spcPct val="121136"/>
              </a:lnSpc>
              <a:spcBef>
                <a:spcPts val="0"/>
              </a:spcBef>
              <a:spcAft>
                <a:spcPts val="0"/>
              </a:spcAft>
              <a:buNone/>
            </a:pPr>
            <a:r>
              <a:rPr lang="es-CL" sz="2200" noProof="0" dirty="0">
                <a:solidFill>
                  <a:srgbClr val="FFFFFF"/>
                </a:solidFill>
                <a:latin typeface="Inter"/>
                <a:ea typeface="Inter"/>
                <a:cs typeface="Inter"/>
                <a:sym typeface="Inter"/>
              </a:rPr>
              <a:t>Licitación TFEP-01/2026 · Distribuidora Puelche S.A.</a:t>
            </a:r>
            <a:endParaRPr lang="es-CL" noProof="0" dirty="0"/>
          </a:p>
        </p:txBody>
      </p:sp>
      <p:sp>
        <p:nvSpPr>
          <p:cNvPr id="243" name="Google Shape;243;p1"/>
          <p:cNvSpPr txBox="1"/>
          <p:nvPr/>
        </p:nvSpPr>
        <p:spPr>
          <a:xfrm>
            <a:off x="1475324" y="8961120"/>
            <a:ext cx="4041891" cy="30136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noProof="0" dirty="0">
                <a:solidFill>
                  <a:srgbClr val="FFFFFF"/>
                </a:solidFill>
                <a:latin typeface="Inter"/>
                <a:ea typeface="Inter"/>
                <a:cs typeface="Inter"/>
                <a:sym typeface="Inter"/>
              </a:rPr>
              <a:t>lafrox.github.io</a:t>
            </a:r>
            <a:endParaRPr lang="es-CL" noProof="0" dirty="0"/>
          </a:p>
        </p:txBody>
      </p:sp>
      <p:sp>
        <p:nvSpPr>
          <p:cNvPr id="244"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dirty="0">
                <a:solidFill>
                  <a:srgbClr val="FFFFFF"/>
                </a:solidFill>
                <a:latin typeface="Inter SemiBold"/>
                <a:ea typeface="Inter SemiBold"/>
                <a:cs typeface="Inter SemiBold"/>
                <a:sym typeface="Inter SemiBold"/>
              </a:rPr>
              <a:t>LafroX </a:t>
            </a:r>
            <a:r>
              <a:rPr lang="es-CL" sz="1800" b="1" noProof="0" dirty="0" err="1">
                <a:solidFill>
                  <a:srgbClr val="FFFFFF"/>
                </a:solidFill>
                <a:latin typeface="Inter SemiBold"/>
                <a:ea typeface="Inter SemiBold"/>
                <a:cs typeface="Inter SemiBold"/>
                <a:sym typeface="Inter SemiBold"/>
              </a:rPr>
              <a:t>SpA</a:t>
            </a:r>
            <a:endParaRPr lang="es-CL" noProof="0" dirty="0"/>
          </a:p>
        </p:txBody>
      </p:sp>
      <p:sp>
        <p:nvSpPr>
          <p:cNvPr id="245" name="Google Shape;245;p1"/>
          <p:cNvSpPr txBox="1"/>
          <p:nvPr/>
        </p:nvSpPr>
        <p:spPr>
          <a:xfrm>
            <a:off x="12763761" y="8961120"/>
            <a:ext cx="4041891"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dirty="0">
                <a:solidFill>
                  <a:srgbClr val="FFFFFF"/>
                </a:solidFill>
                <a:latin typeface="Inter"/>
                <a:ea typeface="Inter"/>
                <a:cs typeface="Inter"/>
                <a:sym typeface="Inter"/>
              </a:rPr>
              <a:t>Siguiente</a:t>
            </a:r>
            <a:endParaRPr lang="es-CL" noProof="0" dirty="0"/>
          </a:p>
        </p:txBody>
      </p:sp>
      <p:pic>
        <p:nvPicPr>
          <p:cNvPr id="246" name="!!logo" descr="Isotipo LafroX"/>
          <p:cNvPicPr preferRelativeResize="0"/>
          <p:nvPr/>
        </p:nvPicPr>
        <p:blipFill rotWithShape="1">
          <a:blip r:embed="rId7">
            <a:alphaModFix/>
          </a:blip>
          <a:srcRect/>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3"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4"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5"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6"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7"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8"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9"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dirty="0">
                <a:solidFill>
                  <a:srgbClr val="FFFFFF"/>
                </a:solidFill>
                <a:latin typeface="Inter SemiBold"/>
                <a:ea typeface="Inter SemiBold"/>
                <a:cs typeface="Inter SemiBold"/>
                <a:sym typeface="Inter SemiBold"/>
              </a:rPr>
              <a:t>LafroX </a:t>
            </a:r>
            <a:r>
              <a:rPr lang="es-CL" sz="1999" b="1" noProof="0" dirty="0" err="1">
                <a:solidFill>
                  <a:srgbClr val="FFFFFF"/>
                </a:solidFill>
                <a:latin typeface="Inter SemiBold"/>
                <a:ea typeface="Inter SemiBold"/>
                <a:cs typeface="Inter SemiBold"/>
                <a:sym typeface="Inter SemiBold"/>
              </a:rPr>
              <a:t>SpA</a:t>
            </a:r>
            <a:endParaRPr lang="es-CL" noProof="0" dirty="0"/>
          </a:p>
        </p:txBody>
      </p:sp>
      <p:pic>
        <p:nvPicPr>
          <p:cNvPr id="260" name="!!logo" descr="Isotipo LafroX"/>
          <p:cNvPicPr preferRelativeResize="0"/>
          <p:nvPr/>
        </p:nvPicPr>
        <p:blipFill rotWithShape="1">
          <a:blip r:embed="rId7">
            <a:alphaModFix/>
          </a:blip>
          <a:srcRect/>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400" b="1" noProof="0" dirty="0">
                <a:solidFill>
                  <a:srgbClr val="F29A5E"/>
                </a:solidFill>
                <a:latin typeface="Inter SemiBold"/>
                <a:ea typeface="Inter SemiBold"/>
                <a:cs typeface="Inter SemiBold"/>
                <a:sym typeface="Inter SemiBold"/>
              </a:rPr>
              <a:t>MARZO 2026 · RETIRO SANITARIO</a:t>
            </a:r>
            <a:endParaRPr lang="es-CL" noProof="0" dirty="0"/>
          </a:p>
        </p:txBody>
      </p:sp>
      <p:sp>
        <p:nvSpPr>
          <p:cNvPr id="262" name="!!title"/>
          <p:cNvSpPr txBox="1"/>
          <p:nvPr/>
        </p:nvSpPr>
        <p:spPr>
          <a:xfrm>
            <a:off x="1828800" y="2377440"/>
            <a:ext cx="14630400" cy="356616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23000" b="1" noProof="0" dirty="0">
                <a:solidFill>
                  <a:srgbClr val="FFFFFF"/>
                </a:solidFill>
                <a:latin typeface="Inter SemiBold"/>
                <a:ea typeface="Inter SemiBold"/>
                <a:cs typeface="Inter SemiBold"/>
                <a:sym typeface="Inter SemiBold"/>
              </a:rPr>
              <a:t>9 días</a:t>
            </a:r>
            <a:endParaRPr lang="es-CL" noProof="0" dirty="0"/>
          </a:p>
        </p:txBody>
      </p:sp>
      <p:sp>
        <p:nvSpPr>
          <p:cNvPr id="263" name="Google Shape;263;p2"/>
          <p:cNvSpPr txBox="1"/>
          <p:nvPr/>
        </p:nvSpPr>
        <p:spPr>
          <a:xfrm>
            <a:off x="1828800" y="5943600"/>
            <a:ext cx="1463040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3400" b="0" noProof="0" dirty="0">
                <a:solidFill>
                  <a:srgbClr val="FFFFFF"/>
                </a:solidFill>
                <a:latin typeface="Inter Light"/>
                <a:ea typeface="Inter Light"/>
                <a:cs typeface="Inter Light"/>
                <a:sym typeface="Inter Light"/>
              </a:rPr>
              <a:t>para identificar a los clientes afectados</a:t>
            </a:r>
            <a:endParaRPr lang="es-CL" noProof="0" dirty="0"/>
          </a:p>
        </p:txBody>
      </p:sp>
      <p:sp>
        <p:nvSpPr>
          <p:cNvPr id="264" name="Google Shape;264;p2"/>
          <p:cNvSpPr txBox="1"/>
          <p:nvPr/>
        </p:nvSpPr>
        <p:spPr>
          <a:xfrm>
            <a:off x="310896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dirty="0">
                <a:solidFill>
                  <a:srgbClr val="F29A5E"/>
                </a:solidFill>
                <a:latin typeface="Inter SemiBold"/>
                <a:ea typeface="Inter SemiBold"/>
                <a:cs typeface="Inter SemiBold"/>
                <a:sym typeface="Inter SemiBold"/>
              </a:rPr>
              <a:t>4.800 kg</a:t>
            </a:r>
            <a:endParaRPr lang="es-CL" noProof="0" dirty="0"/>
          </a:p>
        </p:txBody>
      </p:sp>
      <p:sp>
        <p:nvSpPr>
          <p:cNvPr id="265" name="Google Shape;265;p2"/>
          <p:cNvSpPr txBox="1"/>
          <p:nvPr/>
        </p:nvSpPr>
        <p:spPr>
          <a:xfrm>
            <a:off x="310896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dirty="0">
                <a:solidFill>
                  <a:srgbClr val="FFFFFF"/>
                </a:solidFill>
                <a:latin typeface="Inter"/>
                <a:ea typeface="Inter"/>
                <a:cs typeface="Inter"/>
                <a:sym typeface="Inter"/>
              </a:rPr>
              <a:t>retirados</a:t>
            </a:r>
            <a:endParaRPr lang="es-CL" noProof="0" dirty="0"/>
          </a:p>
        </p:txBody>
      </p:sp>
      <p:sp>
        <p:nvSpPr>
          <p:cNvPr id="266" name="Google Shape;266;p2"/>
          <p:cNvSpPr txBox="1"/>
          <p:nvPr/>
        </p:nvSpPr>
        <p:spPr>
          <a:xfrm>
            <a:off x="731520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dirty="0">
                <a:solidFill>
                  <a:srgbClr val="F29A5E"/>
                </a:solidFill>
                <a:latin typeface="Inter SemiBold"/>
                <a:ea typeface="Inter SemiBold"/>
                <a:cs typeface="Inter SemiBold"/>
                <a:sym typeface="Inter SemiBold"/>
              </a:rPr>
              <a:t>6 meses</a:t>
            </a:r>
            <a:endParaRPr lang="es-CL" noProof="0" dirty="0"/>
          </a:p>
        </p:txBody>
      </p:sp>
      <p:sp>
        <p:nvSpPr>
          <p:cNvPr id="267" name="Google Shape;267;p2"/>
          <p:cNvSpPr txBox="1"/>
          <p:nvPr/>
        </p:nvSpPr>
        <p:spPr>
          <a:xfrm>
            <a:off x="731520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dirty="0">
                <a:solidFill>
                  <a:srgbClr val="FFFFFF"/>
                </a:solidFill>
                <a:latin typeface="Inter"/>
                <a:ea typeface="Inter"/>
                <a:cs typeface="Inter"/>
                <a:sym typeface="Inter"/>
              </a:rPr>
              <a:t>de suspensión del proveedor</a:t>
            </a:r>
            <a:endParaRPr lang="es-CL" noProof="0" dirty="0"/>
          </a:p>
        </p:txBody>
      </p:sp>
      <p:sp>
        <p:nvSpPr>
          <p:cNvPr id="268" name="Google Shape;268;p2"/>
          <p:cNvSpPr txBox="1"/>
          <p:nvPr/>
        </p:nvSpPr>
        <p:spPr>
          <a:xfrm>
            <a:off x="1152144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dirty="0">
                <a:solidFill>
                  <a:srgbClr val="F29A5E"/>
                </a:solidFill>
                <a:latin typeface="Inter SemiBold"/>
                <a:ea typeface="Inter SemiBold"/>
                <a:cs typeface="Inter SemiBold"/>
                <a:sym typeface="Inter SemiBold"/>
              </a:rPr>
              <a:t>6 %</a:t>
            </a:r>
            <a:endParaRPr lang="es-CL" noProof="0" dirty="0"/>
          </a:p>
        </p:txBody>
      </p:sp>
      <p:sp>
        <p:nvSpPr>
          <p:cNvPr id="269" name="Google Shape;269;p2"/>
          <p:cNvSpPr txBox="1"/>
          <p:nvPr/>
        </p:nvSpPr>
        <p:spPr>
          <a:xfrm>
            <a:off x="1152144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dirty="0">
                <a:solidFill>
                  <a:srgbClr val="FFFFFF"/>
                </a:solidFill>
                <a:latin typeface="Inter"/>
                <a:ea typeface="Inter"/>
                <a:cs typeface="Inter"/>
                <a:sym typeface="Inter"/>
              </a:rPr>
              <a:t>de las ventas en riesgo</a:t>
            </a:r>
            <a:endParaRPr lang="es-CL" noProof="0" dirty="0"/>
          </a:p>
        </p:txBody>
      </p:sp>
      <p:sp>
        <p:nvSpPr>
          <p:cNvPr id="27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FFFFFF"/>
                </a:solidFill>
                <a:latin typeface="Inter SemiBold"/>
              </a:rPr>
              <a:t>01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deco_13b10c14_1"/>
          <p:cNvSpPr/>
          <p:nvPr/>
        </p:nvSpPr>
        <p:spPr>
          <a:xfrm rot="10800000" flipH="1">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77" name="!!deco_dce8b6c9_1"/>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7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7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80"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81" name="!!title"/>
          <p:cNvSpPr txBox="1"/>
          <p:nvPr/>
        </p:nvSpPr>
        <p:spPr>
          <a:xfrm>
            <a:off x="1475324" y="1600200"/>
            <a:ext cx="7668676" cy="13716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dirty="0">
                <a:solidFill>
                  <a:srgbClr val="111111"/>
                </a:solidFill>
                <a:latin typeface="Inter SemiBold"/>
                <a:ea typeface="Inter SemiBold"/>
                <a:cs typeface="Inter SemiBold"/>
                <a:sym typeface="Inter SemiBold"/>
              </a:rPr>
              <a:t>Problemática</a:t>
            </a:r>
            <a:endParaRPr lang="es-CL" noProof="0" dirty="0"/>
          </a:p>
        </p:txBody>
      </p:sp>
      <p:sp>
        <p:nvSpPr>
          <p:cNvPr id="282"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dirty="0">
                <a:solidFill>
                  <a:srgbClr val="000000"/>
                </a:solidFill>
                <a:latin typeface="Inter SemiBold"/>
                <a:ea typeface="Inter SemiBold"/>
                <a:cs typeface="Inter SemiBold"/>
                <a:sym typeface="Inter SemiBold"/>
              </a:rPr>
              <a:t>LafroX </a:t>
            </a:r>
            <a:r>
              <a:rPr lang="es-CL" sz="1800" b="1" noProof="0" dirty="0" err="1">
                <a:solidFill>
                  <a:srgbClr val="000000"/>
                </a:solidFill>
                <a:latin typeface="Inter SemiBold"/>
                <a:ea typeface="Inter SemiBold"/>
                <a:cs typeface="Inter SemiBold"/>
                <a:sym typeface="Inter SemiBold"/>
              </a:rPr>
              <a:t>SpA</a:t>
            </a:r>
            <a:endParaRPr lang="es-CL" noProof="0" dirty="0"/>
          </a:p>
        </p:txBody>
      </p:sp>
      <p:pic>
        <p:nvPicPr>
          <p:cNvPr id="283" name="!!logo" descr="Isotipo LafroX"/>
          <p:cNvPicPr preferRelativeResize="0"/>
          <p:nvPr/>
        </p:nvPicPr>
        <p:blipFill rotWithShape="1">
          <a:blip r:embed="rId7">
            <a:alphaModFix/>
          </a:blip>
          <a:srcRect/>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000" b="0" noProof="0" dirty="0">
                <a:solidFill>
                  <a:srgbClr val="606060"/>
                </a:solidFill>
                <a:latin typeface="Inter"/>
                <a:ea typeface="Inter"/>
                <a:cs typeface="Inter"/>
                <a:sym typeface="Inter"/>
              </a:rPr>
              <a:t>Tres problemas</a:t>
            </a:r>
            <a:r>
              <a:rPr lang="es-CL" sz="3000" noProof="0" dirty="0">
                <a:solidFill>
                  <a:srgbClr val="606060"/>
                </a:solidFill>
                <a:latin typeface="Inter"/>
                <a:ea typeface="Inter"/>
                <a:cs typeface="Inter"/>
                <a:sym typeface="Inter"/>
              </a:rPr>
              <a:t> y </a:t>
            </a:r>
            <a:r>
              <a:rPr lang="es-CL" sz="3000" b="0" noProof="0" dirty="0">
                <a:solidFill>
                  <a:srgbClr val="606060"/>
                </a:solidFill>
                <a:latin typeface="Inter"/>
                <a:ea typeface="Inter"/>
                <a:cs typeface="Inter"/>
                <a:sym typeface="Inter"/>
              </a:rPr>
              <a:t>una sola causa</a:t>
            </a:r>
            <a:endParaRPr lang="es-CL" noProof="0" dirty="0"/>
          </a:p>
        </p:txBody>
      </p:sp>
      <p:sp>
        <p:nvSpPr>
          <p:cNvPr id="285" name="Google Shape;285;p3"/>
          <p:cNvSpPr/>
          <p:nvPr/>
        </p:nvSpPr>
        <p:spPr>
          <a:xfrm>
            <a:off x="1472184" y="4434840"/>
            <a:ext cx="7315200" cy="2103120"/>
          </a:xfrm>
          <a:prstGeom prst="roundRect">
            <a:avLst>
              <a:gd name="adj" fmla="val 8000"/>
            </a:avLst>
          </a:prstGeom>
          <a:solidFill>
            <a:srgbClr val="111111"/>
          </a:solidFill>
          <a:ln>
            <a:noFill/>
          </a:ln>
        </p:spPr>
        <p:txBody>
          <a:bodyPr spcFirstLastPara="1" wrap="square" lIns="365750" tIns="45700" rIns="365750" bIns="45700" anchor="ctr" anchorCtr="0">
            <a:noAutofit/>
          </a:bodyPr>
          <a:lstStyle/>
          <a:p>
            <a:pPr marL="0" marR="0" lvl="0" indent="0" algn="l" rtl="0">
              <a:spcBef>
                <a:spcPts val="0"/>
              </a:spcBef>
              <a:spcAft>
                <a:spcPts val="0"/>
              </a:spcAft>
              <a:buNone/>
            </a:pPr>
            <a:r>
              <a:rPr lang="es-CL" sz="1800" b="1" noProof="0" dirty="0">
                <a:solidFill>
                  <a:srgbClr val="F29A5E"/>
                </a:solidFill>
                <a:latin typeface="Inter SemiBold"/>
                <a:ea typeface="Inter SemiBold"/>
                <a:cs typeface="Inter SemiBold"/>
                <a:sym typeface="Inter SemiBold"/>
              </a:rPr>
              <a:t>CAUSA RAÍZ</a:t>
            </a:r>
            <a:endParaRPr lang="es-CL" noProof="0" dirty="0"/>
          </a:p>
          <a:p>
            <a:pPr marL="0" marR="0" lvl="0" indent="0" algn="l" rtl="0">
              <a:spcBef>
                <a:spcPts val="0"/>
              </a:spcBef>
              <a:spcAft>
                <a:spcPts val="0"/>
              </a:spcAft>
              <a:buNone/>
            </a:pPr>
            <a:r>
              <a:rPr lang="es-CL" sz="3000" b="1" noProof="0" dirty="0">
                <a:solidFill>
                  <a:srgbClr val="FFFFFF"/>
                </a:solidFill>
                <a:latin typeface="Inter SemiBold"/>
                <a:ea typeface="Inter SemiBold"/>
                <a:cs typeface="Inter SemiBold"/>
                <a:sym typeface="Inter SemiBold"/>
              </a:rPr>
              <a:t>El dato no se registra donde ocurre el hecho.</a:t>
            </a:r>
            <a:endParaRPr lang="es-CL" noProof="0" dirty="0"/>
          </a:p>
        </p:txBody>
      </p:sp>
      <p:sp>
        <p:nvSpPr>
          <p:cNvPr id="286" name="Google Shape;286;p3"/>
          <p:cNvSpPr/>
          <p:nvPr/>
        </p:nvSpPr>
        <p:spPr>
          <a:xfrm>
            <a:off x="9509760" y="233172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87" name="Google Shape;287;p3"/>
          <p:cNvSpPr txBox="1"/>
          <p:nvPr/>
        </p:nvSpPr>
        <p:spPr>
          <a:xfrm>
            <a:off x="9829800" y="260604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01</a:t>
            </a:r>
            <a:endParaRPr lang="es-CL" noProof="0" dirty="0"/>
          </a:p>
        </p:txBody>
      </p:sp>
      <p:sp>
        <p:nvSpPr>
          <p:cNvPr id="288" name="Google Shape;288;p3"/>
          <p:cNvSpPr txBox="1"/>
          <p:nvPr/>
        </p:nvSpPr>
        <p:spPr>
          <a:xfrm>
            <a:off x="9829800" y="301752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Habilitación sanitaria en riesgo</a:t>
            </a:r>
            <a:endParaRPr lang="es-CL" noProof="0" dirty="0"/>
          </a:p>
        </p:txBody>
      </p:sp>
      <p:sp>
        <p:nvSpPr>
          <p:cNvPr id="289" name="Google Shape;289;p3"/>
          <p:cNvSpPr txBox="1"/>
          <p:nvPr/>
        </p:nvSpPr>
        <p:spPr>
          <a:xfrm>
            <a:off x="13167360" y="265176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dirty="0">
                <a:solidFill>
                  <a:srgbClr val="9A9A9A"/>
                </a:solidFill>
                <a:latin typeface="Inter"/>
                <a:ea typeface="Inter"/>
                <a:cs typeface="Inter"/>
                <a:sym typeface="Inter"/>
              </a:rPr>
              <a:t>retiro</a:t>
            </a:r>
            <a:endParaRPr lang="es-CL" noProof="0" dirty="0"/>
          </a:p>
        </p:txBody>
      </p:sp>
      <p:sp>
        <p:nvSpPr>
          <p:cNvPr id="290" name="!!reloj"/>
          <p:cNvSpPr txBox="1"/>
          <p:nvPr/>
        </p:nvSpPr>
        <p:spPr>
          <a:xfrm>
            <a:off x="12801600" y="301752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9 días</a:t>
            </a:r>
            <a:endParaRPr lang="es-CL" noProof="0" dirty="0"/>
          </a:p>
        </p:txBody>
      </p:sp>
      <p:cxnSp>
        <p:nvCxnSpPr>
          <p:cNvPr id="291" name="Google Shape;291;p3"/>
          <p:cNvCxnSpPr>
            <a:cxnSpLocks/>
            <a:stCxn id="285" idx="3"/>
            <a:endCxn id="286" idx="1"/>
          </p:cNvCxnSpPr>
          <p:nvPr/>
        </p:nvCxnSpPr>
        <p:spPr>
          <a:xfrm flipV="1">
            <a:off x="8787384" y="3246120"/>
            <a:ext cx="722376" cy="224028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292" name="Google Shape;292;p3"/>
          <p:cNvSpPr/>
          <p:nvPr/>
        </p:nvSpPr>
        <p:spPr>
          <a:xfrm>
            <a:off x="9509760" y="457200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93" name="Google Shape;293;p3"/>
          <p:cNvSpPr txBox="1"/>
          <p:nvPr/>
        </p:nvSpPr>
        <p:spPr>
          <a:xfrm>
            <a:off x="9829800" y="484632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02</a:t>
            </a:r>
            <a:endParaRPr lang="es-CL" noProof="0" dirty="0"/>
          </a:p>
        </p:txBody>
      </p:sp>
      <p:sp>
        <p:nvSpPr>
          <p:cNvPr id="294" name="Google Shape;294;p3"/>
          <p:cNvSpPr txBox="1"/>
          <p:nvPr/>
        </p:nvSpPr>
        <p:spPr>
          <a:xfrm>
            <a:off x="9829800" y="525780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Servicio que pierde competitividad</a:t>
            </a:r>
            <a:endParaRPr lang="es-CL" noProof="0" dirty="0"/>
          </a:p>
        </p:txBody>
      </p:sp>
      <p:sp>
        <p:nvSpPr>
          <p:cNvPr id="295" name="Google Shape;295;p3"/>
          <p:cNvSpPr txBox="1"/>
          <p:nvPr/>
        </p:nvSpPr>
        <p:spPr>
          <a:xfrm>
            <a:off x="13167360" y="489204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dirty="0">
                <a:solidFill>
                  <a:srgbClr val="9A9A9A"/>
                </a:solidFill>
                <a:latin typeface="Inter"/>
                <a:ea typeface="Inter"/>
                <a:cs typeface="Inter"/>
                <a:sym typeface="Inter"/>
              </a:rPr>
              <a:t>OTIF</a:t>
            </a:r>
            <a:endParaRPr lang="es-CL" noProof="0" dirty="0"/>
          </a:p>
        </p:txBody>
      </p:sp>
      <p:sp>
        <p:nvSpPr>
          <p:cNvPr id="296" name="!!otif"/>
          <p:cNvSpPr txBox="1"/>
          <p:nvPr/>
        </p:nvSpPr>
        <p:spPr>
          <a:xfrm>
            <a:off x="12801600" y="525780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82,4 %</a:t>
            </a:r>
            <a:endParaRPr lang="es-CL" noProof="0" dirty="0"/>
          </a:p>
        </p:txBody>
      </p:sp>
      <p:cxnSp>
        <p:nvCxnSpPr>
          <p:cNvPr id="297" name="Google Shape;297;p3"/>
          <p:cNvCxnSpPr>
            <a:cxnSpLocks/>
            <a:stCxn id="285" idx="3"/>
            <a:endCxn id="292" idx="1"/>
          </p:cNvCxnSpPr>
          <p:nvPr/>
        </p:nvCxnSpPr>
        <p:spPr>
          <a:xfrm>
            <a:off x="8787384" y="5486400"/>
            <a:ext cx="722376"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298" name="Google Shape;298;p3"/>
          <p:cNvSpPr/>
          <p:nvPr/>
        </p:nvSpPr>
        <p:spPr>
          <a:xfrm>
            <a:off x="9509760" y="681228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99" name="Google Shape;299;p3"/>
          <p:cNvSpPr txBox="1"/>
          <p:nvPr/>
        </p:nvSpPr>
        <p:spPr>
          <a:xfrm>
            <a:off x="9829800" y="708660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03</a:t>
            </a:r>
            <a:endParaRPr lang="es-CL" noProof="0" dirty="0"/>
          </a:p>
        </p:txBody>
      </p:sp>
      <p:sp>
        <p:nvSpPr>
          <p:cNvPr id="300" name="Google Shape;300;p3"/>
          <p:cNvSpPr txBox="1"/>
          <p:nvPr/>
        </p:nvSpPr>
        <p:spPr>
          <a:xfrm>
            <a:off x="9829800" y="749808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Costo de servir desconocido</a:t>
            </a:r>
            <a:endParaRPr lang="es-CL" noProof="0" dirty="0"/>
          </a:p>
        </p:txBody>
      </p:sp>
      <p:sp>
        <p:nvSpPr>
          <p:cNvPr id="301" name="Google Shape;301;p3"/>
          <p:cNvSpPr txBox="1"/>
          <p:nvPr/>
        </p:nvSpPr>
        <p:spPr>
          <a:xfrm>
            <a:off x="13167360" y="713232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dirty="0">
                <a:solidFill>
                  <a:srgbClr val="9A9A9A"/>
                </a:solidFill>
                <a:latin typeface="Inter"/>
                <a:ea typeface="Inter"/>
                <a:cs typeface="Inter"/>
                <a:sym typeface="Inter"/>
              </a:rPr>
              <a:t>prorrateo de</a:t>
            </a:r>
            <a:endParaRPr lang="es-CL" noProof="0" dirty="0"/>
          </a:p>
        </p:txBody>
      </p:sp>
      <p:sp>
        <p:nvSpPr>
          <p:cNvPr id="302" name="!!costo"/>
          <p:cNvSpPr txBox="1"/>
          <p:nvPr/>
        </p:nvSpPr>
        <p:spPr>
          <a:xfrm>
            <a:off x="12801600" y="749808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2016</a:t>
            </a:r>
            <a:endParaRPr lang="es-CL" noProof="0" dirty="0"/>
          </a:p>
        </p:txBody>
      </p:sp>
      <p:cxnSp>
        <p:nvCxnSpPr>
          <p:cNvPr id="303" name="Google Shape;303;p3"/>
          <p:cNvCxnSpPr>
            <a:cxnSpLocks/>
            <a:stCxn id="285" idx="3"/>
            <a:endCxn id="298" idx="1"/>
          </p:cNvCxnSpPr>
          <p:nvPr/>
        </p:nvCxnSpPr>
        <p:spPr>
          <a:xfrm>
            <a:off x="8787384" y="5486400"/>
            <a:ext cx="722376" cy="224028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30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5" name="!!deco_1438196a_2">
            <a:extLst>
              <a:ext uri="{FF2B5EF4-FFF2-40B4-BE49-F238E27FC236}">
                <a16:creationId xmlns:a16="http://schemas.microsoft.com/office/drawing/2014/main" id="{EA4DD31C-A1CC-DACB-7E23-56602E67C400}"/>
              </a:ext>
            </a:extLst>
          </p:cNvPr>
          <p:cNvSpPr/>
          <p:nvPr/>
        </p:nvSpPr>
        <p:spPr>
          <a:xfrm>
            <a:off x="-1044678" y="75438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310" name="!!title"/>
          <p:cNvSpPr txBox="1"/>
          <p:nvPr/>
        </p:nvSpPr>
        <p:spPr>
          <a:xfrm>
            <a:off x="3429000" y="685800"/>
            <a:ext cx="11430000" cy="952500"/>
          </a:xfrm>
          <a:prstGeom prst="rect">
            <a:avLst/>
          </a:prstGeom>
          <a:noFill/>
          <a:ln>
            <a:noFill/>
          </a:ln>
        </p:spPr>
        <p:txBody>
          <a:bodyPr spcFirstLastPara="1" wrap="square" lIns="0" tIns="0" rIns="0" bIns="0" anchor="t" anchorCtr="0">
            <a:spAutoFit/>
          </a:bodyPr>
          <a:lstStyle/>
          <a:p>
            <a:pPr marL="0" marR="0" lvl="0" indent="0" algn="ctr" rtl="0">
              <a:lnSpc>
                <a:spcPct val="178240"/>
              </a:lnSpc>
              <a:spcBef>
                <a:spcPts val="0"/>
              </a:spcBef>
              <a:spcAft>
                <a:spcPts val="0"/>
              </a:spcAft>
              <a:buNone/>
            </a:pPr>
            <a:r>
              <a:rPr lang="es-CL" sz="5400" b="1" i="0" u="none" strike="noStrike" cap="none" noProof="0" dirty="0">
                <a:solidFill>
                  <a:srgbClr val="111111"/>
                </a:solidFill>
                <a:latin typeface="Inter SemiBold"/>
                <a:ea typeface="Inter SemiBold"/>
                <a:cs typeface="Inter SemiBold"/>
                <a:sym typeface="Inter SemiBold"/>
              </a:rPr>
              <a:t>Datos Clave</a:t>
            </a:r>
            <a:endParaRPr lang="es-CL" noProof="0" dirty="0"/>
          </a:p>
        </p:txBody>
      </p:sp>
      <p:sp>
        <p:nvSpPr>
          <p:cNvPr id="311"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312" name="Google Shape;312;hc7cc306779174be_12_0"/>
          <p:cNvSpPr txBox="1"/>
          <p:nvPr/>
        </p:nvSpPr>
        <p:spPr>
          <a:xfrm>
            <a:off x="5334000" y="1962150"/>
            <a:ext cx="762000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3200" b="1" noProof="0" dirty="0">
                <a:solidFill>
                  <a:srgbClr val="606060"/>
                </a:solidFill>
                <a:latin typeface="Inter SemiBold"/>
                <a:ea typeface="Inter SemiBold"/>
                <a:cs typeface="Inter SemiBold"/>
                <a:sym typeface="Inter SemiBold"/>
              </a:rPr>
              <a:t>Lo que hay y la meta a la cuál llegar</a:t>
            </a:r>
            <a:endParaRPr lang="es-CL" noProof="0" dirty="0"/>
          </a:p>
        </p:txBody>
      </p:sp>
      <p:sp>
        <p:nvSpPr>
          <p:cNvPr id="313" name="Google Shape;313;hc7cc306779174be_12_0"/>
          <p:cNvSpPr/>
          <p:nvPr/>
        </p:nvSpPr>
        <p:spPr>
          <a:xfrm>
            <a:off x="13335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000000"/>
                </a:solidFill>
                <a:latin typeface="Inter SemiBold"/>
                <a:ea typeface="Inter SemiBold"/>
                <a:cs typeface="Inter SemiBold"/>
                <a:sym typeface="Inter SemiBold"/>
              </a:rPr>
              <a:t>Retiro sanitario</a:t>
            </a:r>
            <a:endParaRPr lang="es-CL" noProof="0" dirty="0"/>
          </a:p>
        </p:txBody>
      </p:sp>
      <p:sp>
        <p:nvSpPr>
          <p:cNvPr id="315" name="Google Shape;315;hc7cc306779174be_12_0"/>
          <p:cNvSpPr txBox="1"/>
          <p:nvPr/>
        </p:nvSpPr>
        <p:spPr>
          <a:xfrm>
            <a:off x="17145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16" name="!!reloj"/>
          <p:cNvSpPr txBox="1"/>
          <p:nvPr/>
        </p:nvSpPr>
        <p:spPr>
          <a:xfrm>
            <a:off x="17145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dirty="0">
                <a:solidFill>
                  <a:srgbClr val="3C3C3C"/>
                </a:solidFill>
                <a:latin typeface="Inter"/>
                <a:ea typeface="Inter"/>
                <a:cs typeface="Inter"/>
                <a:sym typeface="Inter"/>
              </a:rPr>
              <a:t>9 días</a:t>
            </a:r>
            <a:endParaRPr lang="es-CL" noProof="0" dirty="0"/>
          </a:p>
        </p:txBody>
      </p:sp>
      <p:sp>
        <p:nvSpPr>
          <p:cNvPr id="317" name="Google Shape;317;hc7cc306779174be_12_0"/>
          <p:cNvSpPr txBox="1"/>
          <p:nvPr/>
        </p:nvSpPr>
        <p:spPr>
          <a:xfrm>
            <a:off x="37147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18" name="Google Shape;318;hc7cc306779174be_12_0"/>
          <p:cNvSpPr txBox="1"/>
          <p:nvPr/>
        </p:nvSpPr>
        <p:spPr>
          <a:xfrm>
            <a:off x="37147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&lt; 2 h</a:t>
            </a:r>
            <a:endParaRPr lang="es-CL" noProof="0" dirty="0"/>
          </a:p>
        </p:txBody>
      </p:sp>
      <p:sp>
        <p:nvSpPr>
          <p:cNvPr id="319" name="Google Shape;319;hc7cc306779174be_12_0"/>
          <p:cNvSpPr/>
          <p:nvPr/>
        </p:nvSpPr>
        <p:spPr>
          <a:xfrm>
            <a:off x="68580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000000"/>
                </a:solidFill>
                <a:latin typeface="Inter SemiBold"/>
                <a:ea typeface="Inter SemiBold"/>
                <a:cs typeface="Inter SemiBold"/>
                <a:sym typeface="Inter SemiBold"/>
              </a:rPr>
              <a:t>OTIF</a:t>
            </a:r>
            <a:endParaRPr lang="es-CL" noProof="0" dirty="0"/>
          </a:p>
        </p:txBody>
      </p:sp>
      <p:sp>
        <p:nvSpPr>
          <p:cNvPr id="321" name="Google Shape;321;hc7cc306779174be_12_0"/>
          <p:cNvSpPr txBox="1"/>
          <p:nvPr/>
        </p:nvSpPr>
        <p:spPr>
          <a:xfrm>
            <a:off x="72390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22" name="!!otif"/>
          <p:cNvSpPr txBox="1"/>
          <p:nvPr/>
        </p:nvSpPr>
        <p:spPr>
          <a:xfrm>
            <a:off x="72390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dirty="0">
                <a:solidFill>
                  <a:srgbClr val="3C3C3C"/>
                </a:solidFill>
                <a:latin typeface="Inter"/>
                <a:ea typeface="Inter"/>
                <a:cs typeface="Inter"/>
                <a:sym typeface="Inter"/>
              </a:rPr>
              <a:t>82,4 %</a:t>
            </a:r>
            <a:endParaRPr lang="es-CL" noProof="0" dirty="0"/>
          </a:p>
        </p:txBody>
      </p:sp>
      <p:sp>
        <p:nvSpPr>
          <p:cNvPr id="323" name="Google Shape;323;hc7cc306779174be_12_0"/>
          <p:cNvSpPr txBox="1"/>
          <p:nvPr/>
        </p:nvSpPr>
        <p:spPr>
          <a:xfrm>
            <a:off x="92392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24" name="Google Shape;324;hc7cc306779174be_12_0"/>
          <p:cNvSpPr txBox="1"/>
          <p:nvPr/>
        </p:nvSpPr>
        <p:spPr>
          <a:xfrm>
            <a:off x="92392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&gt; 95 %</a:t>
            </a:r>
            <a:endParaRPr lang="es-CL" noProof="0" dirty="0"/>
          </a:p>
        </p:txBody>
      </p:sp>
      <p:sp>
        <p:nvSpPr>
          <p:cNvPr id="325" name="Google Shape;325;hc7cc306779174be_12_0"/>
          <p:cNvSpPr/>
          <p:nvPr/>
        </p:nvSpPr>
        <p:spPr>
          <a:xfrm>
            <a:off x="123825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26" name="Google Shape;326;hc7cc306779174be_12_0"/>
          <p:cNvSpPr txBox="1"/>
          <p:nvPr/>
        </p:nvSpPr>
        <p:spPr>
          <a:xfrm>
            <a:off x="125730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000000"/>
                </a:solidFill>
                <a:latin typeface="Inter SemiBold"/>
                <a:ea typeface="Inter SemiBold"/>
                <a:cs typeface="Inter SemiBold"/>
                <a:sym typeface="Inter SemiBold"/>
              </a:rPr>
              <a:t>Sin lote (</a:t>
            </a:r>
            <a:r>
              <a:rPr lang="es-CL" sz="2600" b="1" noProof="0" dirty="0" err="1">
                <a:solidFill>
                  <a:srgbClr val="000000"/>
                </a:solidFill>
                <a:latin typeface="Inter SemiBold"/>
                <a:ea typeface="Inter SemiBold"/>
                <a:cs typeface="Inter SemiBold"/>
                <a:sym typeface="Inter SemiBold"/>
              </a:rPr>
              <a:t>prod</a:t>
            </a:r>
            <a:r>
              <a:rPr lang="es-CL" sz="2600" b="1" noProof="0" dirty="0">
                <a:solidFill>
                  <a:srgbClr val="000000"/>
                </a:solidFill>
                <a:latin typeface="Inter SemiBold"/>
                <a:ea typeface="Inter SemiBold"/>
                <a:cs typeface="Inter SemiBold"/>
                <a:sym typeface="Inter SemiBold"/>
              </a:rPr>
              <a:t>. retirado)</a:t>
            </a:r>
            <a:endParaRPr lang="es-CL" sz="2400" b="1" noProof="0" dirty="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28" name="Google Shape;328;hc7cc306779174be_12_0"/>
          <p:cNvSpPr txBox="1"/>
          <p:nvPr/>
        </p:nvSpPr>
        <p:spPr>
          <a:xfrm>
            <a:off x="127635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dirty="0">
                <a:solidFill>
                  <a:srgbClr val="3C3C3C"/>
                </a:solidFill>
                <a:latin typeface="Inter"/>
                <a:ea typeface="Inter"/>
                <a:cs typeface="Inter"/>
                <a:sym typeface="Inter"/>
              </a:rPr>
              <a:t>41 %</a:t>
            </a:r>
            <a:endParaRPr lang="es-CL" noProof="0" dirty="0"/>
          </a:p>
        </p:txBody>
      </p:sp>
      <p:sp>
        <p:nvSpPr>
          <p:cNvPr id="329" name="Google Shape;329;hc7cc306779174be_12_0"/>
          <p:cNvSpPr txBox="1"/>
          <p:nvPr/>
        </p:nvSpPr>
        <p:spPr>
          <a:xfrm>
            <a:off x="147637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30" name="Google Shape;330;hc7cc306779174be_12_0"/>
          <p:cNvSpPr txBox="1"/>
          <p:nvPr/>
        </p:nvSpPr>
        <p:spPr>
          <a:xfrm>
            <a:off x="147637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0 %</a:t>
            </a:r>
            <a:endParaRPr lang="es-CL" noProof="0" dirty="0"/>
          </a:p>
        </p:txBody>
      </p:sp>
      <p:sp>
        <p:nvSpPr>
          <p:cNvPr id="331" name="Google Shape;331;hc7cc306779174be_12_0"/>
          <p:cNvSpPr/>
          <p:nvPr/>
        </p:nvSpPr>
        <p:spPr>
          <a:xfrm>
            <a:off x="13335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err="1">
                <a:solidFill>
                  <a:srgbClr val="000000"/>
                </a:solidFill>
                <a:latin typeface="Inter SemiBold"/>
                <a:ea typeface="Inter SemiBold"/>
                <a:cs typeface="Inter SemiBold"/>
                <a:sym typeface="Inter SemiBold"/>
              </a:rPr>
              <a:t>Reentregas</a:t>
            </a:r>
            <a:endParaRPr lang="es-CL" noProof="0" dirty="0"/>
          </a:p>
        </p:txBody>
      </p:sp>
      <p:sp>
        <p:nvSpPr>
          <p:cNvPr id="333" name="Google Shape;333;hc7cc306779174be_12_0"/>
          <p:cNvSpPr txBox="1"/>
          <p:nvPr/>
        </p:nvSpPr>
        <p:spPr>
          <a:xfrm>
            <a:off x="17145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34" name="Google Shape;334;hc7cc306779174be_12_0"/>
          <p:cNvSpPr txBox="1"/>
          <p:nvPr/>
        </p:nvSpPr>
        <p:spPr>
          <a:xfrm>
            <a:off x="17145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dirty="0">
                <a:solidFill>
                  <a:srgbClr val="3C3C3C"/>
                </a:solidFill>
                <a:latin typeface="Inter"/>
                <a:ea typeface="Inter"/>
                <a:cs typeface="Inter"/>
                <a:sym typeface="Inter"/>
              </a:rPr>
              <a:t>4,2 %</a:t>
            </a:r>
            <a:endParaRPr lang="es-CL" noProof="0" dirty="0"/>
          </a:p>
        </p:txBody>
      </p:sp>
      <p:sp>
        <p:nvSpPr>
          <p:cNvPr id="335" name="Google Shape;335;hc7cc306779174be_12_0"/>
          <p:cNvSpPr txBox="1"/>
          <p:nvPr/>
        </p:nvSpPr>
        <p:spPr>
          <a:xfrm>
            <a:off x="37147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36" name="Google Shape;336;hc7cc306779174be_12_0"/>
          <p:cNvSpPr txBox="1"/>
          <p:nvPr/>
        </p:nvSpPr>
        <p:spPr>
          <a:xfrm>
            <a:off x="3714750" y="76104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&lt; 1 %</a:t>
            </a:r>
            <a:endParaRPr lang="es-CL" noProof="0" dirty="0"/>
          </a:p>
        </p:txBody>
      </p:sp>
      <p:sp>
        <p:nvSpPr>
          <p:cNvPr id="337" name="Google Shape;337;hc7cc306779174be_12_0"/>
          <p:cNvSpPr/>
          <p:nvPr/>
        </p:nvSpPr>
        <p:spPr>
          <a:xfrm>
            <a:off x="68580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000000"/>
                </a:solidFill>
                <a:latin typeface="Inter SemiBold"/>
                <a:ea typeface="Inter SemiBold"/>
                <a:cs typeface="Inter SemiBold"/>
                <a:sym typeface="Inter SemiBold"/>
              </a:rPr>
              <a:t>Merma por vencimiento</a:t>
            </a:r>
            <a:endParaRPr lang="es-CL" noProof="0" dirty="0"/>
          </a:p>
        </p:txBody>
      </p:sp>
      <p:sp>
        <p:nvSpPr>
          <p:cNvPr id="339" name="Google Shape;339;hc7cc306779174be_12_0"/>
          <p:cNvSpPr txBox="1"/>
          <p:nvPr/>
        </p:nvSpPr>
        <p:spPr>
          <a:xfrm>
            <a:off x="72390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40" name="Google Shape;340;hc7cc306779174be_12_0"/>
          <p:cNvSpPr txBox="1"/>
          <p:nvPr/>
        </p:nvSpPr>
        <p:spPr>
          <a:xfrm>
            <a:off x="72390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dirty="0">
                <a:solidFill>
                  <a:srgbClr val="3C3C3C"/>
                </a:solidFill>
                <a:latin typeface="Inter"/>
                <a:ea typeface="Inter"/>
                <a:cs typeface="Inter"/>
                <a:sym typeface="Inter"/>
              </a:rPr>
              <a:t>1,7 %</a:t>
            </a:r>
            <a:endParaRPr lang="es-CL" noProof="0" dirty="0"/>
          </a:p>
        </p:txBody>
      </p:sp>
      <p:sp>
        <p:nvSpPr>
          <p:cNvPr id="341" name="Google Shape;341;hc7cc306779174be_12_0"/>
          <p:cNvSpPr txBox="1"/>
          <p:nvPr/>
        </p:nvSpPr>
        <p:spPr>
          <a:xfrm>
            <a:off x="92392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42" name="Google Shape;342;hc7cc306779174be_12_0"/>
          <p:cNvSpPr txBox="1"/>
          <p:nvPr/>
        </p:nvSpPr>
        <p:spPr>
          <a:xfrm>
            <a:off x="9239249" y="7610475"/>
            <a:ext cx="2441473" cy="6771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 1,0 %</a:t>
            </a:r>
            <a:endParaRPr lang="es-CL" noProof="0" dirty="0"/>
          </a:p>
        </p:txBody>
      </p:sp>
      <p:sp>
        <p:nvSpPr>
          <p:cNvPr id="343" name="Google Shape;343;hc7cc306779174be_12_0"/>
          <p:cNvSpPr/>
          <p:nvPr/>
        </p:nvSpPr>
        <p:spPr>
          <a:xfrm>
            <a:off x="123825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000000"/>
                </a:solidFill>
                <a:latin typeface="Inter SemiBold"/>
                <a:ea typeface="Inter SemiBold"/>
                <a:cs typeface="Inter SemiBold"/>
                <a:sym typeface="Inter SemiBold"/>
              </a:rPr>
              <a:t>Diferencias de rendición</a:t>
            </a:r>
            <a:endParaRPr lang="es-CL" noProof="0" dirty="0"/>
          </a:p>
        </p:txBody>
      </p:sp>
      <p:sp>
        <p:nvSpPr>
          <p:cNvPr id="345" name="Google Shape;345;hc7cc306779174be_12_0"/>
          <p:cNvSpPr txBox="1"/>
          <p:nvPr/>
        </p:nvSpPr>
        <p:spPr>
          <a:xfrm>
            <a:off x="127635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46" name="Google Shape;346;hc7cc306779174be_12_0"/>
          <p:cNvSpPr txBox="1"/>
          <p:nvPr/>
        </p:nvSpPr>
        <p:spPr>
          <a:xfrm>
            <a:off x="127635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0" noProof="0" dirty="0">
                <a:solidFill>
                  <a:srgbClr val="3C3C3C"/>
                </a:solidFill>
                <a:latin typeface="Inter"/>
                <a:ea typeface="Inter"/>
                <a:cs typeface="Inter"/>
                <a:sym typeface="Inter"/>
              </a:rPr>
              <a:t>$4,2 M/mes</a:t>
            </a:r>
            <a:endParaRPr lang="es-CL" noProof="0" dirty="0"/>
          </a:p>
        </p:txBody>
      </p:sp>
      <p:sp>
        <p:nvSpPr>
          <p:cNvPr id="347" name="Google Shape;347;hc7cc306779174be_12_0"/>
          <p:cNvSpPr txBox="1"/>
          <p:nvPr/>
        </p:nvSpPr>
        <p:spPr>
          <a:xfrm>
            <a:off x="147637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48" name="Google Shape;348;hc7cc306779174be_12_0"/>
          <p:cNvSpPr txBox="1"/>
          <p:nvPr/>
        </p:nvSpPr>
        <p:spPr>
          <a:xfrm>
            <a:off x="14950440" y="7738491"/>
            <a:ext cx="228600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700" b="1" noProof="0" dirty="0">
                <a:solidFill>
                  <a:srgbClr val="E8641B"/>
                </a:solidFill>
                <a:latin typeface="Inter SemiBold"/>
                <a:ea typeface="Inter SemiBold"/>
                <a:cs typeface="Inter SemiBold"/>
                <a:sym typeface="Inter SemiBold"/>
              </a:rPr>
              <a:t>Mismo día</a:t>
            </a:r>
            <a:endParaRPr lang="es-CL" noProof="0" dirty="0"/>
          </a:p>
        </p:txBody>
      </p:sp>
      <p:sp>
        <p:nvSpPr>
          <p:cNvPr id="34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03</a:t>
            </a:r>
          </a:p>
        </p:txBody>
      </p:sp>
      <p:sp>
        <p:nvSpPr>
          <p:cNvPr id="3" name="!!deco_1438196a_2">
            <a:extLst>
              <a:ext uri="{FF2B5EF4-FFF2-40B4-BE49-F238E27FC236}">
                <a16:creationId xmlns:a16="http://schemas.microsoft.com/office/drawing/2014/main" id="{1F5A9D5F-5E01-33D5-5A47-F6AC01463359}"/>
              </a:ext>
            </a:extLst>
          </p:cNvPr>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6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dirty="0"/>
          </a:p>
        </p:txBody>
      </p:sp>
      <p:sp>
        <p:nvSpPr>
          <p:cNvPr id="36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dirty="0"/>
          </a:p>
        </p:txBody>
      </p:sp>
      <p:sp>
        <p:nvSpPr>
          <p:cNvPr id="41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05</a:t>
            </a:r>
          </a:p>
        </p:txBody>
      </p:sp>
      <p:sp>
        <p:nvSpPr>
          <p:cNvPr id="355" name="!!title"/>
          <p:cNvSpPr txBox="1"/>
          <p:nvPr/>
        </p:nvSpPr>
        <p:spPr>
          <a:xfrm>
            <a:off x="1514505" y="536225"/>
            <a:ext cx="8490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dirty="0">
                <a:solidFill>
                  <a:srgbClr val="111111"/>
                </a:solidFill>
                <a:latin typeface="Inter SemiBold"/>
                <a:ea typeface="Inter SemiBold"/>
                <a:cs typeface="Inter SemiBold"/>
                <a:sym typeface="Inter SemiBold"/>
              </a:rPr>
              <a:t>Esquema de solución</a:t>
            </a:r>
            <a:endParaRPr lang="es-CL" noProof="0" dirty="0"/>
          </a:p>
        </p:txBody>
      </p:sp>
      <p:sp>
        <p:nvSpPr>
          <p:cNvPr id="356" name="Google Shape;356;p7"/>
          <p:cNvSpPr/>
          <p:nvPr/>
        </p:nvSpPr>
        <p:spPr>
          <a:xfrm>
            <a:off x="557413" y="2492125"/>
            <a:ext cx="7791300" cy="6843000"/>
          </a:xfrm>
          <a:prstGeom prst="roundRect">
            <a:avLst>
              <a:gd name="adj" fmla="val 2051"/>
            </a:avLst>
          </a:prstGeom>
          <a:solidFill>
            <a:srgbClr val="FFFFFF"/>
          </a:solidFill>
          <a:ln w="15875" cap="flat" cmpd="sng">
            <a:solidFill>
              <a:schemeClr val="dk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57" name="Google Shape;357;p7"/>
          <p:cNvSpPr txBox="1"/>
          <p:nvPr/>
        </p:nvSpPr>
        <p:spPr>
          <a:xfrm>
            <a:off x="638805" y="8989673"/>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Figura 3.1</a:t>
            </a:r>
            <a:r>
              <a:rPr lang="es-CL" sz="1500" b="1" noProof="0" dirty="0">
                <a:solidFill>
                  <a:srgbClr val="111111"/>
                </a:solidFill>
                <a:latin typeface="Inter SemiBold"/>
                <a:ea typeface="Inter SemiBold"/>
                <a:cs typeface="Inter SemiBold"/>
                <a:sym typeface="Inter SemiBold"/>
              </a:rPr>
              <a:t> · Ciclo logístico de la solución</a:t>
            </a:r>
          </a:p>
        </p:txBody>
      </p:sp>
      <p:pic>
        <p:nvPicPr>
          <p:cNvPr id="359" name="Google Shape;359;p7" descr="Figura 3.1. Ciclo logístico de la solución (Subdocumento 3)"/>
          <p:cNvPicPr preferRelativeResize="0"/>
          <p:nvPr/>
        </p:nvPicPr>
        <p:blipFill rotWithShape="1">
          <a:blip r:embed="rId4">
            <a:alphaModFix/>
          </a:blip>
          <a:srcRect/>
          <a:stretch/>
        </p:blipFill>
        <p:spPr>
          <a:xfrm>
            <a:off x="740850" y="2603275"/>
            <a:ext cx="7424423" cy="6311501"/>
          </a:xfrm>
          <a:prstGeom prst="rect">
            <a:avLst/>
          </a:prstGeom>
          <a:noFill/>
          <a:ln w="12700">
            <a:solidFill>
              <a:srgbClr val="E4E4E4"/>
            </a:solidFill>
          </a:ln>
        </p:spPr>
      </p:pic>
      <p:sp>
        <p:nvSpPr>
          <p:cNvPr id="360" name="Google Shape;360;p7"/>
          <p:cNvSpPr/>
          <p:nvPr/>
        </p:nvSpPr>
        <p:spPr>
          <a:xfrm>
            <a:off x="9151650" y="6385525"/>
            <a:ext cx="8560800" cy="2949600"/>
          </a:xfrm>
          <a:prstGeom prst="roundRect">
            <a:avLst>
              <a:gd name="adj" fmla="val 2051"/>
            </a:avLst>
          </a:prstGeom>
          <a:solidFill>
            <a:srgbClr val="FFFFFF"/>
          </a:solidFill>
          <a:ln w="15875" cap="flat" cmpd="sng">
            <a:solidFill>
              <a:srgbClr val="11111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61" name="Google Shape;361;p7"/>
          <p:cNvSpPr txBox="1"/>
          <p:nvPr/>
        </p:nvSpPr>
        <p:spPr>
          <a:xfrm>
            <a:off x="9285905" y="9014348"/>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Figura 3.3</a:t>
            </a:r>
            <a:r>
              <a:rPr lang="es-CL" sz="1500" b="1" noProof="0" dirty="0">
                <a:solidFill>
                  <a:srgbClr val="111111"/>
                </a:solidFill>
                <a:latin typeface="Inter SemiBold"/>
                <a:ea typeface="Inter SemiBold"/>
                <a:cs typeface="Inter SemiBold"/>
                <a:sym typeface="Inter SemiBold"/>
              </a:rPr>
              <a:t> · Continuidad durante cortes</a:t>
            </a:r>
          </a:p>
        </p:txBody>
      </p:sp>
      <p:pic>
        <p:nvPicPr>
          <p:cNvPr id="362" name="Google Shape;362;p7" descr="Figura 3.3. Continuidad durante cortes (Subdocumento 3)"/>
          <p:cNvPicPr preferRelativeResize="0"/>
          <p:nvPr/>
        </p:nvPicPr>
        <p:blipFill rotWithShape="1">
          <a:blip r:embed="rId5">
            <a:alphaModFix/>
          </a:blip>
          <a:srcRect/>
          <a:stretch/>
        </p:blipFill>
        <p:spPr>
          <a:xfrm>
            <a:off x="9285900" y="6459150"/>
            <a:ext cx="8268573" cy="2224399"/>
          </a:xfrm>
          <a:prstGeom prst="rect">
            <a:avLst/>
          </a:prstGeom>
          <a:noFill/>
          <a:ln w="12700">
            <a:solidFill>
              <a:srgbClr val="E4E4E4"/>
            </a:solidFill>
          </a:ln>
        </p:spPr>
      </p:pic>
      <p:sp>
        <p:nvSpPr>
          <p:cNvPr id="363" name="Google Shape;363;p7"/>
          <p:cNvSpPr/>
          <p:nvPr/>
        </p:nvSpPr>
        <p:spPr>
          <a:xfrm>
            <a:off x="11337425" y="578675"/>
            <a:ext cx="5396100" cy="4886400"/>
          </a:xfrm>
          <a:prstGeom prst="roundRect">
            <a:avLst>
              <a:gd name="adj" fmla="val 2051"/>
            </a:avLst>
          </a:prstGeom>
          <a:solidFill>
            <a:srgbClr val="FFFFFF"/>
          </a:solidFill>
          <a:ln w="15875" cap="flat" cmpd="sng">
            <a:solidFill>
              <a:schemeClr val="dk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64" name="Google Shape;364;p7"/>
          <p:cNvSpPr txBox="1"/>
          <p:nvPr/>
        </p:nvSpPr>
        <p:spPr>
          <a:xfrm>
            <a:off x="11521030" y="5039123"/>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Figura 3.2</a:t>
            </a:r>
            <a:r>
              <a:rPr lang="es-CL" sz="1500" b="1" noProof="0" dirty="0">
                <a:solidFill>
                  <a:srgbClr val="111111"/>
                </a:solidFill>
                <a:latin typeface="Inter SemiBold"/>
                <a:ea typeface="Inter SemiBold"/>
                <a:cs typeface="Inter SemiBold"/>
                <a:sym typeface="Inter SemiBold"/>
              </a:rPr>
              <a:t> · Trazabilidad y cadena de frío</a:t>
            </a:r>
          </a:p>
        </p:txBody>
      </p:sp>
      <p:pic>
        <p:nvPicPr>
          <p:cNvPr id="365" name="Google Shape;365;p7" descr="Figura 3.2. Trazabilidad y cadena de frío (Subdocumento 3)"/>
          <p:cNvPicPr preferRelativeResize="0"/>
          <p:nvPr/>
        </p:nvPicPr>
        <p:blipFill rotWithShape="1">
          <a:blip r:embed="rId6">
            <a:alphaModFix/>
          </a:blip>
          <a:srcRect/>
          <a:stretch/>
        </p:blipFill>
        <p:spPr>
          <a:xfrm>
            <a:off x="11741550" y="707675"/>
            <a:ext cx="4679652" cy="4141925"/>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372" name="!!title"/>
          <p:cNvSpPr txBox="1"/>
          <p:nvPr/>
        </p:nvSpPr>
        <p:spPr>
          <a:xfrm>
            <a:off x="2286000" y="1226844"/>
            <a:ext cx="13716000" cy="1476088"/>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dirty="0">
                <a:solidFill>
                  <a:srgbClr val="111111"/>
                </a:solidFill>
                <a:latin typeface="Inter SemiBold"/>
                <a:ea typeface="Inter SemiBold"/>
                <a:cs typeface="Inter SemiBold"/>
                <a:sym typeface="Inter SemiBold"/>
              </a:rPr>
              <a:t>Mapa de módulos</a:t>
            </a:r>
            <a:endParaRPr lang="es-CL" noProof="0" dirty="0"/>
          </a:p>
        </p:txBody>
      </p:sp>
      <p:sp>
        <p:nvSpPr>
          <p:cNvPr id="373" name="!!deco_1438196a_2"/>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374" name="!!deco_dce8b6c9_1"/>
          <p:cNvSpPr/>
          <p:nvPr/>
        </p:nvSpPr>
        <p:spPr>
          <a:xfrm>
            <a:off x="-10" y="8759946"/>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375"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376"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377" name="Google Shape;377;p8"/>
          <p:cNvSpPr txBox="1"/>
          <p:nvPr/>
        </p:nvSpPr>
        <p:spPr>
          <a:xfrm>
            <a:off x="1828800" y="2579477"/>
            <a:ext cx="14630400" cy="387798"/>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00" noProof="0" dirty="0">
                <a:solidFill>
                  <a:srgbClr val="000000"/>
                </a:solidFill>
                <a:latin typeface="Inter"/>
                <a:ea typeface="Inter"/>
                <a:cs typeface="Inter"/>
                <a:sym typeface="Inter"/>
              </a:rPr>
              <a:t>Interfaces → módulos → sistemas externos</a:t>
            </a:r>
            <a:endParaRPr lang="es-CL" noProof="0" dirty="0"/>
          </a:p>
        </p:txBody>
      </p:sp>
      <p:sp>
        <p:nvSpPr>
          <p:cNvPr id="378" name="Google Shape;378;p8"/>
          <p:cNvSpPr txBox="1"/>
          <p:nvPr/>
        </p:nvSpPr>
        <p:spPr>
          <a:xfrm>
            <a:off x="548640" y="3246120"/>
            <a:ext cx="246888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INTERFACES</a:t>
            </a:r>
            <a:endParaRPr lang="es-CL" noProof="0" dirty="0"/>
          </a:p>
        </p:txBody>
      </p:sp>
      <p:sp>
        <p:nvSpPr>
          <p:cNvPr id="379" name="Google Shape;379;p8"/>
          <p:cNvSpPr/>
          <p:nvPr/>
        </p:nvSpPr>
        <p:spPr>
          <a:xfrm>
            <a:off x="548640" y="3611880"/>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App Preventa</a:t>
            </a:r>
            <a:endParaRPr lang="es-CL" noProof="0" dirty="0"/>
          </a:p>
        </p:txBody>
      </p:sp>
      <p:sp>
        <p:nvSpPr>
          <p:cNvPr id="380" name="Google Shape;380;p8"/>
          <p:cNvSpPr/>
          <p:nvPr/>
        </p:nvSpPr>
        <p:spPr>
          <a:xfrm>
            <a:off x="548640" y="4233672"/>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App Reparto</a:t>
            </a:r>
            <a:endParaRPr lang="es-CL" noProof="0" dirty="0"/>
          </a:p>
        </p:txBody>
      </p:sp>
      <p:sp>
        <p:nvSpPr>
          <p:cNvPr id="381" name="Google Shape;381;p8"/>
          <p:cNvSpPr/>
          <p:nvPr/>
        </p:nvSpPr>
        <p:spPr>
          <a:xfrm>
            <a:off x="548640" y="4855464"/>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App Bodega</a:t>
            </a:r>
            <a:endParaRPr lang="es-CL" noProof="0" dirty="0"/>
          </a:p>
        </p:txBody>
      </p:sp>
      <p:sp>
        <p:nvSpPr>
          <p:cNvPr id="382" name="Google Shape;382;p8"/>
          <p:cNvSpPr/>
          <p:nvPr/>
        </p:nvSpPr>
        <p:spPr>
          <a:xfrm>
            <a:off x="548640" y="5477256"/>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Portal Clientes</a:t>
            </a:r>
            <a:endParaRPr lang="es-CL" noProof="0" dirty="0"/>
          </a:p>
        </p:txBody>
      </p:sp>
      <p:sp>
        <p:nvSpPr>
          <p:cNvPr id="383" name="Google Shape;383;p8"/>
          <p:cNvSpPr/>
          <p:nvPr/>
        </p:nvSpPr>
        <p:spPr>
          <a:xfrm>
            <a:off x="548640" y="6099048"/>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Portal Transportistas</a:t>
            </a:r>
            <a:endParaRPr lang="es-CL" noProof="0" dirty="0"/>
          </a:p>
        </p:txBody>
      </p:sp>
      <p:sp>
        <p:nvSpPr>
          <p:cNvPr id="384" name="Google Shape;384;p8"/>
          <p:cNvSpPr/>
          <p:nvPr/>
        </p:nvSpPr>
        <p:spPr>
          <a:xfrm>
            <a:off x="548640" y="6720840"/>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Portal Proveedores</a:t>
            </a:r>
            <a:endParaRPr lang="es-CL" noProof="0" dirty="0"/>
          </a:p>
        </p:txBody>
      </p:sp>
      <p:sp>
        <p:nvSpPr>
          <p:cNvPr id="385" name="Google Shape;385;p8"/>
          <p:cNvSpPr/>
          <p:nvPr/>
        </p:nvSpPr>
        <p:spPr>
          <a:xfrm>
            <a:off x="548640" y="7342632"/>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Consolas</a:t>
            </a:r>
            <a:endParaRPr lang="es-CL" noProof="0" dirty="0"/>
          </a:p>
        </p:txBody>
      </p:sp>
      <p:cxnSp>
        <p:nvCxnSpPr>
          <p:cNvPr id="386" name="Google Shape;386;p8"/>
          <p:cNvCxnSpPr/>
          <p:nvPr/>
        </p:nvCxnSpPr>
        <p:spPr>
          <a:xfrm>
            <a:off x="3017520" y="5760720"/>
            <a:ext cx="228600"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387" name="Google Shape;387;p8"/>
          <p:cNvSpPr/>
          <p:nvPr/>
        </p:nvSpPr>
        <p:spPr>
          <a:xfrm>
            <a:off x="3291840" y="3246120"/>
            <a:ext cx="758952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88" name="Google Shape;388;p8"/>
          <p:cNvSpPr txBox="1"/>
          <p:nvPr/>
        </p:nvSpPr>
        <p:spPr>
          <a:xfrm>
            <a:off x="3429000" y="3319272"/>
            <a:ext cx="7315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3C3C3C"/>
                </a:solidFill>
                <a:latin typeface="Inter SemiBold"/>
                <a:ea typeface="Inter SemiBold"/>
                <a:cs typeface="Inter SemiBold"/>
                <a:sym typeface="Inter SemiBold"/>
              </a:rPr>
              <a:t>Bodega y calidad</a:t>
            </a:r>
            <a:endParaRPr lang="es-CL" noProof="0" dirty="0"/>
          </a:p>
        </p:txBody>
      </p:sp>
      <p:sp>
        <p:nvSpPr>
          <p:cNvPr id="389" name="Google Shape;389;p8"/>
          <p:cNvSpPr/>
          <p:nvPr/>
        </p:nvSpPr>
        <p:spPr>
          <a:xfrm>
            <a:off x="3429000"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90" name="Google Shape;390;p8"/>
          <p:cNvSpPr txBox="1"/>
          <p:nvPr/>
        </p:nvSpPr>
        <p:spPr>
          <a:xfrm>
            <a:off x="3520440"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M1</a:t>
            </a:r>
            <a:endParaRPr lang="es-CL" noProof="0" dirty="0"/>
          </a:p>
        </p:txBody>
      </p:sp>
      <p:sp>
        <p:nvSpPr>
          <p:cNvPr id="391" name="Google Shape;391;p8"/>
          <p:cNvSpPr txBox="1"/>
          <p:nvPr/>
        </p:nvSpPr>
        <p:spPr>
          <a:xfrm>
            <a:off x="3520440"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Recepción</a:t>
            </a:r>
            <a:endParaRPr lang="es-CL" noProof="0" dirty="0"/>
          </a:p>
        </p:txBody>
      </p:sp>
      <p:sp>
        <p:nvSpPr>
          <p:cNvPr id="392" name="Google Shape;392;p8"/>
          <p:cNvSpPr/>
          <p:nvPr/>
        </p:nvSpPr>
        <p:spPr>
          <a:xfrm>
            <a:off x="3520440"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393" name="Google Shape;393;p8"/>
          <p:cNvSpPr/>
          <p:nvPr/>
        </p:nvSpPr>
        <p:spPr>
          <a:xfrm>
            <a:off x="4910328"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94" name="Google Shape;394;p8"/>
          <p:cNvSpPr txBox="1"/>
          <p:nvPr/>
        </p:nvSpPr>
        <p:spPr>
          <a:xfrm>
            <a:off x="5001768"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M2</a:t>
            </a:r>
            <a:endParaRPr lang="es-CL" noProof="0" dirty="0"/>
          </a:p>
        </p:txBody>
      </p:sp>
      <p:sp>
        <p:nvSpPr>
          <p:cNvPr id="395" name="Google Shape;395;p8"/>
          <p:cNvSpPr txBox="1"/>
          <p:nvPr/>
        </p:nvSpPr>
        <p:spPr>
          <a:xfrm>
            <a:off x="5001768"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Inventario</a:t>
            </a:r>
            <a:endParaRPr lang="es-CL" noProof="0" dirty="0"/>
          </a:p>
        </p:txBody>
      </p:sp>
      <p:sp>
        <p:nvSpPr>
          <p:cNvPr id="396" name="Google Shape;396;p8"/>
          <p:cNvSpPr/>
          <p:nvPr/>
        </p:nvSpPr>
        <p:spPr>
          <a:xfrm>
            <a:off x="5001768"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397" name="Google Shape;397;p8"/>
          <p:cNvSpPr/>
          <p:nvPr/>
        </p:nvSpPr>
        <p:spPr>
          <a:xfrm>
            <a:off x="6391656"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98" name="Google Shape;398;p8"/>
          <p:cNvSpPr txBox="1"/>
          <p:nvPr/>
        </p:nvSpPr>
        <p:spPr>
          <a:xfrm>
            <a:off x="6483096"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M5</a:t>
            </a:r>
            <a:endParaRPr lang="es-CL" noProof="0" dirty="0"/>
          </a:p>
        </p:txBody>
      </p:sp>
      <p:sp>
        <p:nvSpPr>
          <p:cNvPr id="399" name="Google Shape;399;p8"/>
          <p:cNvSpPr txBox="1"/>
          <p:nvPr/>
        </p:nvSpPr>
        <p:spPr>
          <a:xfrm>
            <a:off x="6483096"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Preparación</a:t>
            </a:r>
            <a:endParaRPr lang="es-CL" noProof="0" dirty="0"/>
          </a:p>
        </p:txBody>
      </p:sp>
      <p:sp>
        <p:nvSpPr>
          <p:cNvPr id="400" name="Google Shape;400;p8"/>
          <p:cNvSpPr/>
          <p:nvPr/>
        </p:nvSpPr>
        <p:spPr>
          <a:xfrm>
            <a:off x="6483096"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01" name="Google Shape;401;p8"/>
          <p:cNvSpPr/>
          <p:nvPr/>
        </p:nvSpPr>
        <p:spPr>
          <a:xfrm>
            <a:off x="7872983" y="3685031"/>
            <a:ext cx="1371600" cy="1627632"/>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02" name="Google Shape;402;p8"/>
          <p:cNvSpPr txBox="1"/>
          <p:nvPr/>
        </p:nvSpPr>
        <p:spPr>
          <a:xfrm>
            <a:off x="7964423"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M9</a:t>
            </a:r>
            <a:endParaRPr lang="es-CL" noProof="0" dirty="0"/>
          </a:p>
        </p:txBody>
      </p:sp>
      <p:sp>
        <p:nvSpPr>
          <p:cNvPr id="403" name="Google Shape;403;p8"/>
          <p:cNvSpPr txBox="1"/>
          <p:nvPr/>
        </p:nvSpPr>
        <p:spPr>
          <a:xfrm>
            <a:off x="7964423"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FFFFFF"/>
                </a:solidFill>
                <a:latin typeface="Inter SemiBold"/>
                <a:ea typeface="Inter SemiBold"/>
                <a:cs typeface="Inter SemiBold"/>
                <a:sym typeface="Inter SemiBold"/>
              </a:rPr>
              <a:t>Calidad y trazabilidad</a:t>
            </a:r>
            <a:endParaRPr lang="es-CL" noProof="0" dirty="0"/>
          </a:p>
        </p:txBody>
      </p:sp>
      <p:sp>
        <p:nvSpPr>
          <p:cNvPr id="404" name="Google Shape;404;p8"/>
          <p:cNvSpPr/>
          <p:nvPr/>
        </p:nvSpPr>
        <p:spPr>
          <a:xfrm>
            <a:off x="7964423"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05" name="Google Shape;405;p8"/>
          <p:cNvSpPr/>
          <p:nvPr/>
        </p:nvSpPr>
        <p:spPr>
          <a:xfrm>
            <a:off x="9354312"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06" name="Google Shape;406;p8"/>
          <p:cNvSpPr txBox="1"/>
          <p:nvPr/>
        </p:nvSpPr>
        <p:spPr>
          <a:xfrm>
            <a:off x="9445752"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M12</a:t>
            </a:r>
            <a:endParaRPr lang="es-CL" noProof="0" dirty="0"/>
          </a:p>
        </p:txBody>
      </p:sp>
      <p:sp>
        <p:nvSpPr>
          <p:cNvPr id="407" name="Google Shape;407;p8"/>
          <p:cNvSpPr txBox="1"/>
          <p:nvPr/>
        </p:nvSpPr>
        <p:spPr>
          <a:xfrm>
            <a:off x="9445752"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Telemetría</a:t>
            </a:r>
            <a:endParaRPr lang="es-CL" noProof="0" dirty="0"/>
          </a:p>
        </p:txBody>
      </p:sp>
      <p:sp>
        <p:nvSpPr>
          <p:cNvPr id="408" name="Google Shape;408;p8"/>
          <p:cNvSpPr/>
          <p:nvPr/>
        </p:nvSpPr>
        <p:spPr>
          <a:xfrm>
            <a:off x="9445752"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09" name="Google Shape;409;p8"/>
          <p:cNvSpPr/>
          <p:nvPr/>
        </p:nvSpPr>
        <p:spPr>
          <a:xfrm>
            <a:off x="11064240" y="3246120"/>
            <a:ext cx="320040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10" name="Google Shape;410;p8"/>
          <p:cNvSpPr txBox="1"/>
          <p:nvPr/>
        </p:nvSpPr>
        <p:spPr>
          <a:xfrm>
            <a:off x="11201400" y="3319272"/>
            <a:ext cx="292608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3C3C3C"/>
                </a:solidFill>
                <a:latin typeface="Inter SemiBold"/>
                <a:ea typeface="Inter SemiBold"/>
                <a:cs typeface="Inter SemiBold"/>
                <a:sym typeface="Inter SemiBold"/>
              </a:rPr>
              <a:t>Canal moderno</a:t>
            </a:r>
            <a:endParaRPr lang="es-CL" noProof="0" dirty="0"/>
          </a:p>
        </p:txBody>
      </p:sp>
      <p:sp>
        <p:nvSpPr>
          <p:cNvPr id="411" name="Google Shape;411;p8"/>
          <p:cNvSpPr/>
          <p:nvPr/>
        </p:nvSpPr>
        <p:spPr>
          <a:xfrm>
            <a:off x="11201400"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12" name="Google Shape;412;p8"/>
          <p:cNvSpPr txBox="1"/>
          <p:nvPr/>
        </p:nvSpPr>
        <p:spPr>
          <a:xfrm>
            <a:off x="11292840"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M11</a:t>
            </a:r>
            <a:endParaRPr lang="es-CL" noProof="0" dirty="0"/>
          </a:p>
        </p:txBody>
      </p:sp>
      <p:sp>
        <p:nvSpPr>
          <p:cNvPr id="413" name="Google Shape;413;p8"/>
          <p:cNvSpPr txBox="1"/>
          <p:nvPr/>
        </p:nvSpPr>
        <p:spPr>
          <a:xfrm>
            <a:off x="11292840"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EDI</a:t>
            </a:r>
            <a:endParaRPr lang="es-CL" noProof="0" dirty="0"/>
          </a:p>
        </p:txBody>
      </p:sp>
      <p:sp>
        <p:nvSpPr>
          <p:cNvPr id="414" name="Google Shape;414;p8"/>
          <p:cNvSpPr/>
          <p:nvPr/>
        </p:nvSpPr>
        <p:spPr>
          <a:xfrm>
            <a:off x="11292840" y="4928616"/>
            <a:ext cx="1188720" cy="292608"/>
          </a:xfrm>
          <a:prstGeom prst="roundRect">
            <a:avLst>
              <a:gd name="adj" fmla="val 50000"/>
            </a:avLst>
          </a:prstGeom>
          <a:solidFill>
            <a:srgbClr val="E8641B"/>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2</a:t>
            </a:r>
            <a:endParaRPr lang="es-CL" noProof="0" dirty="0"/>
          </a:p>
        </p:txBody>
      </p:sp>
      <p:sp>
        <p:nvSpPr>
          <p:cNvPr id="415" name="Google Shape;415;p8"/>
          <p:cNvSpPr txBox="1"/>
          <p:nvPr/>
        </p:nvSpPr>
        <p:spPr>
          <a:xfrm>
            <a:off x="12682728" y="3749039"/>
            <a:ext cx="1444751" cy="15727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Pedido electrónico → M3</a:t>
            </a:r>
            <a:endParaRPr lang="es-CL" noProof="0" dirty="0"/>
          </a:p>
        </p:txBody>
      </p:sp>
      <p:sp>
        <p:nvSpPr>
          <p:cNvPr id="416" name="Google Shape;416;p8"/>
          <p:cNvSpPr/>
          <p:nvPr/>
        </p:nvSpPr>
        <p:spPr>
          <a:xfrm>
            <a:off x="3291840" y="5596128"/>
            <a:ext cx="612648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17" name="Google Shape;417;p8"/>
          <p:cNvSpPr txBox="1"/>
          <p:nvPr/>
        </p:nvSpPr>
        <p:spPr>
          <a:xfrm>
            <a:off x="3429000" y="5669280"/>
            <a:ext cx="585216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3C3C3C"/>
                </a:solidFill>
                <a:latin typeface="Inter SemiBold"/>
                <a:ea typeface="Inter SemiBold"/>
                <a:cs typeface="Inter SemiBold"/>
                <a:sym typeface="Inter SemiBold"/>
              </a:rPr>
              <a:t>Preventa, rutas y reparto</a:t>
            </a:r>
            <a:endParaRPr lang="es-CL" noProof="0" dirty="0"/>
          </a:p>
        </p:txBody>
      </p:sp>
      <p:sp>
        <p:nvSpPr>
          <p:cNvPr id="418" name="Google Shape;418;p8"/>
          <p:cNvSpPr/>
          <p:nvPr/>
        </p:nvSpPr>
        <p:spPr>
          <a:xfrm>
            <a:off x="3429000"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19" name="Google Shape;419;p8"/>
          <p:cNvSpPr txBox="1"/>
          <p:nvPr/>
        </p:nvSpPr>
        <p:spPr>
          <a:xfrm>
            <a:off x="3520440"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M3</a:t>
            </a:r>
            <a:endParaRPr lang="es-CL" noProof="0" dirty="0"/>
          </a:p>
        </p:txBody>
      </p:sp>
      <p:sp>
        <p:nvSpPr>
          <p:cNvPr id="420" name="Google Shape;420;p8"/>
          <p:cNvSpPr txBox="1"/>
          <p:nvPr/>
        </p:nvSpPr>
        <p:spPr>
          <a:xfrm>
            <a:off x="3520440"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Preventa</a:t>
            </a:r>
            <a:endParaRPr lang="es-CL" noProof="0" dirty="0"/>
          </a:p>
        </p:txBody>
      </p:sp>
      <p:sp>
        <p:nvSpPr>
          <p:cNvPr id="421" name="Google Shape;421;p8"/>
          <p:cNvSpPr/>
          <p:nvPr/>
        </p:nvSpPr>
        <p:spPr>
          <a:xfrm>
            <a:off x="3520440"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22" name="Google Shape;422;p8"/>
          <p:cNvSpPr/>
          <p:nvPr/>
        </p:nvSpPr>
        <p:spPr>
          <a:xfrm>
            <a:off x="4910328"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23" name="Google Shape;423;p8"/>
          <p:cNvSpPr txBox="1"/>
          <p:nvPr/>
        </p:nvSpPr>
        <p:spPr>
          <a:xfrm>
            <a:off x="5001768"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M4</a:t>
            </a:r>
            <a:endParaRPr lang="es-CL" noProof="0" dirty="0"/>
          </a:p>
        </p:txBody>
      </p:sp>
      <p:sp>
        <p:nvSpPr>
          <p:cNvPr id="424" name="Google Shape;424;p8"/>
          <p:cNvSpPr txBox="1"/>
          <p:nvPr/>
        </p:nvSpPr>
        <p:spPr>
          <a:xfrm>
            <a:off x="5001768"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Rutas + GIS</a:t>
            </a:r>
            <a:endParaRPr lang="es-CL" noProof="0" dirty="0"/>
          </a:p>
        </p:txBody>
      </p:sp>
      <p:sp>
        <p:nvSpPr>
          <p:cNvPr id="425" name="Google Shape;425;p8"/>
          <p:cNvSpPr/>
          <p:nvPr/>
        </p:nvSpPr>
        <p:spPr>
          <a:xfrm>
            <a:off x="5001768"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26" name="Google Shape;426;p8"/>
          <p:cNvSpPr/>
          <p:nvPr/>
        </p:nvSpPr>
        <p:spPr>
          <a:xfrm>
            <a:off x="6391656"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27" name="Google Shape;427;p8"/>
          <p:cNvSpPr txBox="1"/>
          <p:nvPr/>
        </p:nvSpPr>
        <p:spPr>
          <a:xfrm>
            <a:off x="6483096"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M6</a:t>
            </a:r>
            <a:endParaRPr lang="es-CL" noProof="0" dirty="0"/>
          </a:p>
        </p:txBody>
      </p:sp>
      <p:sp>
        <p:nvSpPr>
          <p:cNvPr id="428" name="Google Shape;428;p8"/>
          <p:cNvSpPr txBox="1"/>
          <p:nvPr/>
        </p:nvSpPr>
        <p:spPr>
          <a:xfrm>
            <a:off x="6483096"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Reparto</a:t>
            </a:r>
            <a:endParaRPr lang="es-CL" noProof="0" dirty="0"/>
          </a:p>
        </p:txBody>
      </p:sp>
      <p:sp>
        <p:nvSpPr>
          <p:cNvPr id="429" name="Google Shape;429;p8"/>
          <p:cNvSpPr/>
          <p:nvPr/>
        </p:nvSpPr>
        <p:spPr>
          <a:xfrm>
            <a:off x="6483096"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30" name="Google Shape;430;p8"/>
          <p:cNvSpPr/>
          <p:nvPr/>
        </p:nvSpPr>
        <p:spPr>
          <a:xfrm>
            <a:off x="7872983"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31" name="Google Shape;431;p8"/>
          <p:cNvSpPr txBox="1"/>
          <p:nvPr/>
        </p:nvSpPr>
        <p:spPr>
          <a:xfrm>
            <a:off x="7964423"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M8</a:t>
            </a:r>
            <a:endParaRPr lang="es-CL" noProof="0" dirty="0"/>
          </a:p>
        </p:txBody>
      </p:sp>
      <p:sp>
        <p:nvSpPr>
          <p:cNvPr id="432" name="Google Shape;432;p8"/>
          <p:cNvSpPr txBox="1"/>
          <p:nvPr/>
        </p:nvSpPr>
        <p:spPr>
          <a:xfrm>
            <a:off x="7964423"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Devoluciones y envases</a:t>
            </a:r>
            <a:endParaRPr lang="es-CL" noProof="0" dirty="0"/>
          </a:p>
        </p:txBody>
      </p:sp>
      <p:sp>
        <p:nvSpPr>
          <p:cNvPr id="433" name="Google Shape;433;p8"/>
          <p:cNvSpPr/>
          <p:nvPr/>
        </p:nvSpPr>
        <p:spPr>
          <a:xfrm>
            <a:off x="7964423"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34" name="Google Shape;434;p8"/>
          <p:cNvSpPr/>
          <p:nvPr/>
        </p:nvSpPr>
        <p:spPr>
          <a:xfrm>
            <a:off x="9601200" y="5596128"/>
            <a:ext cx="466344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35" name="Google Shape;435;p8"/>
          <p:cNvSpPr txBox="1"/>
          <p:nvPr/>
        </p:nvSpPr>
        <p:spPr>
          <a:xfrm>
            <a:off x="9738360" y="5669280"/>
            <a:ext cx="438912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3C3C3C"/>
                </a:solidFill>
                <a:latin typeface="Inter SemiBold"/>
                <a:ea typeface="Inter SemiBold"/>
                <a:cs typeface="Inter SemiBold"/>
                <a:sym typeface="Inter SemiBold"/>
              </a:rPr>
              <a:t>Datos y rendición</a:t>
            </a:r>
            <a:endParaRPr lang="es-CL" noProof="0" dirty="0"/>
          </a:p>
        </p:txBody>
      </p:sp>
      <p:sp>
        <p:nvSpPr>
          <p:cNvPr id="436" name="Google Shape;436;p8"/>
          <p:cNvSpPr/>
          <p:nvPr/>
        </p:nvSpPr>
        <p:spPr>
          <a:xfrm>
            <a:off x="9738360"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37" name="Google Shape;437;p8"/>
          <p:cNvSpPr txBox="1"/>
          <p:nvPr/>
        </p:nvSpPr>
        <p:spPr>
          <a:xfrm>
            <a:off x="9829800"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M7</a:t>
            </a:r>
            <a:endParaRPr lang="es-CL" noProof="0" dirty="0"/>
          </a:p>
        </p:txBody>
      </p:sp>
      <p:sp>
        <p:nvSpPr>
          <p:cNvPr id="438" name="Google Shape;438;p8"/>
          <p:cNvSpPr txBox="1"/>
          <p:nvPr/>
        </p:nvSpPr>
        <p:spPr>
          <a:xfrm>
            <a:off x="9829800"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Cobranza y rendición</a:t>
            </a:r>
            <a:endParaRPr lang="es-CL" noProof="0" dirty="0"/>
          </a:p>
        </p:txBody>
      </p:sp>
      <p:sp>
        <p:nvSpPr>
          <p:cNvPr id="439" name="Google Shape;439;p8"/>
          <p:cNvSpPr/>
          <p:nvPr/>
        </p:nvSpPr>
        <p:spPr>
          <a:xfrm>
            <a:off x="9829800"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40" name="Google Shape;440;p8"/>
          <p:cNvSpPr/>
          <p:nvPr/>
        </p:nvSpPr>
        <p:spPr>
          <a:xfrm>
            <a:off x="11219688"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41" name="Google Shape;441;p8"/>
          <p:cNvSpPr txBox="1"/>
          <p:nvPr/>
        </p:nvSpPr>
        <p:spPr>
          <a:xfrm>
            <a:off x="11311128"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M10</a:t>
            </a:r>
            <a:endParaRPr lang="es-CL" noProof="0" dirty="0"/>
          </a:p>
        </p:txBody>
      </p:sp>
      <p:sp>
        <p:nvSpPr>
          <p:cNvPr id="442" name="Google Shape;442;p8"/>
          <p:cNvSpPr txBox="1"/>
          <p:nvPr/>
        </p:nvSpPr>
        <p:spPr>
          <a:xfrm>
            <a:off x="11311128"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Analítica BI</a:t>
            </a:r>
            <a:endParaRPr lang="es-CL" noProof="0" dirty="0"/>
          </a:p>
        </p:txBody>
      </p:sp>
      <p:sp>
        <p:nvSpPr>
          <p:cNvPr id="443" name="Google Shape;443;p8"/>
          <p:cNvSpPr/>
          <p:nvPr/>
        </p:nvSpPr>
        <p:spPr>
          <a:xfrm>
            <a:off x="11311128" y="7278624"/>
            <a:ext cx="1188720" cy="292608"/>
          </a:xfrm>
          <a:prstGeom prst="roundRect">
            <a:avLst>
              <a:gd name="adj" fmla="val 50000"/>
            </a:avLst>
          </a:prstGeom>
          <a:solidFill>
            <a:srgbClr val="3C3C3C"/>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 y 2</a:t>
            </a:r>
            <a:endParaRPr lang="es-CL" noProof="0" dirty="0"/>
          </a:p>
        </p:txBody>
      </p:sp>
      <p:sp>
        <p:nvSpPr>
          <p:cNvPr id="444" name="Google Shape;444;p8"/>
          <p:cNvSpPr txBox="1"/>
          <p:nvPr/>
        </p:nvSpPr>
        <p:spPr>
          <a:xfrm>
            <a:off x="12701016" y="6099048"/>
            <a:ext cx="1426463" cy="15727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OTIF y costo de servir</a:t>
            </a:r>
            <a:endParaRPr lang="es-CL" noProof="0" dirty="0"/>
          </a:p>
        </p:txBody>
      </p:sp>
      <p:cxnSp>
        <p:nvCxnSpPr>
          <p:cNvPr id="445" name="Google Shape;445;p8"/>
          <p:cNvCxnSpPr/>
          <p:nvPr/>
        </p:nvCxnSpPr>
        <p:spPr>
          <a:xfrm>
            <a:off x="4800600" y="4462271"/>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6" name="Google Shape;446;p8"/>
          <p:cNvCxnSpPr/>
          <p:nvPr/>
        </p:nvCxnSpPr>
        <p:spPr>
          <a:xfrm>
            <a:off x="6281928" y="4462271"/>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7" name="Google Shape;447;p8"/>
          <p:cNvCxnSpPr/>
          <p:nvPr/>
        </p:nvCxnSpPr>
        <p:spPr>
          <a:xfrm>
            <a:off x="4800600" y="6812279"/>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8" name="Google Shape;448;p8"/>
          <p:cNvCxnSpPr/>
          <p:nvPr/>
        </p:nvCxnSpPr>
        <p:spPr>
          <a:xfrm>
            <a:off x="6281928" y="6812279"/>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9" name="Google Shape;449;p8"/>
          <p:cNvCxnSpPr/>
          <p:nvPr/>
        </p:nvCxnSpPr>
        <p:spPr>
          <a:xfrm>
            <a:off x="7763256" y="6812279"/>
            <a:ext cx="109727"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50" name="Google Shape;450;p8"/>
          <p:cNvCxnSpPr/>
          <p:nvPr/>
        </p:nvCxnSpPr>
        <p:spPr>
          <a:xfrm>
            <a:off x="7077456" y="5312664"/>
            <a:ext cx="0" cy="722376"/>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451" name="Google Shape;451;p8"/>
          <p:cNvSpPr/>
          <p:nvPr/>
        </p:nvSpPr>
        <p:spPr>
          <a:xfrm>
            <a:off x="3291840" y="7973568"/>
            <a:ext cx="10972800" cy="621792"/>
          </a:xfrm>
          <a:prstGeom prst="roundRect">
            <a:avLst>
              <a:gd name="adj" fmla="val 15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500" b="1" noProof="0" dirty="0">
                <a:solidFill>
                  <a:srgbClr val="F29A5E"/>
                </a:solidFill>
                <a:latin typeface="Inter SemiBold"/>
                <a:ea typeface="Inter SemiBold"/>
                <a:cs typeface="Inter SemiBold"/>
                <a:sym typeface="Inter SemiBold"/>
              </a:rPr>
              <a:t>BASE COMÚN  </a:t>
            </a:r>
            <a:r>
              <a:rPr lang="es-CL" sz="1500" b="0" noProof="0" dirty="0">
                <a:solidFill>
                  <a:srgbClr val="FFFFFF"/>
                </a:solidFill>
                <a:latin typeface="Inter"/>
                <a:ea typeface="Inter"/>
                <a:cs typeface="Inter"/>
                <a:sym typeface="Inter"/>
              </a:rPr>
              <a:t>identidad · integración · auditoría · sin conexión · con </a:t>
            </a:r>
            <a:r>
              <a:rPr lang="es-CL" sz="1500" b="0" noProof="0" dirty="0" err="1">
                <a:solidFill>
                  <a:srgbClr val="FFFFFF"/>
                </a:solidFill>
                <a:latin typeface="Inter"/>
                <a:ea typeface="Inter"/>
                <a:cs typeface="Inter"/>
                <a:sym typeface="Inter"/>
              </a:rPr>
              <a:t>observabilidad</a:t>
            </a:r>
            <a:endParaRPr lang="es-CL" noProof="0" dirty="0"/>
          </a:p>
        </p:txBody>
      </p:sp>
      <p:sp>
        <p:nvSpPr>
          <p:cNvPr id="452" name="Google Shape;452;p8"/>
          <p:cNvSpPr txBox="1"/>
          <p:nvPr/>
        </p:nvSpPr>
        <p:spPr>
          <a:xfrm>
            <a:off x="14584680" y="3246120"/>
            <a:ext cx="32004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SISTEMAS EXTERNOS</a:t>
            </a:r>
            <a:endParaRPr lang="es-CL" noProof="0" dirty="0"/>
          </a:p>
        </p:txBody>
      </p:sp>
      <p:sp>
        <p:nvSpPr>
          <p:cNvPr id="453" name="Google Shape;453;p8"/>
          <p:cNvSpPr/>
          <p:nvPr/>
        </p:nvSpPr>
        <p:spPr>
          <a:xfrm>
            <a:off x="14584680" y="3611880"/>
            <a:ext cx="3200400" cy="1097280"/>
          </a:xfrm>
          <a:prstGeom prst="roundRect">
            <a:avLst>
              <a:gd name="adj" fmla="val 8000"/>
            </a:avLst>
          </a:prstGeom>
          <a:solidFill>
            <a:srgbClr val="111111"/>
          </a:solidFill>
          <a:ln>
            <a:noFill/>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ERP 2017</a:t>
            </a:r>
            <a:endParaRPr lang="es-CL" noProof="0" dirty="0"/>
          </a:p>
          <a:p>
            <a:pPr marL="0" marR="0" lvl="0" indent="0" algn="l" rtl="0">
              <a:spcBef>
                <a:spcPts val="0"/>
              </a:spcBef>
              <a:spcAft>
                <a:spcPts val="0"/>
              </a:spcAft>
              <a:buNone/>
            </a:pPr>
            <a:r>
              <a:rPr lang="es-CL" sz="1400" b="0" noProof="0" dirty="0">
                <a:solidFill>
                  <a:srgbClr val="C7C7C7"/>
                </a:solidFill>
                <a:latin typeface="Inter"/>
                <a:ea typeface="Inter"/>
                <a:cs typeface="Inter"/>
                <a:sym typeface="Inter"/>
              </a:rPr>
              <a:t>Único emisor tributario · vía ACL</a:t>
            </a:r>
            <a:endParaRPr lang="es-CL" noProof="0" dirty="0"/>
          </a:p>
        </p:txBody>
      </p:sp>
      <p:cxnSp>
        <p:nvCxnSpPr>
          <p:cNvPr id="454" name="Google Shape;454;p8"/>
          <p:cNvCxnSpPr/>
          <p:nvPr/>
        </p:nvCxnSpPr>
        <p:spPr>
          <a:xfrm>
            <a:off x="14282928" y="4160520"/>
            <a:ext cx="274320"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55" name="Google Shape;455;p8"/>
          <p:cNvSpPr/>
          <p:nvPr/>
        </p:nvSpPr>
        <p:spPr>
          <a:xfrm>
            <a:off x="14584680" y="5943600"/>
            <a:ext cx="3200400" cy="96012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Geolocalización</a:t>
            </a:r>
          </a:p>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Mapas y posición para rutas</a:t>
            </a:r>
          </a:p>
        </p:txBody>
      </p:sp>
      <p:cxnSp>
        <p:nvCxnSpPr>
          <p:cNvPr id="456" name="Google Shape;456;p8"/>
          <p:cNvCxnSpPr/>
          <p:nvPr/>
        </p:nvCxnSpPr>
        <p:spPr>
          <a:xfrm>
            <a:off x="14282928" y="5326380"/>
            <a:ext cx="274320"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57" name="Google Shape;457;p8"/>
          <p:cNvSpPr/>
          <p:nvPr/>
        </p:nvSpPr>
        <p:spPr>
          <a:xfrm>
            <a:off x="14584680" y="7635240"/>
            <a:ext cx="3200400" cy="96012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Cadenas</a:t>
            </a:r>
            <a:endParaRPr lang="es-CL" noProof="0" dirty="0"/>
          </a:p>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EDI con el canal moderno</a:t>
            </a:r>
            <a:endParaRPr lang="es-CL" noProof="0" dirty="0"/>
          </a:p>
        </p:txBody>
      </p:sp>
      <p:cxnSp>
        <p:nvCxnSpPr>
          <p:cNvPr id="458" name="Google Shape;458;p8"/>
          <p:cNvCxnSpPr/>
          <p:nvPr/>
        </p:nvCxnSpPr>
        <p:spPr>
          <a:xfrm>
            <a:off x="14282928" y="6423660"/>
            <a:ext cx="274320"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60" name="Google Shape;460;p8"/>
          <p:cNvSpPr/>
          <p:nvPr/>
        </p:nvSpPr>
        <p:spPr>
          <a:xfrm>
            <a:off x="14584680" y="4846320"/>
            <a:ext cx="3200400" cy="96012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Transbank</a:t>
            </a:r>
          </a:p>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Pagos</a:t>
            </a:r>
          </a:p>
        </p:txBody>
      </p:sp>
      <p:sp>
        <p:nvSpPr>
          <p:cNvPr id="461" name="Google Shape;461;p8"/>
          <p:cNvSpPr txBox="1"/>
          <p:nvPr/>
        </p:nvSpPr>
        <p:spPr>
          <a:xfrm>
            <a:off x="14584680" y="7315200"/>
            <a:ext cx="32004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INTEGRACIÓN · ETAPA 2</a:t>
            </a:r>
          </a:p>
        </p:txBody>
      </p:sp>
      <p:sp>
        <p:nvSpPr>
          <p:cNvPr id="46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53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08</a:t>
            </a:r>
          </a:p>
        </p:txBody>
      </p:sp>
      <p:pic>
        <p:nvPicPr>
          <p:cNvPr id="468" name="Google Shape;468;p9" descr="Figura 1. Vista general completa de la arquitectura lógica (Subdocumento 4)"/>
          <p:cNvPicPr preferRelativeResize="0"/>
          <p:nvPr/>
        </p:nvPicPr>
        <p:blipFill rotWithShape="1">
          <a:blip r:embed="rId3">
            <a:alphaModFix/>
          </a:blip>
          <a:srcRect b="3400"/>
          <a:stretch/>
        </p:blipFill>
        <p:spPr>
          <a:xfrm>
            <a:off x="7963265" y="1143000"/>
            <a:ext cx="9310908" cy="8275320"/>
          </a:xfrm>
          <a:prstGeom prst="rect">
            <a:avLst/>
          </a:prstGeom>
          <a:noFill/>
          <a:ln w="12700">
            <a:solidFill>
              <a:srgbClr val="E4E4E4"/>
            </a:solidFill>
          </a:ln>
        </p:spPr>
      </p:pic>
      <p:sp>
        <p:nvSpPr>
          <p:cNvPr id="469" name="!!title"/>
          <p:cNvSpPr txBox="1"/>
          <p:nvPr/>
        </p:nvSpPr>
        <p:spPr>
          <a:xfrm>
            <a:off x="1444752" y="274320"/>
            <a:ext cx="9144000" cy="822960"/>
          </a:xfrm>
          <a:prstGeom prst="rect">
            <a:avLst/>
          </a:prstGeom>
          <a:noFill/>
          <a:ln>
            <a:noFill/>
          </a:ln>
        </p:spPr>
        <p:txBody>
          <a:bodyPr spcFirstLastPara="1" wrap="square" lIns="0" tIns="0" rIns="0" bIns="0" anchor="t" anchorCtr="0">
            <a:spAutoFit/>
          </a:bodyPr>
          <a:lstStyle/>
          <a:p>
            <a:pPr marL="0" marR="0" lvl="0" indent="0" algn="l" rtl="0">
              <a:lnSpc>
                <a:spcPct val="194851"/>
              </a:lnSpc>
              <a:spcBef>
                <a:spcPts val="0"/>
              </a:spcBef>
              <a:spcAft>
                <a:spcPts val="0"/>
              </a:spcAft>
              <a:buNone/>
            </a:pPr>
            <a:r>
              <a:rPr lang="es-CL" sz="4400" b="1" noProof="0" dirty="0">
                <a:solidFill>
                  <a:srgbClr val="111111"/>
                </a:solidFill>
                <a:latin typeface="Inter SemiBold"/>
                <a:ea typeface="Inter SemiBold"/>
                <a:cs typeface="Inter SemiBold"/>
                <a:sym typeface="Inter SemiBold"/>
              </a:rPr>
              <a:t>Arquitectura lógica</a:t>
            </a:r>
            <a:endParaRPr lang="es-CL" noProof="0" dirty="0"/>
          </a:p>
        </p:txBody>
      </p:sp>
      <p:sp>
        <p:nvSpPr>
          <p:cNvPr id="472" name="Google Shape;472;p9"/>
          <p:cNvSpPr/>
          <p:nvPr/>
        </p:nvSpPr>
        <p:spPr>
          <a:xfrm>
            <a:off x="1448700" y="1495764"/>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1   </a:t>
            </a:r>
            <a:r>
              <a:rPr lang="es-CL" sz="1529" b="1" noProof="0" dirty="0">
                <a:solidFill>
                  <a:srgbClr val="111111"/>
                </a:solidFill>
                <a:latin typeface="Inter SemiBold"/>
                <a:ea typeface="Inter SemiBold"/>
                <a:cs typeface="Inter SemiBold"/>
                <a:sym typeface="Inter SemiBold"/>
              </a:rPr>
              <a:t>Presentación</a:t>
            </a:r>
            <a:r>
              <a:rPr lang="es-CL" sz="1338" b="1" noProof="0" dirty="0">
                <a:solidFill>
                  <a:srgbClr val="606060"/>
                </a:solidFill>
                <a:latin typeface="Inter"/>
                <a:ea typeface="Inter"/>
                <a:cs typeface="Inter"/>
                <a:sym typeface="Inter"/>
              </a:rPr>
              <a:t>  ·  captura y muestra la información</a:t>
            </a:r>
          </a:p>
        </p:txBody>
      </p:sp>
      <p:sp>
        <p:nvSpPr>
          <p:cNvPr id="473" name="Google Shape;473;p9"/>
          <p:cNvSpPr/>
          <p:nvPr/>
        </p:nvSpPr>
        <p:spPr>
          <a:xfrm>
            <a:off x="1448700" y="2876765"/>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2   </a:t>
            </a:r>
            <a:r>
              <a:rPr lang="es-CL" sz="1529" b="1" noProof="0" dirty="0">
                <a:solidFill>
                  <a:srgbClr val="111111"/>
                </a:solidFill>
                <a:latin typeface="Inter SemiBold"/>
                <a:ea typeface="Inter SemiBold"/>
                <a:cs typeface="Inter SemiBold"/>
                <a:sym typeface="Inter SemiBold"/>
              </a:rPr>
              <a:t>Borde y exposición</a:t>
            </a:r>
            <a:r>
              <a:rPr lang="es-CL" sz="1338" b="1" noProof="0" dirty="0">
                <a:solidFill>
                  <a:srgbClr val="606060"/>
                </a:solidFill>
                <a:latin typeface="Inter"/>
                <a:ea typeface="Inter"/>
                <a:cs typeface="Inter"/>
                <a:sym typeface="Inter"/>
              </a:rPr>
              <a:t>  ·  protege la entrada</a:t>
            </a:r>
          </a:p>
        </p:txBody>
      </p:sp>
      <p:sp>
        <p:nvSpPr>
          <p:cNvPr id="474" name="Google Shape;474;p9"/>
          <p:cNvSpPr/>
          <p:nvPr/>
        </p:nvSpPr>
        <p:spPr>
          <a:xfrm>
            <a:off x="1448700" y="3457272"/>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3   </a:t>
            </a:r>
            <a:r>
              <a:rPr lang="es-CL" sz="1529" b="1" noProof="0" dirty="0">
                <a:solidFill>
                  <a:srgbClr val="111111"/>
                </a:solidFill>
                <a:latin typeface="Inter SemiBold"/>
                <a:ea typeface="Inter SemiBold"/>
                <a:cs typeface="Inter SemiBold"/>
                <a:sym typeface="Inter SemiBold"/>
              </a:rPr>
              <a:t>Puerta de enlace de servicios</a:t>
            </a:r>
            <a:r>
              <a:rPr lang="es-CL" sz="1338" b="1" noProof="0" dirty="0">
                <a:solidFill>
                  <a:srgbClr val="606060"/>
                </a:solidFill>
                <a:latin typeface="Inter"/>
                <a:ea typeface="Inter"/>
                <a:cs typeface="Inter"/>
                <a:sym typeface="Inter"/>
              </a:rPr>
              <a:t>  ·  valida las solicitudes</a:t>
            </a:r>
          </a:p>
        </p:txBody>
      </p:sp>
      <p:sp>
        <p:nvSpPr>
          <p:cNvPr id="475" name="Google Shape;475;p9"/>
          <p:cNvSpPr/>
          <p:nvPr/>
        </p:nvSpPr>
        <p:spPr>
          <a:xfrm>
            <a:off x="1448700" y="4682916"/>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4   </a:t>
            </a:r>
            <a:r>
              <a:rPr lang="es-CL" sz="1529" b="1" noProof="0" dirty="0">
                <a:solidFill>
                  <a:srgbClr val="111111"/>
                </a:solidFill>
                <a:latin typeface="Inter SemiBold"/>
                <a:ea typeface="Inter SemiBold"/>
                <a:cs typeface="Inter SemiBold"/>
                <a:sym typeface="Inter SemiBold"/>
              </a:rPr>
              <a:t>Lógica de negocio</a:t>
            </a:r>
            <a:r>
              <a:rPr lang="es-CL" sz="1338" b="1" noProof="0" dirty="0">
                <a:solidFill>
                  <a:srgbClr val="606060"/>
                </a:solidFill>
                <a:latin typeface="Inter"/>
                <a:ea typeface="Inter"/>
                <a:cs typeface="Inter"/>
                <a:sym typeface="Inter"/>
              </a:rPr>
              <a:t>  ·  aplica las reglas de M1–M12 en Laravel</a:t>
            </a:r>
          </a:p>
        </p:txBody>
      </p:sp>
      <p:sp>
        <p:nvSpPr>
          <p:cNvPr id="476" name="Google Shape;476;p9"/>
          <p:cNvSpPr/>
          <p:nvPr/>
        </p:nvSpPr>
        <p:spPr>
          <a:xfrm>
            <a:off x="1448700" y="5859958"/>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5   </a:t>
            </a:r>
            <a:r>
              <a:rPr lang="es-CL" sz="1529" b="1" noProof="0" dirty="0">
                <a:solidFill>
                  <a:srgbClr val="111111"/>
                </a:solidFill>
                <a:latin typeface="Inter SemiBold"/>
                <a:ea typeface="Inter SemiBold"/>
                <a:cs typeface="Inter SemiBold"/>
                <a:sym typeface="Inter SemiBold"/>
              </a:rPr>
              <a:t>Integración y eventos</a:t>
            </a:r>
            <a:r>
              <a:rPr lang="es-CL" sz="1338" b="1" noProof="0" dirty="0">
                <a:solidFill>
                  <a:srgbClr val="606060"/>
                </a:solidFill>
                <a:latin typeface="Inter"/>
                <a:ea typeface="Inter"/>
                <a:cs typeface="Inter"/>
                <a:sym typeface="Inter"/>
              </a:rPr>
              <a:t>  ·  conserva y distribuye eventos</a:t>
            </a:r>
          </a:p>
        </p:txBody>
      </p:sp>
      <p:sp>
        <p:nvSpPr>
          <p:cNvPr id="477" name="Google Shape;477;p9"/>
          <p:cNvSpPr/>
          <p:nvPr/>
        </p:nvSpPr>
        <p:spPr>
          <a:xfrm>
            <a:off x="1448700" y="6709049"/>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6   </a:t>
            </a:r>
            <a:r>
              <a:rPr lang="es-CL" sz="1529" b="1" noProof="0" dirty="0">
                <a:solidFill>
                  <a:srgbClr val="111111"/>
                </a:solidFill>
                <a:latin typeface="Inter SemiBold"/>
                <a:ea typeface="Inter SemiBold"/>
                <a:cs typeface="Inter SemiBold"/>
                <a:sym typeface="Inter SemiBold"/>
              </a:rPr>
              <a:t>Acceso a datos</a:t>
            </a:r>
            <a:r>
              <a:rPr lang="es-CL" sz="1338" b="1" noProof="0" dirty="0">
                <a:solidFill>
                  <a:srgbClr val="606060"/>
                </a:solidFill>
                <a:latin typeface="Inter"/>
                <a:ea typeface="Inter"/>
                <a:cs typeface="Inter"/>
                <a:sym typeface="Inter"/>
              </a:rPr>
              <a:t>  ·  administra la persistencia</a:t>
            </a:r>
          </a:p>
        </p:txBody>
      </p:sp>
      <p:sp>
        <p:nvSpPr>
          <p:cNvPr id="478" name="Google Shape;478;p9"/>
          <p:cNvSpPr/>
          <p:nvPr/>
        </p:nvSpPr>
        <p:spPr>
          <a:xfrm>
            <a:off x="1448700" y="8158047"/>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7   </a:t>
            </a:r>
            <a:r>
              <a:rPr lang="es-CL" sz="1529" b="1" noProof="0" dirty="0">
                <a:solidFill>
                  <a:srgbClr val="111111"/>
                </a:solidFill>
                <a:latin typeface="Inter SemiBold"/>
                <a:ea typeface="Inter SemiBold"/>
                <a:cs typeface="Inter SemiBold"/>
                <a:sym typeface="Inter SemiBold"/>
              </a:rPr>
              <a:t>Seguridad</a:t>
            </a:r>
            <a:r>
              <a:rPr lang="es-CL" sz="1338" b="1" noProof="0" dirty="0">
                <a:solidFill>
                  <a:srgbClr val="606060"/>
                </a:solidFill>
                <a:latin typeface="Inter"/>
                <a:ea typeface="Inter"/>
                <a:cs typeface="Inter"/>
                <a:sym typeface="Inter"/>
              </a:rPr>
              <a:t>  ·  transversal a todas las capas</a:t>
            </a:r>
          </a:p>
        </p:txBody>
      </p:sp>
      <p:sp>
        <p:nvSpPr>
          <p:cNvPr id="479" name="Google Shape;479;p9"/>
          <p:cNvSpPr/>
          <p:nvPr/>
        </p:nvSpPr>
        <p:spPr>
          <a:xfrm>
            <a:off x="1448700" y="8735182"/>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8   </a:t>
            </a:r>
            <a:r>
              <a:rPr lang="es-CL" sz="1529" b="1" noProof="0" dirty="0" err="1">
                <a:solidFill>
                  <a:srgbClr val="111111"/>
                </a:solidFill>
                <a:latin typeface="Inter SemiBold"/>
                <a:ea typeface="Inter SemiBold"/>
                <a:cs typeface="Inter SemiBold"/>
                <a:sym typeface="Inter SemiBold"/>
              </a:rPr>
              <a:t>Observabilidad</a:t>
            </a:r>
            <a:r>
              <a:rPr lang="es-CL" sz="1338" b="1" noProof="0" dirty="0">
                <a:solidFill>
                  <a:srgbClr val="606060"/>
                </a:solidFill>
                <a:latin typeface="Inter"/>
                <a:ea typeface="Inter"/>
                <a:cs typeface="Inter"/>
                <a:sym typeface="Inter"/>
              </a:rPr>
              <a:t>  ·  transversal a todas las capas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4"/>
        <p:cNvGrpSpPr/>
        <p:nvPr/>
      </p:nvGrpSpPr>
      <p:grpSpPr>
        <a:xfrm>
          <a:off x="0" y="0"/>
          <a:ext cx="0" cy="0"/>
          <a:chOff x="0" y="0"/>
          <a:chExt cx="0" cy="0"/>
        </a:xfrm>
      </p:grpSpPr>
      <p:sp>
        <p:nvSpPr>
          <p:cNvPr id="3" name="!!deco_7e767073_1">
            <a:extLst>
              <a:ext uri="{FF2B5EF4-FFF2-40B4-BE49-F238E27FC236}">
                <a16:creationId xmlns:a16="http://schemas.microsoft.com/office/drawing/2014/main" id="{9D34E8CE-C892-80BE-D30D-C67C2A1E5B55}"/>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02"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01"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5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A01</a:t>
            </a:r>
          </a:p>
        </p:txBody>
      </p:sp>
      <p:sp>
        <p:nvSpPr>
          <p:cNvPr id="485"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1. Presentación</a:t>
            </a:r>
            <a:endParaRPr lang="es-CL" noProof="0" dirty="0"/>
          </a:p>
        </p:txBody>
      </p:sp>
      <p:sp>
        <p:nvSpPr>
          <p:cNvPr id="486"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487"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1 de 8</a:t>
            </a:r>
            <a:endParaRPr lang="es-CL" noProof="0" dirty="0"/>
          </a:p>
        </p:txBody>
      </p:sp>
      <p:sp>
        <p:nvSpPr>
          <p:cNvPr id="488"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Aplicaciones, portales y dispositivos de cada actor</a:t>
            </a:r>
            <a:endParaRPr lang="es-CL" noProof="0" dirty="0"/>
          </a:p>
        </p:txBody>
      </p:sp>
      <p:pic>
        <p:nvPicPr>
          <p:cNvPr id="490"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492" name="!!capahl"/>
          <p:cNvSpPr/>
          <p:nvPr/>
        </p:nvSpPr>
        <p:spPr>
          <a:xfrm>
            <a:off x="809625" y="2390775"/>
            <a:ext cx="3333900" cy="7383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pic>
        <p:nvPicPr>
          <p:cNvPr id="493" name="Google Shape;493;hc7cc306779174be_1_3" descr="!!ARQL-layer-2"/>
          <p:cNvPicPr preferRelativeResize="0"/>
          <p:nvPr/>
        </p:nvPicPr>
        <p:blipFill rotWithShape="1">
          <a:blip r:embed="rId6">
            <a:alphaModFix amt="0"/>
          </a:blip>
          <a:srcRect/>
          <a:stretch/>
        </p:blipFill>
        <p:spPr>
          <a:xfrm>
            <a:off x="2296741" y="3090920"/>
            <a:ext cx="359518" cy="172708"/>
          </a:xfrm>
          <a:prstGeom prst="rect">
            <a:avLst/>
          </a:prstGeom>
          <a:noFill/>
          <a:ln>
            <a:noFill/>
          </a:ln>
        </p:spPr>
      </p:pic>
      <p:pic>
        <p:nvPicPr>
          <p:cNvPr id="494" name="Google Shape;494;hc7cc306779174be_1_3" descr="!!ARQL-layer-3"/>
          <p:cNvPicPr preferRelativeResize="0"/>
          <p:nvPr/>
        </p:nvPicPr>
        <p:blipFill rotWithShape="1">
          <a:blip r:embed="rId7">
            <a:alphaModFix amt="0"/>
          </a:blip>
          <a:srcRect/>
          <a:stretch/>
        </p:blipFill>
        <p:spPr>
          <a:xfrm>
            <a:off x="2326735" y="3263627"/>
            <a:ext cx="299532" cy="201493"/>
          </a:xfrm>
          <a:prstGeom prst="rect">
            <a:avLst/>
          </a:prstGeom>
          <a:noFill/>
          <a:ln>
            <a:noFill/>
          </a:ln>
        </p:spPr>
      </p:pic>
      <p:pic>
        <p:nvPicPr>
          <p:cNvPr id="495" name="Google Shape;495;hc7cc306779174be_1_3" descr="!!ARQL-layer-4"/>
          <p:cNvPicPr preferRelativeResize="0"/>
          <p:nvPr/>
        </p:nvPicPr>
        <p:blipFill rotWithShape="1">
          <a:blip r:embed="rId8">
            <a:alphaModFix amt="0"/>
          </a:blip>
          <a:srcRect/>
          <a:stretch/>
        </p:blipFill>
        <p:spPr>
          <a:xfrm>
            <a:off x="1968077" y="3465119"/>
            <a:ext cx="1016846" cy="575691"/>
          </a:xfrm>
          <a:prstGeom prst="rect">
            <a:avLst/>
          </a:prstGeom>
          <a:noFill/>
          <a:ln>
            <a:noFill/>
          </a:ln>
        </p:spPr>
      </p:pic>
      <p:pic>
        <p:nvPicPr>
          <p:cNvPr id="496" name="Google Shape;496;hc7cc306779174be_1_3" descr="!!ARQL-layer-5"/>
          <p:cNvPicPr preferRelativeResize="0"/>
          <p:nvPr/>
        </p:nvPicPr>
        <p:blipFill rotWithShape="1">
          <a:blip r:embed="rId9">
            <a:alphaModFix amt="0"/>
          </a:blip>
          <a:srcRect/>
          <a:stretch/>
        </p:blipFill>
        <p:spPr>
          <a:xfrm>
            <a:off x="2180924" y="4040810"/>
            <a:ext cx="591153" cy="287844"/>
          </a:xfrm>
          <a:prstGeom prst="rect">
            <a:avLst/>
          </a:prstGeom>
          <a:noFill/>
          <a:ln>
            <a:noFill/>
          </a:ln>
        </p:spPr>
      </p:pic>
      <p:pic>
        <p:nvPicPr>
          <p:cNvPr id="497" name="Google Shape;497;hc7cc306779174be_1_3" descr="!!ARQL-layer-6"/>
          <p:cNvPicPr preferRelativeResize="0"/>
          <p:nvPr/>
        </p:nvPicPr>
        <p:blipFill rotWithShape="1">
          <a:blip r:embed="rId10">
            <a:alphaModFix amt="0"/>
          </a:blip>
          <a:srcRect/>
          <a:stretch/>
        </p:blipFill>
        <p:spPr>
          <a:xfrm>
            <a:off x="2078416" y="4328655"/>
            <a:ext cx="796170" cy="518121"/>
          </a:xfrm>
          <a:prstGeom prst="rect">
            <a:avLst/>
          </a:prstGeom>
          <a:noFill/>
          <a:ln>
            <a:noFill/>
          </a:ln>
        </p:spPr>
      </p:pic>
      <p:pic>
        <p:nvPicPr>
          <p:cNvPr id="498" name="Google Shape;498;hc7cc306779174be_1_3" descr="!!ARQL-layer-7"/>
          <p:cNvPicPr preferRelativeResize="0"/>
          <p:nvPr/>
        </p:nvPicPr>
        <p:blipFill rotWithShape="1">
          <a:blip r:embed="rId11">
            <a:alphaModFix amt="0"/>
          </a:blip>
          <a:srcRect/>
          <a:stretch/>
        </p:blipFill>
        <p:spPr>
          <a:xfrm>
            <a:off x="2237586" y="4846777"/>
            <a:ext cx="477828" cy="230275"/>
          </a:xfrm>
          <a:prstGeom prst="rect">
            <a:avLst/>
          </a:prstGeom>
          <a:noFill/>
          <a:ln>
            <a:noFill/>
          </a:ln>
        </p:spPr>
      </p:pic>
      <p:pic>
        <p:nvPicPr>
          <p:cNvPr id="499" name="Google Shape;499;hc7cc306779174be_1_3" descr="!!ARQL-layer-8"/>
          <p:cNvPicPr preferRelativeResize="0"/>
          <p:nvPr/>
        </p:nvPicPr>
        <p:blipFill rotWithShape="1">
          <a:blip r:embed="rId12">
            <a:alphaModFix amt="0"/>
          </a:blip>
          <a:srcRect/>
          <a:stretch/>
        </p:blipFill>
        <p:spPr>
          <a:xfrm>
            <a:off x="2272993" y="5077054"/>
            <a:ext cx="407015" cy="230277"/>
          </a:xfrm>
          <a:prstGeom prst="rect">
            <a:avLst/>
          </a:prstGeom>
          <a:noFill/>
          <a:ln>
            <a:noFill/>
          </a:ln>
        </p:spPr>
      </p:pic>
      <p:pic>
        <p:nvPicPr>
          <p:cNvPr id="500" name="!!capaimg" descr="!!ARQL-layer-1" title="Capa 1. Presentación"/>
          <p:cNvPicPr preferRelativeResize="0"/>
          <p:nvPr/>
        </p:nvPicPr>
        <p:blipFill rotWithShape="1">
          <a:blip r:embed="rId13">
            <a:alphaModFix/>
          </a:blip>
          <a:srcRect t="3348" b="12745"/>
          <a:stretch/>
        </p:blipFill>
        <p:spPr>
          <a:xfrm>
            <a:off x="5840632" y="1691640"/>
            <a:ext cx="10721535" cy="7040880"/>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3" name="!!deco_7e767073_1">
            <a:extLst>
              <a:ext uri="{FF2B5EF4-FFF2-40B4-BE49-F238E27FC236}">
                <a16:creationId xmlns:a16="http://schemas.microsoft.com/office/drawing/2014/main" id="{8A2C77C1-248E-D58C-CCA0-DCA505869DD4}"/>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21"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20"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4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A02</a:t>
            </a:r>
          </a:p>
        </p:txBody>
      </p:sp>
      <p:sp>
        <p:nvSpPr>
          <p:cNvPr id="505"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2. Borde y exposición</a:t>
            </a:r>
            <a:endParaRPr lang="es-CL" noProof="0" dirty="0"/>
          </a:p>
        </p:txBody>
      </p:sp>
      <p:pic>
        <p:nvPicPr>
          <p:cNvPr id="506"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07"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508" name="!!capahl"/>
          <p:cNvSpPr/>
          <p:nvPr/>
        </p:nvSpPr>
        <p:spPr>
          <a:xfrm>
            <a:off x="809625" y="3052820"/>
            <a:ext cx="3333900" cy="2490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509"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2 de 8</a:t>
            </a:r>
            <a:endParaRPr lang="es-CL" noProof="0" dirty="0"/>
          </a:p>
        </p:txBody>
      </p:sp>
      <p:sp>
        <p:nvSpPr>
          <p:cNvPr id="510"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Protección de las entradas públicas, privadas y locales</a:t>
            </a:r>
            <a:endParaRPr lang="es-CL" noProof="0" dirty="0"/>
          </a:p>
        </p:txBody>
      </p:sp>
      <p:pic>
        <p:nvPicPr>
          <p:cNvPr id="511" name="Google Shape;511;hc7cc306779174be_10_2"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12" name="!!capaimg" descr="!!ARQL-layer-2"/>
          <p:cNvPicPr preferRelativeResize="0"/>
          <p:nvPr/>
        </p:nvPicPr>
        <p:blipFill rotWithShape="1">
          <a:blip r:embed="rId7">
            <a:alphaModFix/>
          </a:blip>
          <a:srcRect/>
          <a:stretch/>
        </p:blipFill>
        <p:spPr>
          <a:xfrm>
            <a:off x="4846320" y="1691640"/>
            <a:ext cx="12710159" cy="6105765"/>
          </a:xfrm>
          <a:prstGeom prst="rect">
            <a:avLst/>
          </a:prstGeom>
          <a:noFill/>
          <a:ln w="12700">
            <a:solidFill>
              <a:srgbClr val="E4E4E4"/>
            </a:solidFill>
          </a:ln>
        </p:spPr>
      </p:pic>
      <p:pic>
        <p:nvPicPr>
          <p:cNvPr id="513" name="Google Shape;513;hc7cc306779174be_10_2"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14" name="Google Shape;514;hc7cc306779174be_10_2"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15" name="Google Shape;515;hc7cc306779174be_10_2"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16" name="Google Shape;516;hc7cc306779174be_10_2"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17" name="Google Shape;517;hc7cc306779174be_10_2"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18" name="Google Shape;518;hc7cc306779174be_10_2"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3" name="!!deco_7e767073_1">
            <a:extLst>
              <a:ext uri="{FF2B5EF4-FFF2-40B4-BE49-F238E27FC236}">
                <a16:creationId xmlns:a16="http://schemas.microsoft.com/office/drawing/2014/main" id="{6E6A1E67-3323-F4BD-3962-037B050FFC6F}"/>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40"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39"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7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A03</a:t>
            </a:r>
          </a:p>
        </p:txBody>
      </p:sp>
      <p:sp>
        <p:nvSpPr>
          <p:cNvPr id="524"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3. Enlace de servicios</a:t>
            </a:r>
            <a:endParaRPr lang="es-CL" noProof="0" dirty="0"/>
          </a:p>
        </p:txBody>
      </p:sp>
      <p:pic>
        <p:nvPicPr>
          <p:cNvPr id="525"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26"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527" name="!!capahl"/>
          <p:cNvSpPr/>
          <p:nvPr/>
        </p:nvSpPr>
        <p:spPr>
          <a:xfrm>
            <a:off x="809625" y="3225527"/>
            <a:ext cx="3333900" cy="2778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528"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3 de 8</a:t>
            </a:r>
            <a:endParaRPr lang="es-CL" noProof="0" dirty="0"/>
          </a:p>
        </p:txBody>
      </p:sp>
      <p:sp>
        <p:nvSpPr>
          <p:cNvPr id="529"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Validación de solicitudes y acceso local del WMS</a:t>
            </a:r>
            <a:endParaRPr lang="es-CL" noProof="0" dirty="0"/>
          </a:p>
        </p:txBody>
      </p:sp>
      <p:pic>
        <p:nvPicPr>
          <p:cNvPr id="530" name="Google Shape;530;hc7cc306779174be_10_5"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31" name="Google Shape;531;hc7cc306779174be_10_5"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32" name="!!capaimg" title="capa3-flechas-simplificadas.png"/>
          <p:cNvPicPr preferRelativeResize="0"/>
          <p:nvPr/>
        </p:nvPicPr>
        <p:blipFill rotWithShape="1">
          <a:blip r:embed="rId8">
            <a:alphaModFix/>
          </a:blip>
          <a:srcRect t="7" b="31505"/>
          <a:stretch/>
        </p:blipFill>
        <p:spPr>
          <a:xfrm>
            <a:off x="4846320" y="1691640"/>
            <a:ext cx="12710159" cy="5856770"/>
          </a:xfrm>
          <a:prstGeom prst="rect">
            <a:avLst/>
          </a:prstGeom>
          <a:noFill/>
          <a:ln w="12700">
            <a:solidFill>
              <a:srgbClr val="E4E4E4"/>
            </a:solidFill>
          </a:ln>
        </p:spPr>
      </p:pic>
      <p:pic>
        <p:nvPicPr>
          <p:cNvPr id="533" name="Google Shape;533;hc7cc306779174be_10_5"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34" name="Google Shape;534;hc7cc306779174be_10_5"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35" name="Google Shape;535;hc7cc306779174be_10_5"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36" name="Google Shape;536;hc7cc306779174be_10_5"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37" name="Google Shape;537;hc7cc306779174be_10_5"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3" name="!!deco_7e767073_1">
            <a:extLst>
              <a:ext uri="{FF2B5EF4-FFF2-40B4-BE49-F238E27FC236}">
                <a16:creationId xmlns:a16="http://schemas.microsoft.com/office/drawing/2014/main" id="{FA660EF0-661E-C72E-E8F1-A63487D8CDF7}"/>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59"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58"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8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A04</a:t>
            </a:r>
          </a:p>
        </p:txBody>
      </p:sp>
      <p:sp>
        <p:nvSpPr>
          <p:cNvPr id="543"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4. Lógica de negocio</a:t>
            </a:r>
            <a:endParaRPr lang="es-CL" noProof="0" dirty="0"/>
          </a:p>
        </p:txBody>
      </p:sp>
      <p:pic>
        <p:nvPicPr>
          <p:cNvPr id="544"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45"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546" name="!!capahl"/>
          <p:cNvSpPr/>
          <p:nvPr/>
        </p:nvSpPr>
        <p:spPr>
          <a:xfrm>
            <a:off x="809625" y="3427019"/>
            <a:ext cx="3333900" cy="6519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547"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4 de 8</a:t>
            </a:r>
            <a:endParaRPr lang="es-CL" noProof="0" dirty="0"/>
          </a:p>
        </p:txBody>
      </p:sp>
      <p:sp>
        <p:nvSpPr>
          <p:cNvPr id="548"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Reglas de negocio de los doce módulos Laravel</a:t>
            </a:r>
            <a:endParaRPr lang="es-CL" noProof="0" dirty="0"/>
          </a:p>
        </p:txBody>
      </p:sp>
      <p:pic>
        <p:nvPicPr>
          <p:cNvPr id="549" name="Google Shape;549;hc7cc306779174be_10_8"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50" name="Google Shape;550;hc7cc306779174be_10_8"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51" name="Google Shape;551;hc7cc306779174be_10_8"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52" name="!!capaimg" descr="!!ARQL-layer-4"/>
          <p:cNvPicPr preferRelativeResize="0"/>
          <p:nvPr/>
        </p:nvPicPr>
        <p:blipFill rotWithShape="1">
          <a:blip r:embed="rId9">
            <a:alphaModFix/>
          </a:blip>
          <a:srcRect/>
          <a:stretch/>
        </p:blipFill>
        <p:spPr>
          <a:xfrm>
            <a:off x="4983232" y="1691640"/>
            <a:ext cx="12436335" cy="7040880"/>
          </a:xfrm>
          <a:prstGeom prst="rect">
            <a:avLst/>
          </a:prstGeom>
          <a:noFill/>
          <a:ln w="12700">
            <a:solidFill>
              <a:srgbClr val="E4E4E4"/>
            </a:solidFill>
          </a:ln>
        </p:spPr>
      </p:pic>
      <p:pic>
        <p:nvPicPr>
          <p:cNvPr id="553" name="Google Shape;553;hc7cc306779174be_10_8"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54" name="Google Shape;554;hc7cc306779174be_10_8"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55" name="Google Shape;555;hc7cc306779174be_10_8"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56" name="Google Shape;556;hc7cc306779174be_10_8"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3" name="!!deco_7e767073_1">
            <a:extLst>
              <a:ext uri="{FF2B5EF4-FFF2-40B4-BE49-F238E27FC236}">
                <a16:creationId xmlns:a16="http://schemas.microsoft.com/office/drawing/2014/main" id="{772FE207-07B2-12AE-90AC-BBC788B7A27A}"/>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78"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77"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2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A05</a:t>
            </a:r>
          </a:p>
        </p:txBody>
      </p:sp>
      <p:sp>
        <p:nvSpPr>
          <p:cNvPr id="562"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5. Integración y eventos</a:t>
            </a:r>
            <a:endParaRPr lang="es-CL" noProof="0" dirty="0"/>
          </a:p>
        </p:txBody>
      </p:sp>
      <p:pic>
        <p:nvPicPr>
          <p:cNvPr id="563"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64"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565" name="!!capahl"/>
          <p:cNvSpPr/>
          <p:nvPr/>
        </p:nvSpPr>
        <p:spPr>
          <a:xfrm>
            <a:off x="809625" y="4002710"/>
            <a:ext cx="3333900" cy="3639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566"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5 de 8</a:t>
            </a:r>
            <a:endParaRPr lang="es-CL" noProof="0" dirty="0"/>
          </a:p>
        </p:txBody>
      </p:sp>
      <p:sp>
        <p:nvSpPr>
          <p:cNvPr id="567"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Intercambio de eventos y continuidad de los sitios</a:t>
            </a:r>
            <a:endParaRPr lang="es-CL" noProof="0" dirty="0"/>
          </a:p>
        </p:txBody>
      </p:sp>
      <p:pic>
        <p:nvPicPr>
          <p:cNvPr id="568" name="Google Shape;568;hc7cc306779174be_10_11"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69" name="Google Shape;569;hc7cc306779174be_10_11"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70" name="Google Shape;570;hc7cc306779174be_10_11"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71" name="Google Shape;571;hc7cc306779174be_10_11"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72" name="!!capaimg" descr="!!ARQL-layer-5" title="Capa 5. Integración y eventos"/>
          <p:cNvPicPr preferRelativeResize="0"/>
          <p:nvPr/>
        </p:nvPicPr>
        <p:blipFill>
          <a:blip r:embed="rId10">
            <a:alphaModFix/>
          </a:blip>
          <a:stretch>
            <a:fillRect/>
          </a:stretch>
        </p:blipFill>
        <p:spPr>
          <a:xfrm>
            <a:off x="4846320" y="1691640"/>
            <a:ext cx="12710159" cy="6188869"/>
          </a:xfrm>
          <a:prstGeom prst="rect">
            <a:avLst/>
          </a:prstGeom>
          <a:noFill/>
          <a:ln w="12700">
            <a:solidFill>
              <a:srgbClr val="E4E4E4"/>
            </a:solidFill>
          </a:ln>
        </p:spPr>
      </p:pic>
      <p:pic>
        <p:nvPicPr>
          <p:cNvPr id="573" name="Google Shape;573;hc7cc306779174be_10_11"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74" name="Google Shape;574;hc7cc306779174be_10_11"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75" name="Google Shape;575;hc7cc306779174be_10_11"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3" name="!!deco_7e767073_1">
            <a:extLst>
              <a:ext uri="{FF2B5EF4-FFF2-40B4-BE49-F238E27FC236}">
                <a16:creationId xmlns:a16="http://schemas.microsoft.com/office/drawing/2014/main" id="{FECD422C-D9E2-E088-A7BE-D63D5CEE45E7}"/>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9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9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3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A06</a:t>
            </a:r>
          </a:p>
        </p:txBody>
      </p:sp>
      <p:sp>
        <p:nvSpPr>
          <p:cNvPr id="581"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6. Acceso a datos</a:t>
            </a:r>
            <a:endParaRPr lang="es-CL" noProof="0" dirty="0"/>
          </a:p>
        </p:txBody>
      </p:sp>
      <p:pic>
        <p:nvPicPr>
          <p:cNvPr id="582"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83"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584" name="!!capahl"/>
          <p:cNvSpPr/>
          <p:nvPr/>
        </p:nvSpPr>
        <p:spPr>
          <a:xfrm>
            <a:off x="809625" y="4290555"/>
            <a:ext cx="3333900" cy="5943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585"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6 de 8</a:t>
            </a:r>
            <a:endParaRPr lang="es-CL" noProof="0" dirty="0"/>
          </a:p>
        </p:txBody>
      </p:sp>
      <p:sp>
        <p:nvSpPr>
          <p:cNvPr id="586"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Propiedad de los datos y persistencia híbrida</a:t>
            </a:r>
            <a:endParaRPr lang="es-CL" noProof="0" dirty="0"/>
          </a:p>
        </p:txBody>
      </p:sp>
      <p:pic>
        <p:nvPicPr>
          <p:cNvPr id="587" name="Google Shape;587;hc7cc306779174be_10_74"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88" name="Google Shape;588;hc7cc306779174be_10_74"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89" name="Google Shape;589;hc7cc306779174be_10_74"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90" name="Google Shape;590;hc7cc306779174be_10_74"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91" name="Google Shape;591;hc7cc306779174be_10_74"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92" name="!!capaimg" descr="!!ARQL-layer-6"/>
          <p:cNvPicPr preferRelativeResize="0"/>
          <p:nvPr/>
        </p:nvPicPr>
        <p:blipFill rotWithShape="1">
          <a:blip r:embed="rId11">
            <a:alphaModFix/>
          </a:blip>
          <a:srcRect/>
          <a:stretch/>
        </p:blipFill>
        <p:spPr>
          <a:xfrm>
            <a:off x="5791740" y="1691640"/>
            <a:ext cx="10819319" cy="7040880"/>
          </a:xfrm>
          <a:prstGeom prst="rect">
            <a:avLst/>
          </a:prstGeom>
          <a:noFill/>
          <a:ln w="12700">
            <a:solidFill>
              <a:srgbClr val="E4E4E4"/>
            </a:solidFill>
          </a:ln>
        </p:spPr>
      </p:pic>
      <p:pic>
        <p:nvPicPr>
          <p:cNvPr id="593" name="Google Shape;593;hc7cc306779174be_10_74"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94" name="Google Shape;594;hc7cc306779174be_10_74"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3" name="!!deco_7e767073_1">
            <a:extLst>
              <a:ext uri="{FF2B5EF4-FFF2-40B4-BE49-F238E27FC236}">
                <a16:creationId xmlns:a16="http://schemas.microsoft.com/office/drawing/2014/main" id="{B345DCB2-75F0-3394-4B81-CE5AEC799C19}"/>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616"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15"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4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A07</a:t>
            </a:r>
          </a:p>
        </p:txBody>
      </p:sp>
      <p:sp>
        <p:nvSpPr>
          <p:cNvPr id="600"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7. Seguridad transversal</a:t>
            </a:r>
            <a:endParaRPr lang="es-CL" noProof="0" dirty="0"/>
          </a:p>
        </p:txBody>
      </p:sp>
      <p:pic>
        <p:nvPicPr>
          <p:cNvPr id="601"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602"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603" name="!!capahl"/>
          <p:cNvSpPr/>
          <p:nvPr/>
        </p:nvSpPr>
        <p:spPr>
          <a:xfrm>
            <a:off x="809625" y="4808677"/>
            <a:ext cx="3333900" cy="3066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04"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7 de 8</a:t>
            </a:r>
            <a:endParaRPr lang="es-CL" noProof="0" dirty="0"/>
          </a:p>
        </p:txBody>
      </p:sp>
      <p:sp>
        <p:nvSpPr>
          <p:cNvPr id="605"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Identidad y autorización en todas las capas</a:t>
            </a:r>
            <a:endParaRPr lang="es-CL" noProof="0" dirty="0"/>
          </a:p>
        </p:txBody>
      </p:sp>
      <p:pic>
        <p:nvPicPr>
          <p:cNvPr id="606" name="Google Shape;606;hc7cc306779174be_10_92"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607" name="Google Shape;607;hc7cc306779174be_10_92"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608" name="Google Shape;608;hc7cc306779174be_10_92"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609" name="Google Shape;609;hc7cc306779174be_10_92"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610" name="Google Shape;610;hc7cc306779174be_10_92"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611" name="Google Shape;611;hc7cc306779174be_10_92"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612" name="!!capaimg" descr="!!ARQL-layer-7"/>
          <p:cNvPicPr preferRelativeResize="0"/>
          <p:nvPr/>
        </p:nvPicPr>
        <p:blipFill rotWithShape="1">
          <a:blip r:embed="rId12">
            <a:alphaModFix/>
          </a:blip>
          <a:srcRect/>
          <a:stretch/>
        </p:blipFill>
        <p:spPr>
          <a:xfrm>
            <a:off x="4846320" y="1691640"/>
            <a:ext cx="12710159" cy="6125319"/>
          </a:xfrm>
          <a:prstGeom prst="rect">
            <a:avLst/>
          </a:prstGeom>
          <a:noFill/>
          <a:ln w="12700">
            <a:solidFill>
              <a:srgbClr val="E4E4E4"/>
            </a:solidFill>
          </a:ln>
        </p:spPr>
      </p:pic>
      <p:pic>
        <p:nvPicPr>
          <p:cNvPr id="613" name="Google Shape;613;hc7cc306779174be_10_92"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3" name="!!deco_7e767073_1">
            <a:extLst>
              <a:ext uri="{FF2B5EF4-FFF2-40B4-BE49-F238E27FC236}">
                <a16:creationId xmlns:a16="http://schemas.microsoft.com/office/drawing/2014/main" id="{F9C06234-46B7-E085-5485-50BD0751C5C1}"/>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635"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34"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6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A08</a:t>
            </a:r>
          </a:p>
        </p:txBody>
      </p:sp>
      <p:sp>
        <p:nvSpPr>
          <p:cNvPr id="619"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8. </a:t>
            </a:r>
            <a:r>
              <a:rPr lang="es-CL" sz="5400" b="1" i="0" u="none" strike="noStrike" cap="none" noProof="0" dirty="0" err="1">
                <a:solidFill>
                  <a:srgbClr val="111111"/>
                </a:solidFill>
                <a:latin typeface="Inter SemiBold"/>
                <a:ea typeface="Inter"/>
                <a:cs typeface="Inter"/>
                <a:sym typeface="Inter"/>
              </a:rPr>
              <a:t>Observabilidad</a:t>
            </a:r>
            <a:r>
              <a:rPr lang="es-CL" sz="5400" b="1" i="0" u="none" strike="noStrike" cap="none" noProof="0" dirty="0">
                <a:solidFill>
                  <a:srgbClr val="111111"/>
                </a:solidFill>
                <a:latin typeface="Inter SemiBold"/>
                <a:ea typeface="Inter"/>
                <a:cs typeface="Inter"/>
                <a:sym typeface="Inter"/>
              </a:rPr>
              <a:t> transversal</a:t>
            </a:r>
            <a:endParaRPr lang="es-CL" noProof="0" dirty="0"/>
          </a:p>
        </p:txBody>
      </p:sp>
      <p:pic>
        <p:nvPicPr>
          <p:cNvPr id="620"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621"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622" name="!!capahl"/>
          <p:cNvSpPr/>
          <p:nvPr/>
        </p:nvSpPr>
        <p:spPr>
          <a:xfrm>
            <a:off x="809625" y="5038954"/>
            <a:ext cx="3333900" cy="3066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23"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8 de 8</a:t>
            </a:r>
            <a:endParaRPr lang="es-CL" noProof="0" dirty="0"/>
          </a:p>
        </p:txBody>
      </p:sp>
      <p:sp>
        <p:nvSpPr>
          <p:cNvPr id="624"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Correlación y seguimiento de la operación</a:t>
            </a:r>
            <a:endParaRPr lang="es-CL" noProof="0" dirty="0"/>
          </a:p>
        </p:txBody>
      </p:sp>
      <p:pic>
        <p:nvPicPr>
          <p:cNvPr id="625" name="Google Shape;625;hc7cc306779174be_10_110"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626" name="Google Shape;626;hc7cc306779174be_10_110"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627" name="Google Shape;627;hc7cc306779174be_10_110"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628" name="Google Shape;628;hc7cc306779174be_10_110"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629" name="Google Shape;629;hc7cc306779174be_10_110"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630" name="Google Shape;630;hc7cc306779174be_10_110"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631" name="Google Shape;631;hc7cc306779174be_10_110"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632" name="!!capaimg" descr="!!ARQL-layer-8"/>
          <p:cNvPicPr preferRelativeResize="0"/>
          <p:nvPr/>
        </p:nvPicPr>
        <p:blipFill rotWithShape="1">
          <a:blip r:embed="rId13">
            <a:alphaModFix/>
          </a:blip>
          <a:srcRect/>
          <a:stretch/>
        </p:blipFill>
        <p:spPr>
          <a:xfrm>
            <a:off x="4979003" y="1691640"/>
            <a:ext cx="12444792" cy="7040880"/>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40"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641"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1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09</a:t>
            </a:r>
          </a:p>
        </p:txBody>
      </p:sp>
      <p:sp>
        <p:nvSpPr>
          <p:cNvPr id="639" name="!!title"/>
          <p:cNvSpPr txBox="1"/>
          <p:nvPr/>
        </p:nvSpPr>
        <p:spPr>
          <a:xfrm>
            <a:off x="2286000" y="274320"/>
            <a:ext cx="13716000" cy="82296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4400" b="1" noProof="0" dirty="0">
                <a:solidFill>
                  <a:srgbClr val="111111"/>
                </a:solidFill>
                <a:latin typeface="Inter SemiBold"/>
                <a:ea typeface="Inter SemiBold"/>
                <a:cs typeface="Inter SemiBold"/>
                <a:sym typeface="Inter SemiBold"/>
              </a:rPr>
              <a:t>Arquitectura física</a:t>
            </a:r>
            <a:endParaRPr lang="es-CL" noProof="0" dirty="0"/>
          </a:p>
        </p:txBody>
      </p:sp>
      <p:pic>
        <p:nvPicPr>
          <p:cNvPr id="643" name="Google Shape;643;p10" descr="Figura 14. Vista general de la arquitectura física híbrida (Subdocumento 4)"/>
          <p:cNvPicPr preferRelativeResize="0"/>
          <p:nvPr/>
        </p:nvPicPr>
        <p:blipFill rotWithShape="1">
          <a:blip r:embed="rId4">
            <a:alphaModFix/>
          </a:blip>
          <a:srcRect/>
          <a:stretch/>
        </p:blipFill>
        <p:spPr>
          <a:xfrm>
            <a:off x="1074871" y="1417320"/>
            <a:ext cx="16138256" cy="8046719"/>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cxnSp>
        <p:nvCxnSpPr>
          <p:cNvPr id="649" name="Google Shape;649;p12"/>
          <p:cNvCxnSpPr/>
          <p:nvPr/>
        </p:nvCxnSpPr>
        <p:spPr>
          <a:xfrm>
            <a:off x="-1021131" y="5377797"/>
            <a:ext cx="19756744" cy="0"/>
          </a:xfrm>
          <a:prstGeom prst="straightConnector1">
            <a:avLst/>
          </a:prstGeom>
          <a:noFill/>
          <a:ln w="76200" cap="flat" cmpd="sng">
            <a:solidFill>
              <a:srgbClr val="000000"/>
            </a:solidFill>
            <a:prstDash val="solid"/>
            <a:round/>
            <a:headEnd type="none" w="sm" len="sm"/>
            <a:tailEnd type="none" w="sm" len="sm"/>
          </a:ln>
        </p:spPr>
      </p:cxnSp>
      <p:grpSp>
        <p:nvGrpSpPr>
          <p:cNvPr id="650" name="Google Shape;650;p12"/>
          <p:cNvGrpSpPr/>
          <p:nvPr/>
        </p:nvGrpSpPr>
        <p:grpSpPr>
          <a:xfrm>
            <a:off x="9046339" y="5230464"/>
            <a:ext cx="294667" cy="294667"/>
            <a:chOff x="0" y="0"/>
            <a:chExt cx="812800" cy="812800"/>
          </a:xfrm>
        </p:grpSpPr>
        <p:sp>
          <p:nvSpPr>
            <p:cNvPr id="651" name="Google Shape;651;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52" name="Google Shape;652;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53" name="Google Shape;653;p12"/>
          <p:cNvGrpSpPr/>
          <p:nvPr/>
        </p:nvGrpSpPr>
        <p:grpSpPr>
          <a:xfrm>
            <a:off x="5724391" y="5211414"/>
            <a:ext cx="294667" cy="294667"/>
            <a:chOff x="0" y="0"/>
            <a:chExt cx="812800" cy="812800"/>
          </a:xfrm>
        </p:grpSpPr>
        <p:sp>
          <p:nvSpPr>
            <p:cNvPr id="654" name="Google Shape;654;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55" name="Google Shape;655;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56" name="Google Shape;656;p12"/>
          <p:cNvGrpSpPr/>
          <p:nvPr/>
        </p:nvGrpSpPr>
        <p:grpSpPr>
          <a:xfrm>
            <a:off x="2402443" y="5192364"/>
            <a:ext cx="294667" cy="294667"/>
            <a:chOff x="0" y="0"/>
            <a:chExt cx="812800" cy="812800"/>
          </a:xfrm>
        </p:grpSpPr>
        <p:sp>
          <p:nvSpPr>
            <p:cNvPr id="657" name="Google Shape;657;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58" name="Google Shape;658;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59" name="Google Shape;659;p12"/>
          <p:cNvGrpSpPr/>
          <p:nvPr/>
        </p:nvGrpSpPr>
        <p:grpSpPr>
          <a:xfrm>
            <a:off x="12368287" y="5230464"/>
            <a:ext cx="294667" cy="294667"/>
            <a:chOff x="0" y="0"/>
            <a:chExt cx="812800" cy="812800"/>
          </a:xfrm>
        </p:grpSpPr>
        <p:sp>
          <p:nvSpPr>
            <p:cNvPr id="660" name="Google Shape;660;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61" name="Google Shape;661;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62" name="Google Shape;662;p12"/>
          <p:cNvGrpSpPr/>
          <p:nvPr/>
        </p:nvGrpSpPr>
        <p:grpSpPr>
          <a:xfrm>
            <a:off x="15690235" y="5230464"/>
            <a:ext cx="294667" cy="294667"/>
            <a:chOff x="0" y="0"/>
            <a:chExt cx="812800" cy="812800"/>
          </a:xfrm>
        </p:grpSpPr>
        <p:sp>
          <p:nvSpPr>
            <p:cNvPr id="663" name="Google Shape;663;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64" name="Google Shape;664;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65" name="Google Shape;665;p12"/>
          <p:cNvGrpSpPr/>
          <p:nvPr/>
        </p:nvGrpSpPr>
        <p:grpSpPr>
          <a:xfrm>
            <a:off x="1189989" y="5649105"/>
            <a:ext cx="2719575" cy="2528591"/>
            <a:chOff x="0" y="-47625"/>
            <a:chExt cx="716267" cy="665966"/>
          </a:xfrm>
        </p:grpSpPr>
        <p:sp>
          <p:nvSpPr>
            <p:cNvPr id="666" name="Google Shape;666;p12"/>
            <p:cNvSpPr/>
            <p:nvPr/>
          </p:nvSpPr>
          <p:spPr>
            <a:xfrm>
              <a:off x="0" y="0"/>
              <a:ext cx="716267" cy="618341"/>
            </a:xfrm>
            <a:custGeom>
              <a:avLst/>
              <a:gdLst/>
              <a:ahLst/>
              <a:cxnLst/>
              <a:rect l="l" t="t" r="r" b="b"/>
              <a:pathLst>
                <a:path w="716267" h="618341" extrusionOk="0">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w="38100" cap="rnd" cmpd="sng">
              <a:solidFill>
                <a:srgbClr val="14141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67" name="Google Shape;667;p12"/>
            <p:cNvSpPr txBox="1"/>
            <p:nvPr/>
          </p:nvSpPr>
          <p:spPr>
            <a:xfrm>
              <a:off x="0" y="-47625"/>
              <a:ext cx="716267" cy="665966"/>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sp>
        <p:nvSpPr>
          <p:cNvPr id="668" name="Google Shape;668;p12"/>
          <p:cNvSpPr txBox="1"/>
          <p:nvPr/>
        </p:nvSpPr>
        <p:spPr>
          <a:xfrm>
            <a:off x="1328825" y="6148634"/>
            <a:ext cx="2421900" cy="1240200"/>
          </a:xfrm>
          <a:prstGeom prst="rect">
            <a:avLst/>
          </a:prstGeom>
          <a:noFill/>
          <a:ln>
            <a:noFill/>
          </a:ln>
        </p:spPr>
        <p:txBody>
          <a:bodyPr spcFirstLastPara="1" wrap="square" lIns="0" tIns="0" rIns="0" bIns="0" anchor="t" anchorCtr="0">
            <a:spAutoFit/>
          </a:bodyPr>
          <a:lstStyle/>
          <a:p>
            <a:pPr marL="0" marR="0" lvl="0" indent="0" algn="ctr" rtl="0">
              <a:lnSpc>
                <a:spcPct val="117842"/>
              </a:lnSpc>
              <a:spcBef>
                <a:spcPts val="0"/>
              </a:spcBef>
              <a:spcAft>
                <a:spcPts val="0"/>
              </a:spcAft>
              <a:buNone/>
            </a:pPr>
            <a:r>
              <a:rPr lang="es-CL" sz="2400" noProof="0" dirty="0">
                <a:solidFill>
                  <a:srgbClr val="000000"/>
                </a:solidFill>
                <a:latin typeface="Inter"/>
                <a:ea typeface="Inter"/>
                <a:cs typeface="Inter"/>
                <a:sym typeface="Inter"/>
              </a:rPr>
              <a:t>Lote y vencimiento al ingresar</a:t>
            </a:r>
            <a:endParaRPr lang="es-CL" sz="2400" noProof="0" dirty="0"/>
          </a:p>
        </p:txBody>
      </p:sp>
      <p:sp>
        <p:nvSpPr>
          <p:cNvPr id="669" name="Google Shape;669;p12"/>
          <p:cNvSpPr txBox="1"/>
          <p:nvPr/>
        </p:nvSpPr>
        <p:spPr>
          <a:xfrm>
            <a:off x="4655754" y="6148634"/>
            <a:ext cx="2421900" cy="804600"/>
          </a:xfrm>
          <a:prstGeom prst="rect">
            <a:avLst/>
          </a:prstGeom>
          <a:noFill/>
          <a:ln>
            <a:noFill/>
          </a:ln>
        </p:spPr>
        <p:txBody>
          <a:bodyPr spcFirstLastPara="1" wrap="square" lIns="0" tIns="0" rIns="0" bIns="0" anchor="t" anchorCtr="0">
            <a:spAutoFit/>
          </a:bodyPr>
          <a:lstStyle/>
          <a:p>
            <a:pPr marL="0" marR="0" lvl="0" indent="0" algn="ctr" rtl="0">
              <a:lnSpc>
                <a:spcPct val="117842"/>
              </a:lnSpc>
              <a:spcBef>
                <a:spcPts val="0"/>
              </a:spcBef>
              <a:spcAft>
                <a:spcPts val="0"/>
              </a:spcAft>
              <a:buNone/>
            </a:pPr>
            <a:r>
              <a:rPr lang="es-CL" sz="2400" noProof="0" dirty="0">
                <a:solidFill>
                  <a:srgbClr val="000000"/>
                </a:solidFill>
                <a:latin typeface="Inter"/>
                <a:ea typeface="Inter"/>
                <a:cs typeface="Inter"/>
                <a:sym typeface="Inter"/>
              </a:rPr>
              <a:t>Historia térmica; decide Calidad</a:t>
            </a:r>
            <a:endParaRPr lang="es-CL" sz="2400" noProof="0" dirty="0"/>
          </a:p>
        </p:txBody>
      </p:sp>
      <p:sp>
        <p:nvSpPr>
          <p:cNvPr id="670" name="Google Shape;670;p12"/>
          <p:cNvSpPr txBox="1"/>
          <p:nvPr/>
        </p:nvSpPr>
        <p:spPr>
          <a:xfrm>
            <a:off x="11304632" y="6166883"/>
            <a:ext cx="2421900" cy="804600"/>
          </a:xfrm>
          <a:prstGeom prst="rect">
            <a:avLst/>
          </a:prstGeom>
          <a:noFill/>
          <a:ln>
            <a:noFill/>
          </a:ln>
        </p:spPr>
        <p:txBody>
          <a:bodyPr spcFirstLastPara="1" wrap="square" lIns="0" tIns="0" rIns="0" bIns="0" anchor="t" anchorCtr="0">
            <a:spAutoFit/>
          </a:bodyPr>
          <a:lstStyle/>
          <a:p>
            <a:pPr marL="0" marR="0" lvl="0" indent="0" algn="ctr" rtl="0">
              <a:lnSpc>
                <a:spcPct val="117842"/>
              </a:lnSpc>
              <a:spcBef>
                <a:spcPts val="0"/>
              </a:spcBef>
              <a:spcAft>
                <a:spcPts val="0"/>
              </a:spcAft>
              <a:buNone/>
            </a:pPr>
            <a:r>
              <a:rPr lang="es-CL" sz="2400" noProof="0" dirty="0">
                <a:solidFill>
                  <a:srgbClr val="000000"/>
                </a:solidFill>
                <a:latin typeface="Inter"/>
                <a:ea typeface="Inter"/>
                <a:cs typeface="Inter"/>
                <a:sym typeface="Inter"/>
              </a:rPr>
              <a:t>Paradas y temperatura</a:t>
            </a:r>
            <a:endParaRPr lang="es-CL" sz="2400" noProof="0" dirty="0"/>
          </a:p>
        </p:txBody>
      </p:sp>
      <p:sp>
        <p:nvSpPr>
          <p:cNvPr id="671" name="Google Shape;671;p12"/>
          <p:cNvSpPr txBox="1"/>
          <p:nvPr/>
        </p:nvSpPr>
        <p:spPr>
          <a:xfrm>
            <a:off x="14631484" y="6166883"/>
            <a:ext cx="2421900" cy="369300"/>
          </a:xfrm>
          <a:prstGeom prst="rect">
            <a:avLst/>
          </a:prstGeom>
          <a:noFill/>
          <a:ln>
            <a:noFill/>
          </a:ln>
        </p:spPr>
        <p:txBody>
          <a:bodyPr spcFirstLastPara="1" wrap="square" lIns="0" tIns="0" rIns="0" bIns="0" anchor="t" anchorCtr="0">
            <a:spAutoFit/>
          </a:bodyPr>
          <a:lstStyle/>
          <a:p>
            <a:pPr marL="0" marR="0" lvl="0" indent="0" algn="ctr" rtl="0">
              <a:lnSpc>
                <a:spcPct val="117842"/>
              </a:lnSpc>
              <a:spcBef>
                <a:spcPts val="0"/>
              </a:spcBef>
              <a:spcAft>
                <a:spcPts val="0"/>
              </a:spcAft>
              <a:buNone/>
            </a:pPr>
            <a:r>
              <a:rPr lang="es-CL" sz="2400" noProof="0" dirty="0">
                <a:solidFill>
                  <a:srgbClr val="000000"/>
                </a:solidFill>
                <a:latin typeface="Inter"/>
                <a:ea typeface="Inter"/>
                <a:cs typeface="Inter"/>
                <a:sym typeface="Inter"/>
              </a:rPr>
              <a:t>Firma, foto o QR</a:t>
            </a:r>
            <a:endParaRPr lang="es-CL" sz="2400" noProof="0" dirty="0"/>
          </a:p>
        </p:txBody>
      </p:sp>
      <p:grpSp>
        <p:nvGrpSpPr>
          <p:cNvPr id="672" name="Google Shape;672;p12"/>
          <p:cNvGrpSpPr/>
          <p:nvPr/>
        </p:nvGrpSpPr>
        <p:grpSpPr>
          <a:xfrm>
            <a:off x="7833748" y="5725151"/>
            <a:ext cx="2720102" cy="2528611"/>
            <a:chOff x="0" y="-47626"/>
            <a:chExt cx="716401" cy="665967"/>
          </a:xfrm>
        </p:grpSpPr>
        <p:sp>
          <p:nvSpPr>
            <p:cNvPr id="673" name="Google Shape;673;p12"/>
            <p:cNvSpPr/>
            <p:nvPr/>
          </p:nvSpPr>
          <p:spPr>
            <a:xfrm>
              <a:off x="0" y="0"/>
              <a:ext cx="716267" cy="618341"/>
            </a:xfrm>
            <a:custGeom>
              <a:avLst/>
              <a:gdLst/>
              <a:ahLst/>
              <a:cxnLst/>
              <a:rect l="l" t="t" r="r" b="b"/>
              <a:pathLst>
                <a:path w="716267" h="618341" extrusionOk="0">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w="38100" cap="rnd" cmpd="sng">
              <a:solidFill>
                <a:srgbClr val="14141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74" name="Google Shape;674;p12"/>
            <p:cNvSpPr txBox="1"/>
            <p:nvPr/>
          </p:nvSpPr>
          <p:spPr>
            <a:xfrm>
              <a:off x="1" y="-47626"/>
              <a:ext cx="716400" cy="542100"/>
            </a:xfrm>
            <a:prstGeom prst="rect">
              <a:avLst/>
            </a:prstGeom>
            <a:noFill/>
            <a:ln>
              <a:noFill/>
            </a:ln>
          </p:spPr>
          <p:txBody>
            <a:bodyPr spcFirstLastPara="1" wrap="square" lIns="50800" tIns="50800" rIns="50800" bIns="50800" anchor="ctr" anchorCtr="0">
              <a:noAutofit/>
            </a:bodyPr>
            <a:lstStyle/>
            <a:p>
              <a:pPr marL="0" lvl="0" indent="0" algn="ctr" rtl="0">
                <a:lnSpc>
                  <a:spcPct val="117842"/>
                </a:lnSpc>
                <a:spcBef>
                  <a:spcPts val="0"/>
                </a:spcBef>
                <a:spcAft>
                  <a:spcPts val="0"/>
                </a:spcAft>
                <a:buNone/>
              </a:pPr>
              <a:r>
                <a:rPr lang="es-CL" sz="2400" noProof="0" dirty="0">
                  <a:latin typeface="Inter"/>
                  <a:ea typeface="Inter"/>
                  <a:cs typeface="Inter"/>
                  <a:sym typeface="Inter"/>
                </a:rPr>
                <a:t>Pallet o canastillo con su lote</a:t>
              </a:r>
              <a:endParaRPr lang="es-CL" sz="2400" noProof="0" dirty="0"/>
            </a:p>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75" name="Google Shape;675;p12"/>
          <p:cNvGrpSpPr/>
          <p:nvPr/>
        </p:nvGrpSpPr>
        <p:grpSpPr>
          <a:xfrm>
            <a:off x="11156008" y="5725219"/>
            <a:ext cx="2719594" cy="2528606"/>
            <a:chOff x="0" y="-47625"/>
            <a:chExt cx="716267" cy="665966"/>
          </a:xfrm>
        </p:grpSpPr>
        <p:sp>
          <p:nvSpPr>
            <p:cNvPr id="676" name="Google Shape;676;p12"/>
            <p:cNvSpPr/>
            <p:nvPr/>
          </p:nvSpPr>
          <p:spPr>
            <a:xfrm>
              <a:off x="0" y="0"/>
              <a:ext cx="716267" cy="618341"/>
            </a:xfrm>
            <a:custGeom>
              <a:avLst/>
              <a:gdLst/>
              <a:ahLst/>
              <a:cxnLst/>
              <a:rect l="l" t="t" r="r" b="b"/>
              <a:pathLst>
                <a:path w="716267" h="618341" extrusionOk="0">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w="38100" cap="rnd" cmpd="sng">
              <a:solidFill>
                <a:srgbClr val="14141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77" name="Google Shape;677;p12"/>
            <p:cNvSpPr txBox="1"/>
            <p:nvPr/>
          </p:nvSpPr>
          <p:spPr>
            <a:xfrm>
              <a:off x="0" y="-47625"/>
              <a:ext cx="716267" cy="665966"/>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78" name="Google Shape;678;p12"/>
          <p:cNvGrpSpPr/>
          <p:nvPr/>
        </p:nvGrpSpPr>
        <p:grpSpPr>
          <a:xfrm>
            <a:off x="4511687" y="5725155"/>
            <a:ext cx="2720099" cy="2528735"/>
            <a:chOff x="0" y="-47625"/>
            <a:chExt cx="716400" cy="666000"/>
          </a:xfrm>
        </p:grpSpPr>
        <p:sp>
          <p:nvSpPr>
            <p:cNvPr id="679" name="Google Shape;679;p12"/>
            <p:cNvSpPr/>
            <p:nvPr/>
          </p:nvSpPr>
          <p:spPr>
            <a:xfrm>
              <a:off x="0" y="0"/>
              <a:ext cx="716267" cy="618341"/>
            </a:xfrm>
            <a:custGeom>
              <a:avLst/>
              <a:gdLst/>
              <a:ahLst/>
              <a:cxnLst/>
              <a:rect l="l" t="t" r="r" b="b"/>
              <a:pathLst>
                <a:path w="716267" h="618341" extrusionOk="0">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w="38100" cap="rnd" cmpd="sng">
              <a:solidFill>
                <a:srgbClr val="14141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80" name="Google Shape;680;p12"/>
            <p:cNvSpPr txBox="1"/>
            <p:nvPr/>
          </p:nvSpPr>
          <p:spPr>
            <a:xfrm>
              <a:off x="0" y="-47625"/>
              <a:ext cx="716400" cy="666000"/>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2400" noProof="0" dirty="0">
                <a:solidFill>
                  <a:schemeClr val="dk1"/>
                </a:solidFill>
                <a:latin typeface="Inter"/>
                <a:ea typeface="Inter"/>
                <a:cs typeface="Inter"/>
                <a:sym typeface="Inter"/>
              </a:endParaRPr>
            </a:p>
          </p:txBody>
        </p:sp>
      </p:grpSp>
      <p:grpSp>
        <p:nvGrpSpPr>
          <p:cNvPr id="681" name="Google Shape;681;p12"/>
          <p:cNvGrpSpPr/>
          <p:nvPr/>
        </p:nvGrpSpPr>
        <p:grpSpPr>
          <a:xfrm>
            <a:off x="14482619" y="5725221"/>
            <a:ext cx="2719594" cy="2528606"/>
            <a:chOff x="0" y="-47625"/>
            <a:chExt cx="716267" cy="665966"/>
          </a:xfrm>
        </p:grpSpPr>
        <p:sp>
          <p:nvSpPr>
            <p:cNvPr id="682" name="Google Shape;682;p12"/>
            <p:cNvSpPr/>
            <p:nvPr/>
          </p:nvSpPr>
          <p:spPr>
            <a:xfrm>
              <a:off x="0" y="0"/>
              <a:ext cx="716267" cy="618341"/>
            </a:xfrm>
            <a:custGeom>
              <a:avLst/>
              <a:gdLst/>
              <a:ahLst/>
              <a:cxnLst/>
              <a:rect l="l" t="t" r="r" b="b"/>
              <a:pathLst>
                <a:path w="716267" h="618341" extrusionOk="0">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w="38100" cap="rnd" cmpd="sng">
              <a:solidFill>
                <a:srgbClr val="14141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83" name="Google Shape;683;p12"/>
            <p:cNvSpPr txBox="1"/>
            <p:nvPr/>
          </p:nvSpPr>
          <p:spPr>
            <a:xfrm>
              <a:off x="0" y="-47625"/>
              <a:ext cx="716267" cy="665966"/>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sp>
        <p:nvSpPr>
          <p:cNvPr id="684"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685" name="!!title"/>
          <p:cNvSpPr txBox="1"/>
          <p:nvPr/>
        </p:nvSpPr>
        <p:spPr>
          <a:xfrm>
            <a:off x="2286000" y="1226844"/>
            <a:ext cx="13716000" cy="1476088"/>
          </a:xfrm>
          <a:prstGeom prst="rect">
            <a:avLst/>
          </a:prstGeom>
          <a:noFill/>
          <a:ln>
            <a:noFill/>
          </a:ln>
        </p:spPr>
        <p:txBody>
          <a:bodyPr spcFirstLastPara="1" wrap="square" lIns="0" tIns="0" rIns="0" bIns="0" anchor="t" anchorCtr="0">
            <a:spAutoFit/>
          </a:bodyPr>
          <a:lstStyle/>
          <a:p>
            <a:pPr marL="0" marR="0" lvl="0" indent="0" algn="ctr" rtl="0">
              <a:lnSpc>
                <a:spcPct val="175366"/>
              </a:lnSpc>
              <a:spcBef>
                <a:spcPts val="0"/>
              </a:spcBef>
              <a:spcAft>
                <a:spcPts val="0"/>
              </a:spcAft>
              <a:buNone/>
            </a:pPr>
            <a:r>
              <a:rPr lang="es-CL" sz="6000" b="1" noProof="0" dirty="0">
                <a:solidFill>
                  <a:srgbClr val="111111"/>
                </a:solidFill>
                <a:latin typeface="Inter SemiBold"/>
                <a:ea typeface="Inter SemiBold"/>
                <a:cs typeface="Inter SemiBold"/>
                <a:sym typeface="Inter SemiBold"/>
              </a:rPr>
              <a:t>Datos con una sola verdad</a:t>
            </a:r>
            <a:endParaRPr lang="es-CL" noProof="0" dirty="0"/>
          </a:p>
        </p:txBody>
      </p:sp>
      <p:sp>
        <p:nvSpPr>
          <p:cNvPr id="686" name="Google Shape;686;p12"/>
          <p:cNvSpPr txBox="1"/>
          <p:nvPr/>
        </p:nvSpPr>
        <p:spPr>
          <a:xfrm>
            <a:off x="1338788" y="4251679"/>
            <a:ext cx="2421977" cy="602050"/>
          </a:xfrm>
          <a:prstGeom prst="rect">
            <a:avLst/>
          </a:prstGeom>
          <a:noFill/>
          <a:ln>
            <a:noFill/>
          </a:ln>
        </p:spPr>
        <p:txBody>
          <a:bodyPr spcFirstLastPara="1" wrap="square" lIns="0" tIns="0" rIns="0" bIns="0" anchor="t" anchorCtr="0">
            <a:spAutoFit/>
          </a:bodyPr>
          <a:lstStyle/>
          <a:p>
            <a:pPr marL="0" marR="0" lvl="0" indent="0" algn="ctr" rtl="0">
              <a:lnSpc>
                <a:spcPct val="152857"/>
              </a:lnSpc>
              <a:spcBef>
                <a:spcPts val="0"/>
              </a:spcBef>
              <a:spcAft>
                <a:spcPts val="0"/>
              </a:spcAft>
              <a:buNone/>
            </a:pPr>
            <a:r>
              <a:rPr lang="es-CL" sz="2800" b="1" noProof="0" dirty="0">
                <a:solidFill>
                  <a:srgbClr val="111111"/>
                </a:solidFill>
                <a:latin typeface="Inter SemiBold"/>
                <a:ea typeface="Inter SemiBold"/>
                <a:cs typeface="Inter SemiBold"/>
                <a:sym typeface="Inter SemiBold"/>
              </a:rPr>
              <a:t>Recepción</a:t>
            </a:r>
            <a:endParaRPr lang="es-CL" noProof="0" dirty="0"/>
          </a:p>
        </p:txBody>
      </p:sp>
      <p:sp>
        <p:nvSpPr>
          <p:cNvPr id="687" name="Google Shape;687;p12"/>
          <p:cNvSpPr txBox="1"/>
          <p:nvPr/>
        </p:nvSpPr>
        <p:spPr>
          <a:xfrm>
            <a:off x="4660736" y="4251679"/>
            <a:ext cx="2421977" cy="602050"/>
          </a:xfrm>
          <a:prstGeom prst="rect">
            <a:avLst/>
          </a:prstGeom>
          <a:noFill/>
          <a:ln>
            <a:noFill/>
          </a:ln>
        </p:spPr>
        <p:txBody>
          <a:bodyPr spcFirstLastPara="1" wrap="square" lIns="0" tIns="0" rIns="0" bIns="0" anchor="t" anchorCtr="0">
            <a:spAutoFit/>
          </a:bodyPr>
          <a:lstStyle/>
          <a:p>
            <a:pPr marL="0" marR="0" lvl="0" indent="0" algn="ctr" rtl="0">
              <a:lnSpc>
                <a:spcPct val="152857"/>
              </a:lnSpc>
              <a:spcBef>
                <a:spcPts val="0"/>
              </a:spcBef>
              <a:spcAft>
                <a:spcPts val="0"/>
              </a:spcAft>
              <a:buNone/>
            </a:pPr>
            <a:r>
              <a:rPr lang="es-CL" sz="2800" b="1" noProof="0" dirty="0">
                <a:solidFill>
                  <a:srgbClr val="111111"/>
                </a:solidFill>
                <a:latin typeface="Inter SemiBold"/>
                <a:ea typeface="Inter SemiBold"/>
                <a:cs typeface="Inter SemiBold"/>
                <a:sym typeface="Inter SemiBold"/>
              </a:rPr>
              <a:t>Lote</a:t>
            </a:r>
            <a:endParaRPr lang="es-CL" noProof="0" dirty="0"/>
          </a:p>
        </p:txBody>
      </p:sp>
      <p:sp>
        <p:nvSpPr>
          <p:cNvPr id="688" name="Google Shape;688;p12"/>
          <p:cNvSpPr txBox="1"/>
          <p:nvPr/>
        </p:nvSpPr>
        <p:spPr>
          <a:xfrm>
            <a:off x="7982684" y="4251679"/>
            <a:ext cx="2421977" cy="602050"/>
          </a:xfrm>
          <a:prstGeom prst="rect">
            <a:avLst/>
          </a:prstGeom>
          <a:noFill/>
          <a:ln>
            <a:noFill/>
          </a:ln>
        </p:spPr>
        <p:txBody>
          <a:bodyPr spcFirstLastPara="1" wrap="square" lIns="0" tIns="0" rIns="0" bIns="0" anchor="t" anchorCtr="0">
            <a:spAutoFit/>
          </a:bodyPr>
          <a:lstStyle/>
          <a:p>
            <a:pPr marL="0" marR="0" lvl="0" indent="0" algn="ctr" rtl="0">
              <a:lnSpc>
                <a:spcPct val="152857"/>
              </a:lnSpc>
              <a:spcBef>
                <a:spcPts val="0"/>
              </a:spcBef>
              <a:spcAft>
                <a:spcPts val="0"/>
              </a:spcAft>
              <a:buNone/>
            </a:pPr>
            <a:r>
              <a:rPr lang="es-CL" sz="2800" b="1" noProof="0" dirty="0">
                <a:solidFill>
                  <a:srgbClr val="111111"/>
                </a:solidFill>
                <a:latin typeface="Inter SemiBold"/>
                <a:ea typeface="Inter SemiBold"/>
                <a:cs typeface="Inter SemiBold"/>
                <a:sym typeface="Inter SemiBold"/>
              </a:rPr>
              <a:t>Unidad</a:t>
            </a:r>
            <a:endParaRPr lang="es-CL" noProof="0" dirty="0"/>
          </a:p>
        </p:txBody>
      </p:sp>
      <p:sp>
        <p:nvSpPr>
          <p:cNvPr id="689" name="Google Shape;689;p12"/>
          <p:cNvSpPr txBox="1"/>
          <p:nvPr/>
        </p:nvSpPr>
        <p:spPr>
          <a:xfrm>
            <a:off x="11304632" y="4251679"/>
            <a:ext cx="2421977" cy="602050"/>
          </a:xfrm>
          <a:prstGeom prst="rect">
            <a:avLst/>
          </a:prstGeom>
          <a:noFill/>
          <a:ln>
            <a:noFill/>
          </a:ln>
        </p:spPr>
        <p:txBody>
          <a:bodyPr spcFirstLastPara="1" wrap="square" lIns="0" tIns="0" rIns="0" bIns="0" anchor="t" anchorCtr="0">
            <a:spAutoFit/>
          </a:bodyPr>
          <a:lstStyle/>
          <a:p>
            <a:pPr marL="0" marR="0" lvl="0" indent="0" algn="ctr" rtl="0">
              <a:lnSpc>
                <a:spcPct val="152857"/>
              </a:lnSpc>
              <a:spcBef>
                <a:spcPts val="0"/>
              </a:spcBef>
              <a:spcAft>
                <a:spcPts val="0"/>
              </a:spcAft>
              <a:buNone/>
            </a:pPr>
            <a:r>
              <a:rPr lang="es-CL" sz="2800" b="1" noProof="0" dirty="0">
                <a:solidFill>
                  <a:srgbClr val="111111"/>
                </a:solidFill>
                <a:latin typeface="Inter SemiBold"/>
                <a:ea typeface="Inter SemiBold"/>
                <a:cs typeface="Inter SemiBold"/>
                <a:sym typeface="Inter SemiBold"/>
              </a:rPr>
              <a:t>Ruta</a:t>
            </a:r>
            <a:endParaRPr lang="es-CL" noProof="0" dirty="0"/>
          </a:p>
        </p:txBody>
      </p:sp>
      <p:sp>
        <p:nvSpPr>
          <p:cNvPr id="690" name="Google Shape;690;p12"/>
          <p:cNvSpPr txBox="1"/>
          <p:nvPr/>
        </p:nvSpPr>
        <p:spPr>
          <a:xfrm>
            <a:off x="14626580" y="4251679"/>
            <a:ext cx="2421977" cy="602050"/>
          </a:xfrm>
          <a:prstGeom prst="rect">
            <a:avLst/>
          </a:prstGeom>
          <a:noFill/>
          <a:ln>
            <a:noFill/>
          </a:ln>
        </p:spPr>
        <p:txBody>
          <a:bodyPr spcFirstLastPara="1" wrap="square" lIns="0" tIns="0" rIns="0" bIns="0" anchor="t" anchorCtr="0">
            <a:spAutoFit/>
          </a:bodyPr>
          <a:lstStyle/>
          <a:p>
            <a:pPr marL="0" marR="0" lvl="0" indent="0" algn="ctr" rtl="0">
              <a:lnSpc>
                <a:spcPct val="152857"/>
              </a:lnSpc>
              <a:spcBef>
                <a:spcPts val="0"/>
              </a:spcBef>
              <a:spcAft>
                <a:spcPts val="0"/>
              </a:spcAft>
              <a:buNone/>
            </a:pPr>
            <a:r>
              <a:rPr lang="es-CL" sz="2800" b="1" noProof="0" dirty="0">
                <a:solidFill>
                  <a:srgbClr val="111111"/>
                </a:solidFill>
                <a:latin typeface="Inter SemiBold"/>
                <a:ea typeface="Inter SemiBold"/>
                <a:cs typeface="Inter SemiBold"/>
                <a:sym typeface="Inter SemiBold"/>
              </a:rPr>
              <a:t>Entrega</a:t>
            </a:r>
            <a:endParaRPr lang="es-CL" noProof="0" dirty="0"/>
          </a:p>
        </p:txBody>
      </p:sp>
      <p:sp>
        <p:nvSpPr>
          <p:cNvPr id="69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692" name="!!deco_dce8b6c9_1"/>
          <p:cNvSpPr/>
          <p:nvPr/>
        </p:nvSpPr>
        <p:spPr>
          <a:xfrm>
            <a:off x="-2254297" y="87721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69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69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695" name="Google Shape;695;p12"/>
          <p:cNvSpPr txBox="1"/>
          <p:nvPr/>
        </p:nvSpPr>
        <p:spPr>
          <a:xfrm>
            <a:off x="1828800" y="2579477"/>
            <a:ext cx="14630400" cy="611505"/>
          </a:xfrm>
          <a:prstGeom prst="rect">
            <a:avLst/>
          </a:prstGeom>
          <a:noFill/>
          <a:ln>
            <a:noFill/>
          </a:ln>
        </p:spPr>
        <p:txBody>
          <a:bodyPr spcFirstLastPara="1" wrap="square" lIns="0" tIns="0" rIns="0" bIns="0" anchor="t" anchorCtr="0">
            <a:spAutoFit/>
          </a:bodyPr>
          <a:lstStyle/>
          <a:p>
            <a:pPr marL="0" marR="0" lvl="0" indent="0" algn="ctr" rtl="0">
              <a:lnSpc>
                <a:spcPct val="114545"/>
              </a:lnSpc>
              <a:spcBef>
                <a:spcPts val="0"/>
              </a:spcBef>
              <a:spcAft>
                <a:spcPts val="0"/>
              </a:spcAft>
              <a:buNone/>
            </a:pPr>
            <a:r>
              <a:rPr lang="es-CL" sz="2200" noProof="0" dirty="0">
                <a:solidFill>
                  <a:srgbClr val="000000"/>
                </a:solidFill>
                <a:latin typeface="Inter"/>
                <a:ea typeface="Inter"/>
                <a:cs typeface="Inter"/>
                <a:sym typeface="Inter"/>
              </a:rPr>
              <a:t>15 dominios · una sola fuente por dato · custodia EPCIS 2.0</a:t>
            </a:r>
            <a:endParaRPr lang="es-CL" noProof="0" dirty="0"/>
          </a:p>
        </p:txBody>
      </p:sp>
      <p:sp>
        <p:nvSpPr>
          <p:cNvPr id="696" name="Google Shape;696;p12"/>
          <p:cNvSpPr txBox="1"/>
          <p:nvPr/>
        </p:nvSpPr>
        <p:spPr>
          <a:xfrm>
            <a:off x="2743200" y="8537615"/>
            <a:ext cx="12801600" cy="307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1" noProof="0" dirty="0">
                <a:solidFill>
                  <a:srgbClr val="3C3C3C"/>
                </a:solidFill>
                <a:latin typeface="Inter SemiBold"/>
                <a:ea typeface="Inter SemiBold"/>
                <a:cs typeface="Inter SemiBold"/>
                <a:sym typeface="Inter SemiBold"/>
              </a:rPr>
              <a:t>Migración: 16 GB de origen · 0 diferencias sin explicar</a:t>
            </a:r>
            <a:endParaRPr lang="es-CL" noProof="0" dirty="0"/>
          </a:p>
        </p:txBody>
      </p:sp>
      <p:sp>
        <p:nvSpPr>
          <p:cNvPr id="69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4"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35"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36"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37" name="!!title"/>
          <p:cNvSpPr txBox="1"/>
          <p:nvPr/>
        </p:nvSpPr>
        <p:spPr>
          <a:xfrm>
            <a:off x="1475324" y="1600200"/>
            <a:ext cx="7668600" cy="12492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dirty="0">
                <a:solidFill>
                  <a:srgbClr val="111111"/>
                </a:solidFill>
                <a:latin typeface="Inter SemiBold"/>
                <a:ea typeface="Inter SemiBold"/>
                <a:cs typeface="Inter SemiBold"/>
                <a:sym typeface="Inter SemiBold"/>
              </a:rPr>
              <a:t>Metodología</a:t>
            </a:r>
            <a:endParaRPr lang="es-CL" noProof="0" dirty="0"/>
          </a:p>
        </p:txBody>
      </p:sp>
      <p:sp>
        <p:nvSpPr>
          <p:cNvPr id="738" name="!!brand"/>
          <p:cNvSpPr txBox="1"/>
          <p:nvPr/>
        </p:nvSpPr>
        <p:spPr>
          <a:xfrm>
            <a:off x="2188556" y="1000125"/>
            <a:ext cx="3328800" cy="277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dirty="0">
                <a:solidFill>
                  <a:srgbClr val="000000"/>
                </a:solidFill>
                <a:latin typeface="Inter SemiBold"/>
                <a:ea typeface="Inter SemiBold"/>
                <a:cs typeface="Inter SemiBold"/>
                <a:sym typeface="Inter SemiBold"/>
              </a:rPr>
              <a:t>LafroX </a:t>
            </a:r>
            <a:r>
              <a:rPr lang="es-CL" sz="1800" b="1" noProof="0" dirty="0" err="1">
                <a:solidFill>
                  <a:srgbClr val="000000"/>
                </a:solidFill>
                <a:latin typeface="Inter SemiBold"/>
                <a:ea typeface="Inter SemiBold"/>
                <a:cs typeface="Inter SemiBold"/>
                <a:sym typeface="Inter SemiBold"/>
              </a:rPr>
              <a:t>SpA</a:t>
            </a:r>
            <a:endParaRPr lang="es-CL" noProof="0" dirty="0"/>
          </a:p>
        </p:txBody>
      </p:sp>
      <p:pic>
        <p:nvPicPr>
          <p:cNvPr id="739" name="!!logo" descr="Isotipo LafroX"/>
          <p:cNvPicPr preferRelativeResize="0"/>
          <p:nvPr/>
        </p:nvPicPr>
        <p:blipFill rotWithShape="1">
          <a:blip r:embed="rId5">
            <a:alphaModFix/>
          </a:blip>
          <a:srcRect/>
          <a:stretch/>
        </p:blipFill>
        <p:spPr>
          <a:xfrm>
            <a:off x="1472184" y="850392"/>
            <a:ext cx="551724" cy="566927"/>
          </a:xfrm>
          <a:prstGeom prst="rect">
            <a:avLst/>
          </a:prstGeom>
          <a:noFill/>
          <a:ln>
            <a:noFill/>
          </a:ln>
        </p:spPr>
      </p:pic>
      <p:sp>
        <p:nvSpPr>
          <p:cNvPr id="740" name="!!msub"/>
          <p:cNvSpPr txBox="1"/>
          <p:nvPr/>
        </p:nvSpPr>
        <p:spPr>
          <a:xfrm>
            <a:off x="1472184" y="3063240"/>
            <a:ext cx="74982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dirty="0">
                <a:solidFill>
                  <a:srgbClr val="E8641B"/>
                </a:solidFill>
                <a:latin typeface="Inter SemiBold"/>
                <a:ea typeface="Inter SemiBold"/>
                <a:cs typeface="Inter SemiBold"/>
                <a:sym typeface="Inter SemiBold"/>
              </a:rPr>
              <a:t>PMBOK + RUP + </a:t>
            </a:r>
            <a:r>
              <a:rPr lang="es-CL" sz="2800" b="1" noProof="0" dirty="0" err="1">
                <a:solidFill>
                  <a:srgbClr val="E8641B"/>
                </a:solidFill>
                <a:latin typeface="Inter SemiBold"/>
                <a:ea typeface="Inter SemiBold"/>
                <a:cs typeface="Inter SemiBold"/>
                <a:sym typeface="Inter SemiBold"/>
              </a:rPr>
              <a:t>DevSecOps</a:t>
            </a:r>
            <a:endParaRPr lang="es-CL" noProof="0" dirty="0"/>
          </a:p>
        </p:txBody>
      </p:sp>
      <p:sp>
        <p:nvSpPr>
          <p:cNvPr id="756" name="TextBox 755"/>
          <p:cNvSpPr txBox="1"/>
          <p:nvPr/>
        </p:nvSpPr>
        <p:spPr>
          <a:xfrm>
            <a:off x="1463040" y="3703320"/>
            <a:ext cx="685800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CÓMO TRABAJAMOS</a:t>
            </a:r>
          </a:p>
        </p:txBody>
      </p:sp>
      <p:cxnSp>
        <p:nvCxnSpPr>
          <p:cNvPr id="757" name="Connector 756"/>
          <p:cNvCxnSpPr/>
          <p:nvPr/>
        </p:nvCxnSpPr>
        <p:spPr>
          <a:xfrm>
            <a:off x="1783080" y="4526280"/>
            <a:ext cx="0" cy="3840479"/>
          </a:xfrm>
          <a:prstGeom prst="line">
            <a:avLst/>
          </a:prstGeom>
          <a:ln w="31750">
            <a:solidFill>
              <a:srgbClr val="C7C7C7"/>
            </a:solidFill>
          </a:ln>
        </p:spPr>
        <p:style>
          <a:lnRef idx="2">
            <a:schemeClr val="accent1"/>
          </a:lnRef>
          <a:fillRef idx="0">
            <a:schemeClr val="accent1"/>
          </a:fillRef>
          <a:effectRef idx="1">
            <a:schemeClr val="accent1"/>
          </a:effectRef>
          <a:fontRef idx="minor">
            <a:schemeClr val="tx1"/>
          </a:fontRef>
        </p:style>
      </p:cxnSp>
      <p:sp>
        <p:nvSpPr>
          <p:cNvPr id="758" name="!!mstep0"/>
          <p:cNvSpPr/>
          <p:nvPr/>
        </p:nvSpPr>
        <p:spPr>
          <a:xfrm>
            <a:off x="1463040" y="4206240"/>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dirty="0">
                <a:solidFill>
                  <a:srgbClr val="FFFFFF"/>
                </a:solidFill>
                <a:latin typeface="Inter SemiBold"/>
              </a:rPr>
              <a:t>1</a:t>
            </a:r>
          </a:p>
        </p:txBody>
      </p:sp>
      <p:sp>
        <p:nvSpPr>
          <p:cNvPr id="759" name="TextBox 758"/>
          <p:cNvSpPr txBox="1"/>
          <p:nvPr/>
        </p:nvSpPr>
        <p:spPr>
          <a:xfrm>
            <a:off x="2377440" y="4187952"/>
            <a:ext cx="6035040" cy="411480"/>
          </a:xfrm>
          <a:prstGeom prst="rect">
            <a:avLst/>
          </a:prstGeom>
          <a:noFill/>
        </p:spPr>
        <p:txBody>
          <a:bodyPr wrap="square" lIns="0" tIns="0" rIns="0" bIns="0" anchor="t">
            <a:spAutoFit/>
          </a:bodyPr>
          <a:lstStyle/>
          <a:p>
            <a:pPr algn="l"/>
            <a:r>
              <a:rPr lang="es-CL" sz="2000" b="1" noProof="0" dirty="0">
                <a:solidFill>
                  <a:srgbClr val="111111"/>
                </a:solidFill>
                <a:latin typeface="Inter SemiBold"/>
              </a:rPr>
              <a:t>PMBOK adaptado a 56 meses</a:t>
            </a:r>
          </a:p>
        </p:txBody>
      </p:sp>
      <p:sp>
        <p:nvSpPr>
          <p:cNvPr id="760" name="TextBox 759"/>
          <p:cNvSpPr txBox="1"/>
          <p:nvPr/>
        </p:nvSpPr>
        <p:spPr>
          <a:xfrm>
            <a:off x="2377440" y="4617720"/>
            <a:ext cx="603504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valor ganado: alerta si SPI o CPI &lt; 0,90</a:t>
            </a:r>
          </a:p>
        </p:txBody>
      </p:sp>
      <p:sp>
        <p:nvSpPr>
          <p:cNvPr id="761" name="!!mstep1"/>
          <p:cNvSpPr/>
          <p:nvPr/>
        </p:nvSpPr>
        <p:spPr>
          <a:xfrm>
            <a:off x="1463040" y="5486400"/>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dirty="0">
                <a:solidFill>
                  <a:srgbClr val="FFFFFF"/>
                </a:solidFill>
                <a:latin typeface="Inter SemiBold"/>
              </a:rPr>
              <a:t>2</a:t>
            </a:r>
          </a:p>
        </p:txBody>
      </p:sp>
      <p:sp>
        <p:nvSpPr>
          <p:cNvPr id="762" name="TextBox 761"/>
          <p:cNvSpPr txBox="1"/>
          <p:nvPr/>
        </p:nvSpPr>
        <p:spPr>
          <a:xfrm>
            <a:off x="2377440" y="5468112"/>
            <a:ext cx="6035040" cy="411480"/>
          </a:xfrm>
          <a:prstGeom prst="rect">
            <a:avLst/>
          </a:prstGeom>
          <a:noFill/>
        </p:spPr>
        <p:txBody>
          <a:bodyPr wrap="square" lIns="0" tIns="0" rIns="0" bIns="0" anchor="t">
            <a:spAutoFit/>
          </a:bodyPr>
          <a:lstStyle/>
          <a:p>
            <a:pPr algn="l"/>
            <a:r>
              <a:rPr lang="es-CL" sz="2000" b="1" noProof="0" dirty="0">
                <a:solidFill>
                  <a:srgbClr val="111111"/>
                </a:solidFill>
                <a:latin typeface="Inter SemiBold"/>
              </a:rPr>
              <a:t>Entregas incrementales</a:t>
            </a:r>
          </a:p>
        </p:txBody>
      </p:sp>
      <p:sp>
        <p:nvSpPr>
          <p:cNvPr id="763" name="TextBox 762"/>
          <p:cNvSpPr txBox="1"/>
          <p:nvPr/>
        </p:nvSpPr>
        <p:spPr>
          <a:xfrm>
            <a:off x="2377440" y="5897880"/>
            <a:ext cx="603504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sin despliegues en septiembre ni diciembre</a:t>
            </a:r>
          </a:p>
        </p:txBody>
      </p:sp>
      <p:sp>
        <p:nvSpPr>
          <p:cNvPr id="764" name="!!mstep2"/>
          <p:cNvSpPr/>
          <p:nvPr/>
        </p:nvSpPr>
        <p:spPr>
          <a:xfrm>
            <a:off x="1463040" y="6766559"/>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dirty="0">
                <a:solidFill>
                  <a:srgbClr val="FFFFFF"/>
                </a:solidFill>
                <a:latin typeface="Inter SemiBold"/>
              </a:rPr>
              <a:t>3</a:t>
            </a:r>
          </a:p>
        </p:txBody>
      </p:sp>
      <p:sp>
        <p:nvSpPr>
          <p:cNvPr id="765" name="TextBox 764"/>
          <p:cNvSpPr txBox="1"/>
          <p:nvPr/>
        </p:nvSpPr>
        <p:spPr>
          <a:xfrm>
            <a:off x="2377440" y="6748272"/>
            <a:ext cx="6035040" cy="411480"/>
          </a:xfrm>
          <a:prstGeom prst="rect">
            <a:avLst/>
          </a:prstGeom>
          <a:noFill/>
        </p:spPr>
        <p:txBody>
          <a:bodyPr wrap="square" lIns="0" tIns="0" rIns="0" bIns="0" anchor="t">
            <a:spAutoFit/>
          </a:bodyPr>
          <a:lstStyle/>
          <a:p>
            <a:pPr algn="l"/>
            <a:r>
              <a:rPr lang="es-CL" sz="2000" b="1" noProof="0" dirty="0">
                <a:solidFill>
                  <a:srgbClr val="111111"/>
                </a:solidFill>
                <a:latin typeface="Inter SemiBold"/>
              </a:rPr>
              <a:t>Iteraciones de 2 semanas</a:t>
            </a:r>
          </a:p>
        </p:txBody>
      </p:sp>
      <p:sp>
        <p:nvSpPr>
          <p:cNvPr id="766" name="TextBox 765"/>
          <p:cNvSpPr txBox="1"/>
          <p:nvPr/>
        </p:nvSpPr>
        <p:spPr>
          <a:xfrm>
            <a:off x="2377440" y="7178040"/>
            <a:ext cx="603504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cada cambio pasa por puertas que bloquean</a:t>
            </a:r>
          </a:p>
        </p:txBody>
      </p:sp>
      <p:sp>
        <p:nvSpPr>
          <p:cNvPr id="767" name="!!mstep3"/>
          <p:cNvSpPr/>
          <p:nvPr/>
        </p:nvSpPr>
        <p:spPr>
          <a:xfrm>
            <a:off x="1463040" y="8046719"/>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dirty="0">
                <a:solidFill>
                  <a:srgbClr val="FFFFFF"/>
                </a:solidFill>
                <a:latin typeface="Inter SemiBold"/>
              </a:rPr>
              <a:t>4</a:t>
            </a:r>
          </a:p>
        </p:txBody>
      </p:sp>
      <p:sp>
        <p:nvSpPr>
          <p:cNvPr id="768" name="TextBox 767"/>
          <p:cNvSpPr txBox="1"/>
          <p:nvPr/>
        </p:nvSpPr>
        <p:spPr>
          <a:xfrm>
            <a:off x="2377440" y="8028431"/>
            <a:ext cx="6035040" cy="411480"/>
          </a:xfrm>
          <a:prstGeom prst="rect">
            <a:avLst/>
          </a:prstGeom>
          <a:noFill/>
        </p:spPr>
        <p:txBody>
          <a:bodyPr wrap="square" lIns="0" tIns="0" rIns="0" bIns="0" anchor="t">
            <a:spAutoFit/>
          </a:bodyPr>
          <a:lstStyle/>
          <a:p>
            <a:pPr algn="l"/>
            <a:r>
              <a:rPr lang="es-CL" sz="2000" b="1" noProof="0" dirty="0">
                <a:solidFill>
                  <a:srgbClr val="111111"/>
                </a:solidFill>
                <a:latin typeface="Inter SemiBold"/>
              </a:rPr>
              <a:t>Control de tareas Kanban</a:t>
            </a:r>
          </a:p>
        </p:txBody>
      </p:sp>
      <p:sp>
        <p:nvSpPr>
          <p:cNvPr id="769" name="TextBox 768"/>
          <p:cNvSpPr txBox="1"/>
          <p:nvPr/>
        </p:nvSpPr>
        <p:spPr>
          <a:xfrm>
            <a:off x="2377440" y="8458199"/>
            <a:ext cx="603504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flujo del equipo visible para todos</a:t>
            </a:r>
          </a:p>
        </p:txBody>
      </p:sp>
      <p:sp>
        <p:nvSpPr>
          <p:cNvPr id="770" name="TextBox 769"/>
          <p:cNvSpPr txBox="1"/>
          <p:nvPr/>
        </p:nvSpPr>
        <p:spPr>
          <a:xfrm>
            <a:off x="9326880" y="3703320"/>
            <a:ext cx="777240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RITMO DE GOBIERNO</a:t>
            </a:r>
          </a:p>
        </p:txBody>
      </p:sp>
      <p:sp>
        <p:nvSpPr>
          <p:cNvPr id="771" name="!!gov0"/>
          <p:cNvSpPr/>
          <p:nvPr/>
        </p:nvSpPr>
        <p:spPr>
          <a:xfrm>
            <a:off x="9326880" y="420624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dirty="0">
                <a:solidFill>
                  <a:srgbClr val="FFFFFF"/>
                </a:solidFill>
                <a:latin typeface="Inter SemiBold"/>
              </a:rPr>
              <a:t>Semanal</a:t>
            </a:r>
          </a:p>
        </p:txBody>
      </p:sp>
      <p:sp>
        <p:nvSpPr>
          <p:cNvPr id="772" name="TextBox 771"/>
          <p:cNvSpPr txBox="1"/>
          <p:nvPr/>
        </p:nvSpPr>
        <p:spPr>
          <a:xfrm>
            <a:off x="11887200" y="4187952"/>
            <a:ext cx="5303520" cy="411480"/>
          </a:xfrm>
          <a:prstGeom prst="rect">
            <a:avLst/>
          </a:prstGeom>
          <a:noFill/>
        </p:spPr>
        <p:txBody>
          <a:bodyPr wrap="square" lIns="0" tIns="0" rIns="0" bIns="0" anchor="t">
            <a:spAutoFit/>
          </a:bodyPr>
          <a:lstStyle/>
          <a:p>
            <a:pPr algn="l"/>
            <a:r>
              <a:rPr lang="es-CL" sz="1900" b="1" noProof="0" dirty="0">
                <a:solidFill>
                  <a:srgbClr val="111111"/>
                </a:solidFill>
                <a:latin typeface="Inter SemiBold"/>
              </a:rPr>
              <a:t>Seguimiento</a:t>
            </a:r>
          </a:p>
        </p:txBody>
      </p:sp>
      <p:sp>
        <p:nvSpPr>
          <p:cNvPr id="773" name="Rounded Rectangle 772"/>
          <p:cNvSpPr/>
          <p:nvPr/>
        </p:nvSpPr>
        <p:spPr>
          <a:xfrm>
            <a:off x="118872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4" name="Rounded Rectangle 773"/>
          <p:cNvSpPr/>
          <p:nvPr/>
        </p:nvSpPr>
        <p:spPr>
          <a:xfrm>
            <a:off x="125272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5" name="Rounded Rectangle 774"/>
          <p:cNvSpPr/>
          <p:nvPr/>
        </p:nvSpPr>
        <p:spPr>
          <a:xfrm>
            <a:off x="1316736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6" name="Rounded Rectangle 775"/>
          <p:cNvSpPr/>
          <p:nvPr/>
        </p:nvSpPr>
        <p:spPr>
          <a:xfrm>
            <a:off x="1380744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7" name="Rounded Rectangle 776"/>
          <p:cNvSpPr/>
          <p:nvPr/>
        </p:nvSpPr>
        <p:spPr>
          <a:xfrm>
            <a:off x="1444752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8" name="Rounded Rectangle 777"/>
          <p:cNvSpPr/>
          <p:nvPr/>
        </p:nvSpPr>
        <p:spPr>
          <a:xfrm>
            <a:off x="150876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9" name="Rounded Rectangle 778"/>
          <p:cNvSpPr/>
          <p:nvPr/>
        </p:nvSpPr>
        <p:spPr>
          <a:xfrm>
            <a:off x="157276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80" name="Rounded Rectangle 779"/>
          <p:cNvSpPr/>
          <p:nvPr/>
        </p:nvSpPr>
        <p:spPr>
          <a:xfrm>
            <a:off x="16367759"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781" name="Connector 780"/>
          <p:cNvCxnSpPr/>
          <p:nvPr/>
        </p:nvCxnSpPr>
        <p:spPr>
          <a:xfrm>
            <a:off x="11887200" y="479145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2" name="!!gov1"/>
          <p:cNvSpPr/>
          <p:nvPr/>
        </p:nvSpPr>
        <p:spPr>
          <a:xfrm>
            <a:off x="9326880" y="548640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dirty="0">
                <a:solidFill>
                  <a:srgbClr val="FFFFFF"/>
                </a:solidFill>
                <a:latin typeface="Inter SemiBold"/>
              </a:rPr>
              <a:t>Quincenal</a:t>
            </a:r>
          </a:p>
        </p:txBody>
      </p:sp>
      <p:sp>
        <p:nvSpPr>
          <p:cNvPr id="783" name="TextBox 782"/>
          <p:cNvSpPr txBox="1"/>
          <p:nvPr/>
        </p:nvSpPr>
        <p:spPr>
          <a:xfrm>
            <a:off x="11887200" y="5468112"/>
            <a:ext cx="5303520" cy="411480"/>
          </a:xfrm>
          <a:prstGeom prst="rect">
            <a:avLst/>
          </a:prstGeom>
          <a:noFill/>
        </p:spPr>
        <p:txBody>
          <a:bodyPr wrap="square" lIns="0" tIns="0" rIns="0" bIns="0" anchor="t">
            <a:spAutoFit/>
          </a:bodyPr>
          <a:lstStyle/>
          <a:p>
            <a:pPr algn="l"/>
            <a:r>
              <a:rPr lang="es-CL" sz="1900" b="1" noProof="0" dirty="0">
                <a:solidFill>
                  <a:srgbClr val="111111"/>
                </a:solidFill>
                <a:latin typeface="Inter SemiBold"/>
              </a:rPr>
              <a:t>Comité de Proyecto</a:t>
            </a:r>
          </a:p>
        </p:txBody>
      </p:sp>
      <p:sp>
        <p:nvSpPr>
          <p:cNvPr id="784" name="Rounded Rectangle 783"/>
          <p:cNvSpPr/>
          <p:nvPr/>
        </p:nvSpPr>
        <p:spPr>
          <a:xfrm>
            <a:off x="1188720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85" name="Rounded Rectangle 784"/>
          <p:cNvSpPr/>
          <p:nvPr/>
        </p:nvSpPr>
        <p:spPr>
          <a:xfrm>
            <a:off x="1316736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86" name="Rounded Rectangle 785"/>
          <p:cNvSpPr/>
          <p:nvPr/>
        </p:nvSpPr>
        <p:spPr>
          <a:xfrm>
            <a:off x="1444752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87" name="Rounded Rectangle 786"/>
          <p:cNvSpPr/>
          <p:nvPr/>
        </p:nvSpPr>
        <p:spPr>
          <a:xfrm>
            <a:off x="1572768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788" name="Connector 787"/>
          <p:cNvCxnSpPr/>
          <p:nvPr/>
        </p:nvCxnSpPr>
        <p:spPr>
          <a:xfrm>
            <a:off x="11887200" y="607161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9" name="!!gov2"/>
          <p:cNvSpPr/>
          <p:nvPr/>
        </p:nvSpPr>
        <p:spPr>
          <a:xfrm>
            <a:off x="9326880" y="6766559"/>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dirty="0">
                <a:solidFill>
                  <a:srgbClr val="FFFFFF"/>
                </a:solidFill>
                <a:latin typeface="Inter SemiBold"/>
              </a:rPr>
              <a:t>Mensual</a:t>
            </a:r>
          </a:p>
        </p:txBody>
      </p:sp>
      <p:sp>
        <p:nvSpPr>
          <p:cNvPr id="790" name="TextBox 789"/>
          <p:cNvSpPr txBox="1"/>
          <p:nvPr/>
        </p:nvSpPr>
        <p:spPr>
          <a:xfrm>
            <a:off x="11887200" y="6748272"/>
            <a:ext cx="5303520" cy="411480"/>
          </a:xfrm>
          <a:prstGeom prst="rect">
            <a:avLst/>
          </a:prstGeom>
          <a:noFill/>
        </p:spPr>
        <p:txBody>
          <a:bodyPr wrap="square" lIns="0" tIns="0" rIns="0" bIns="0" anchor="t">
            <a:spAutoFit/>
          </a:bodyPr>
          <a:lstStyle/>
          <a:p>
            <a:pPr algn="l"/>
            <a:r>
              <a:rPr lang="es-CL" sz="1900" b="1" noProof="0" dirty="0">
                <a:solidFill>
                  <a:srgbClr val="111111"/>
                </a:solidFill>
                <a:latin typeface="Inter SemiBold"/>
              </a:rPr>
              <a:t>Ejecutivo y Arquitectura</a:t>
            </a:r>
          </a:p>
        </p:txBody>
      </p:sp>
      <p:sp>
        <p:nvSpPr>
          <p:cNvPr id="791" name="Rounded Rectangle 790"/>
          <p:cNvSpPr/>
          <p:nvPr/>
        </p:nvSpPr>
        <p:spPr>
          <a:xfrm>
            <a:off x="1188720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92" name="Rounded Rectangle 791"/>
          <p:cNvSpPr/>
          <p:nvPr/>
        </p:nvSpPr>
        <p:spPr>
          <a:xfrm>
            <a:off x="1444752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793" name="Connector 792"/>
          <p:cNvCxnSpPr/>
          <p:nvPr/>
        </p:nvCxnSpPr>
        <p:spPr>
          <a:xfrm>
            <a:off x="11887200" y="735177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4" name="!!gov3"/>
          <p:cNvSpPr/>
          <p:nvPr/>
        </p:nvSpPr>
        <p:spPr>
          <a:xfrm>
            <a:off x="9326880" y="8046719"/>
            <a:ext cx="228600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dirty="0">
                <a:solidFill>
                  <a:srgbClr val="FFFFFF"/>
                </a:solidFill>
                <a:latin typeface="Inter SemiBold"/>
              </a:rPr>
              <a:t>Mes 13–56</a:t>
            </a:r>
          </a:p>
        </p:txBody>
      </p:sp>
      <p:sp>
        <p:nvSpPr>
          <p:cNvPr id="795" name="TextBox 794"/>
          <p:cNvSpPr txBox="1"/>
          <p:nvPr/>
        </p:nvSpPr>
        <p:spPr>
          <a:xfrm>
            <a:off x="11887200" y="8028431"/>
            <a:ext cx="5303520" cy="411480"/>
          </a:xfrm>
          <a:prstGeom prst="rect">
            <a:avLst/>
          </a:prstGeom>
          <a:noFill/>
        </p:spPr>
        <p:txBody>
          <a:bodyPr wrap="square" lIns="0" tIns="0" rIns="0" bIns="0" anchor="t">
            <a:spAutoFit/>
          </a:bodyPr>
          <a:lstStyle/>
          <a:p>
            <a:pPr algn="l"/>
            <a:r>
              <a:rPr lang="es-CL" sz="1900" b="1" noProof="0" dirty="0">
                <a:solidFill>
                  <a:srgbClr val="111111"/>
                </a:solidFill>
                <a:latin typeface="Inter SemiBold"/>
              </a:rPr>
              <a:t>Comité de Operación</a:t>
            </a:r>
          </a:p>
        </p:txBody>
      </p:sp>
      <p:sp>
        <p:nvSpPr>
          <p:cNvPr id="796" name="Rounded Rectangle 795"/>
          <p:cNvSpPr/>
          <p:nvPr/>
        </p:nvSpPr>
        <p:spPr>
          <a:xfrm>
            <a:off x="11887200" y="8549640"/>
            <a:ext cx="384048" cy="164592"/>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797" name="Connector 796"/>
          <p:cNvCxnSpPr/>
          <p:nvPr/>
        </p:nvCxnSpPr>
        <p:spPr>
          <a:xfrm>
            <a:off x="11887200" y="863193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11887200" y="9326880"/>
            <a:ext cx="5303520" cy="320040"/>
          </a:xfrm>
          <a:prstGeom prst="rect">
            <a:avLst/>
          </a:prstGeom>
          <a:noFill/>
        </p:spPr>
        <p:txBody>
          <a:bodyPr wrap="square" lIns="0" tIns="0" rIns="0" bIns="0" anchor="t">
            <a:spAutoFit/>
          </a:bodyPr>
          <a:lstStyle/>
          <a:p>
            <a:pPr algn="l"/>
            <a:r>
              <a:rPr lang="es-CL" sz="1300" b="0" noProof="0" dirty="0">
                <a:solidFill>
                  <a:srgbClr val="9A9A9A"/>
                </a:solidFill>
                <a:latin typeface="Inter"/>
              </a:rPr>
              <a:t>cada marca = una reunión en 8 semanas</a:t>
            </a:r>
          </a:p>
        </p:txBody>
      </p:sp>
      <p:sp>
        <p:nvSpPr>
          <p:cNvPr id="79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deco_dce8b6c9_1"/>
          <p:cNvSpPr/>
          <p:nvPr/>
        </p:nvSpPr>
        <p:spPr>
          <a:xfrm>
            <a:off x="3107551" y="6541071"/>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61"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62"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63" name="!!deco_451158c2_1"/>
          <p:cNvSpPr/>
          <p:nvPr/>
        </p:nvSpPr>
        <p:spPr>
          <a:xfrm>
            <a:off x="160794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64" name="!!title"/>
          <p:cNvSpPr txBox="1"/>
          <p:nvPr/>
        </p:nvSpPr>
        <p:spPr>
          <a:xfrm>
            <a:off x="1475324" y="1600200"/>
            <a:ext cx="7668600" cy="12492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dirty="0">
                <a:solidFill>
                  <a:srgbClr val="111111"/>
                </a:solidFill>
                <a:latin typeface="Inter SemiBold"/>
                <a:ea typeface="Inter SemiBold"/>
                <a:cs typeface="Inter SemiBold"/>
                <a:sym typeface="Inter SemiBold"/>
              </a:rPr>
              <a:t>Metodología</a:t>
            </a:r>
            <a:endParaRPr lang="es-CL" noProof="0" dirty="0"/>
          </a:p>
        </p:txBody>
      </p:sp>
      <p:sp>
        <p:nvSpPr>
          <p:cNvPr id="765" name="!!brand"/>
          <p:cNvSpPr txBox="1"/>
          <p:nvPr/>
        </p:nvSpPr>
        <p:spPr>
          <a:xfrm>
            <a:off x="2188556" y="1000125"/>
            <a:ext cx="3328800" cy="277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dirty="0">
                <a:solidFill>
                  <a:srgbClr val="000000"/>
                </a:solidFill>
                <a:latin typeface="Inter SemiBold"/>
                <a:ea typeface="Inter SemiBold"/>
                <a:cs typeface="Inter SemiBold"/>
                <a:sym typeface="Inter SemiBold"/>
              </a:rPr>
              <a:t>LafroX </a:t>
            </a:r>
            <a:r>
              <a:rPr lang="es-CL" sz="1800" b="1" noProof="0" dirty="0" err="1">
                <a:solidFill>
                  <a:srgbClr val="000000"/>
                </a:solidFill>
                <a:latin typeface="Inter SemiBold"/>
                <a:ea typeface="Inter SemiBold"/>
                <a:cs typeface="Inter SemiBold"/>
                <a:sym typeface="Inter SemiBold"/>
              </a:rPr>
              <a:t>SpA</a:t>
            </a:r>
            <a:endParaRPr lang="es-CL" noProof="0" dirty="0"/>
          </a:p>
        </p:txBody>
      </p:sp>
      <p:pic>
        <p:nvPicPr>
          <p:cNvPr id="766" name="!!logo" descr="Isotipo LafroX"/>
          <p:cNvPicPr preferRelativeResize="0"/>
          <p:nvPr/>
        </p:nvPicPr>
        <p:blipFill rotWithShape="1">
          <a:blip r:embed="rId6">
            <a:alphaModFix/>
          </a:blip>
          <a:srcRect/>
          <a:stretch/>
        </p:blipFill>
        <p:spPr>
          <a:xfrm>
            <a:off x="1472184" y="850392"/>
            <a:ext cx="551724" cy="566927"/>
          </a:xfrm>
          <a:prstGeom prst="rect">
            <a:avLst/>
          </a:prstGeom>
          <a:noFill/>
          <a:ln>
            <a:noFill/>
          </a:ln>
        </p:spPr>
      </p:pic>
      <p:sp>
        <p:nvSpPr>
          <p:cNvPr id="767" name="!!msub"/>
          <p:cNvSpPr txBox="1"/>
          <p:nvPr/>
        </p:nvSpPr>
        <p:spPr>
          <a:xfrm>
            <a:off x="1472184" y="3063240"/>
            <a:ext cx="74982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dirty="0">
                <a:solidFill>
                  <a:srgbClr val="E8641B"/>
                </a:solidFill>
                <a:latin typeface="Inter SemiBold"/>
                <a:ea typeface="Inter SemiBold"/>
                <a:cs typeface="Inter SemiBold"/>
                <a:sym typeface="Inter SemiBold"/>
              </a:rPr>
              <a:t>PMBOK + RUP + </a:t>
            </a:r>
            <a:r>
              <a:rPr lang="es-CL" sz="2800" b="1" noProof="0" dirty="0" err="1">
                <a:solidFill>
                  <a:srgbClr val="E8641B"/>
                </a:solidFill>
                <a:latin typeface="Inter SemiBold"/>
                <a:ea typeface="Inter SemiBold"/>
                <a:cs typeface="Inter SemiBold"/>
                <a:sym typeface="Inter SemiBold"/>
              </a:rPr>
              <a:t>DevSecOps</a:t>
            </a:r>
            <a:endParaRPr lang="es-CL" noProof="0" dirty="0"/>
          </a:p>
        </p:txBody>
      </p:sp>
      <p:sp>
        <p:nvSpPr>
          <p:cNvPr id="774" name="!!deco_dce8b6c9_2"/>
          <p:cNvSpPr/>
          <p:nvPr/>
        </p:nvSpPr>
        <p:spPr>
          <a:xfrm>
            <a:off x="4047013" y="3708197"/>
            <a:ext cx="10236981" cy="2508060"/>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81" name="TextBox 780"/>
          <p:cNvSpPr txBox="1"/>
          <p:nvPr/>
        </p:nvSpPr>
        <p:spPr>
          <a:xfrm>
            <a:off x="1463040" y="3703320"/>
            <a:ext cx="1554480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FASES RUP · HORAS-HOMBRE DE LA EDT</a:t>
            </a:r>
          </a:p>
        </p:txBody>
      </p:sp>
      <p:sp>
        <p:nvSpPr>
          <p:cNvPr id="782" name="!!rup0"/>
          <p:cNvSpPr/>
          <p:nvPr/>
        </p:nvSpPr>
        <p:spPr>
          <a:xfrm>
            <a:off x="1463040" y="4160520"/>
            <a:ext cx="1595185" cy="7315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dirty="0">
                <a:solidFill>
                  <a:srgbClr val="FFFFFF"/>
                </a:solidFill>
                <a:latin typeface="Inter SemiBold"/>
              </a:rPr>
              <a:t>Inicio</a:t>
            </a:r>
          </a:p>
          <a:p>
            <a:pPr algn="l"/>
            <a:r>
              <a:rPr lang="es-CL" sz="1400" b="0" noProof="0" dirty="0">
                <a:solidFill>
                  <a:srgbClr val="FFFFFF"/>
                </a:solidFill>
                <a:latin typeface="Inter"/>
              </a:rPr>
              <a:t>6.920 HH</a:t>
            </a:r>
          </a:p>
        </p:txBody>
      </p:sp>
      <p:sp>
        <p:nvSpPr>
          <p:cNvPr id="783" name="!!rup1"/>
          <p:cNvSpPr/>
          <p:nvPr/>
        </p:nvSpPr>
        <p:spPr>
          <a:xfrm>
            <a:off x="3113089" y="4160520"/>
            <a:ext cx="975224" cy="73152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lang="es-CL" noProof="0" dirty="0"/>
          </a:p>
        </p:txBody>
      </p:sp>
      <p:sp>
        <p:nvSpPr>
          <p:cNvPr id="784" name="TextBox 783"/>
          <p:cNvSpPr txBox="1"/>
          <p:nvPr/>
        </p:nvSpPr>
        <p:spPr>
          <a:xfrm>
            <a:off x="3158809" y="4983480"/>
            <a:ext cx="1463040" cy="32004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Elaboración</a:t>
            </a:r>
          </a:p>
        </p:txBody>
      </p:sp>
      <p:sp>
        <p:nvSpPr>
          <p:cNvPr id="785" name="TextBox 784"/>
          <p:cNvSpPr txBox="1"/>
          <p:nvPr/>
        </p:nvSpPr>
        <p:spPr>
          <a:xfrm>
            <a:off x="3158809" y="5303520"/>
            <a:ext cx="1463040" cy="320040"/>
          </a:xfrm>
          <a:prstGeom prst="rect">
            <a:avLst/>
          </a:prstGeom>
          <a:noFill/>
        </p:spPr>
        <p:txBody>
          <a:bodyPr wrap="square" lIns="0" tIns="0" rIns="0" bIns="0" anchor="t">
            <a:spAutoFit/>
          </a:bodyPr>
          <a:lstStyle/>
          <a:p>
            <a:pPr algn="l"/>
            <a:r>
              <a:rPr lang="es-CL" sz="1400" b="0" noProof="0" dirty="0">
                <a:solidFill>
                  <a:srgbClr val="3C3C3C"/>
                </a:solidFill>
                <a:latin typeface="Inter"/>
              </a:rPr>
              <a:t>4.320 HH</a:t>
            </a:r>
          </a:p>
        </p:txBody>
      </p:sp>
      <p:sp>
        <p:nvSpPr>
          <p:cNvPr id="786" name="!!rup2"/>
          <p:cNvSpPr/>
          <p:nvPr/>
        </p:nvSpPr>
        <p:spPr>
          <a:xfrm>
            <a:off x="4143177" y="4160520"/>
            <a:ext cx="7880633" cy="731520"/>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dirty="0">
                <a:solidFill>
                  <a:srgbClr val="FFFFFF"/>
                </a:solidFill>
                <a:latin typeface="Inter SemiBold"/>
              </a:rPr>
              <a:t>Construcción</a:t>
            </a:r>
          </a:p>
          <a:p>
            <a:pPr algn="l"/>
            <a:r>
              <a:rPr lang="es-CL" sz="1400" b="0" noProof="0" dirty="0">
                <a:solidFill>
                  <a:srgbClr val="FFFFFF"/>
                </a:solidFill>
                <a:latin typeface="Inter"/>
              </a:rPr>
              <a:t>33.280 HH</a:t>
            </a:r>
          </a:p>
        </p:txBody>
      </p:sp>
      <p:sp>
        <p:nvSpPr>
          <p:cNvPr id="787" name="!!rup3"/>
          <p:cNvSpPr/>
          <p:nvPr/>
        </p:nvSpPr>
        <p:spPr>
          <a:xfrm>
            <a:off x="12078675" y="4160520"/>
            <a:ext cx="4874300" cy="73152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dirty="0">
                <a:solidFill>
                  <a:srgbClr val="111111"/>
                </a:solidFill>
                <a:latin typeface="Inter SemiBold"/>
              </a:rPr>
              <a:t>Transición</a:t>
            </a:r>
          </a:p>
          <a:p>
            <a:pPr algn="l"/>
            <a:r>
              <a:rPr lang="es-CL" sz="1400" b="0" noProof="0" dirty="0">
                <a:solidFill>
                  <a:srgbClr val="111111"/>
                </a:solidFill>
                <a:latin typeface="Inter"/>
              </a:rPr>
              <a:t>20.672 HH</a:t>
            </a:r>
          </a:p>
        </p:txBody>
      </p:sp>
      <p:sp>
        <p:nvSpPr>
          <p:cNvPr id="788" name="TextBox 787"/>
          <p:cNvSpPr txBox="1"/>
          <p:nvPr/>
        </p:nvSpPr>
        <p:spPr>
          <a:xfrm>
            <a:off x="1463040" y="6172200"/>
            <a:ext cx="731520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DEVSECOPS · CICLO DE CADA CAMBIO</a:t>
            </a:r>
          </a:p>
        </p:txBody>
      </p:sp>
      <p:sp>
        <p:nvSpPr>
          <p:cNvPr id="789" name="Oval 788"/>
          <p:cNvSpPr/>
          <p:nvPr/>
        </p:nvSpPr>
        <p:spPr>
          <a:xfrm>
            <a:off x="4160520" y="7315200"/>
            <a:ext cx="1554480" cy="10972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dirty="0">
                <a:solidFill>
                  <a:srgbClr val="FFFFFF"/>
                </a:solidFill>
                <a:latin typeface="Inter SemiBold"/>
              </a:rPr>
              <a:t>Cada</a:t>
            </a:r>
          </a:p>
          <a:p>
            <a:pPr algn="ctr"/>
            <a:r>
              <a:rPr lang="es-CL" sz="1500" b="1" noProof="0" dirty="0">
                <a:solidFill>
                  <a:srgbClr val="FFFFFF"/>
                </a:solidFill>
                <a:latin typeface="Inter SemiBold"/>
              </a:rPr>
              <a:t>cambio</a:t>
            </a:r>
          </a:p>
        </p:txBody>
      </p:sp>
      <p:sp>
        <p:nvSpPr>
          <p:cNvPr id="790" name="Rounded Rectangle 789"/>
          <p:cNvSpPr/>
          <p:nvPr/>
        </p:nvSpPr>
        <p:spPr>
          <a:xfrm>
            <a:off x="3794760" y="6400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dirty="0">
                <a:solidFill>
                  <a:srgbClr val="FFFFFF"/>
                </a:solidFill>
                <a:latin typeface="Inter SemiBold"/>
              </a:rPr>
              <a:t>Auditorías</a:t>
            </a:r>
          </a:p>
        </p:txBody>
      </p:sp>
      <p:sp>
        <p:nvSpPr>
          <p:cNvPr id="791" name="Rounded Rectangle 790"/>
          <p:cNvSpPr/>
          <p:nvPr/>
        </p:nvSpPr>
        <p:spPr>
          <a:xfrm>
            <a:off x="617220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dirty="0">
                <a:solidFill>
                  <a:srgbClr val="111111"/>
                </a:solidFill>
                <a:latin typeface="Inter SemiBold"/>
              </a:rPr>
              <a:t>Análisis estático</a:t>
            </a:r>
          </a:p>
        </p:txBody>
      </p:sp>
      <p:sp>
        <p:nvSpPr>
          <p:cNvPr id="792" name="Rounded Rectangle 791"/>
          <p:cNvSpPr/>
          <p:nvPr/>
        </p:nvSpPr>
        <p:spPr>
          <a:xfrm>
            <a:off x="3794760" y="8686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dirty="0">
                <a:solidFill>
                  <a:srgbClr val="FFFFFF"/>
                </a:solidFill>
                <a:latin typeface="Inter SemiBold"/>
              </a:rPr>
              <a:t>Pruebas de contrato</a:t>
            </a:r>
          </a:p>
        </p:txBody>
      </p:sp>
      <p:sp>
        <p:nvSpPr>
          <p:cNvPr id="793" name="Rounded Rectangle 792"/>
          <p:cNvSpPr/>
          <p:nvPr/>
        </p:nvSpPr>
        <p:spPr>
          <a:xfrm>
            <a:off x="141732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dirty="0">
                <a:solidFill>
                  <a:srgbClr val="111111"/>
                </a:solidFill>
                <a:latin typeface="Inter SemiBold"/>
              </a:rPr>
              <a:t>Medición de cobertura</a:t>
            </a:r>
          </a:p>
        </p:txBody>
      </p:sp>
      <p:cxnSp>
        <p:nvCxnSpPr>
          <p:cNvPr id="794" name="Connector 793"/>
          <p:cNvCxnSpPr/>
          <p:nvPr/>
        </p:nvCxnSpPr>
        <p:spPr>
          <a:xfrm>
            <a:off x="608076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H="1">
            <a:off x="608076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flipH="1" flipV="1">
            <a:off x="256032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256032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9509760" y="6172200"/>
            <a:ext cx="768096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DÓNDE SE APLICA</a:t>
            </a:r>
          </a:p>
        </p:txBody>
      </p:sp>
      <p:sp>
        <p:nvSpPr>
          <p:cNvPr id="799" name="Rounded Rectangle 798"/>
          <p:cNvSpPr/>
          <p:nvPr/>
        </p:nvSpPr>
        <p:spPr>
          <a:xfrm>
            <a:off x="9509760" y="66751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dirty="0">
                <a:solidFill>
                  <a:srgbClr val="FFFFFF"/>
                </a:solidFill>
                <a:latin typeface="Inter SemiBold"/>
              </a:rPr>
              <a:t>G1</a:t>
            </a:r>
          </a:p>
        </p:txBody>
      </p:sp>
      <p:sp>
        <p:nvSpPr>
          <p:cNvPr id="800" name="TextBox 799"/>
          <p:cNvSpPr txBox="1"/>
          <p:nvPr/>
        </p:nvSpPr>
        <p:spPr>
          <a:xfrm>
            <a:off x="10378440" y="6675120"/>
            <a:ext cx="6766560" cy="365760"/>
          </a:xfrm>
          <a:prstGeom prst="rect">
            <a:avLst/>
          </a:prstGeom>
          <a:noFill/>
        </p:spPr>
        <p:txBody>
          <a:bodyPr wrap="square" lIns="0" tIns="0" rIns="0" bIns="0" anchor="t">
            <a:spAutoFit/>
          </a:bodyPr>
          <a:lstStyle/>
          <a:p>
            <a:pPr algn="l"/>
            <a:r>
              <a:rPr lang="es-CL" sz="1700" b="1" noProof="0" dirty="0">
                <a:solidFill>
                  <a:srgbClr val="111111"/>
                </a:solidFill>
                <a:latin typeface="Inter SemiBold"/>
              </a:rPr>
              <a:t>Solicitud de fusión</a:t>
            </a:r>
          </a:p>
        </p:txBody>
      </p:sp>
      <p:sp>
        <p:nvSpPr>
          <p:cNvPr id="801" name="TextBox 800"/>
          <p:cNvSpPr txBox="1"/>
          <p:nvPr/>
        </p:nvSpPr>
        <p:spPr>
          <a:xfrm>
            <a:off x="10378440" y="7040880"/>
            <a:ext cx="6766560" cy="320040"/>
          </a:xfrm>
          <a:prstGeom prst="rect">
            <a:avLst/>
          </a:prstGeom>
          <a:noFill/>
        </p:spPr>
        <p:txBody>
          <a:bodyPr wrap="square" lIns="0" tIns="0" rIns="0" bIns="0" anchor="t">
            <a:spAutoFit/>
          </a:bodyPr>
          <a:lstStyle/>
          <a:p>
            <a:pPr algn="l"/>
            <a:r>
              <a:rPr lang="es-CL" sz="1400" b="0" noProof="0" dirty="0">
                <a:solidFill>
                  <a:srgbClr val="606060"/>
                </a:solidFill>
                <a:latin typeface="Inter"/>
              </a:rPr>
              <a:t>revisión por pares y secretos</a:t>
            </a:r>
          </a:p>
        </p:txBody>
      </p:sp>
      <p:sp>
        <p:nvSpPr>
          <p:cNvPr id="802" name="Rounded Rectangle 801"/>
          <p:cNvSpPr/>
          <p:nvPr/>
        </p:nvSpPr>
        <p:spPr>
          <a:xfrm>
            <a:off x="9509760" y="75895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dirty="0">
                <a:solidFill>
                  <a:srgbClr val="FFFFFF"/>
                </a:solidFill>
                <a:latin typeface="Inter SemiBold"/>
              </a:rPr>
              <a:t>G2</a:t>
            </a:r>
          </a:p>
        </p:txBody>
      </p:sp>
      <p:sp>
        <p:nvSpPr>
          <p:cNvPr id="803" name="TextBox 802"/>
          <p:cNvSpPr txBox="1"/>
          <p:nvPr/>
        </p:nvSpPr>
        <p:spPr>
          <a:xfrm>
            <a:off x="10378440" y="7589520"/>
            <a:ext cx="6766560" cy="365760"/>
          </a:xfrm>
          <a:prstGeom prst="rect">
            <a:avLst/>
          </a:prstGeom>
          <a:noFill/>
        </p:spPr>
        <p:txBody>
          <a:bodyPr wrap="square" lIns="0" tIns="0" rIns="0" bIns="0" anchor="t">
            <a:spAutoFit/>
          </a:bodyPr>
          <a:lstStyle/>
          <a:p>
            <a:pPr algn="l"/>
            <a:r>
              <a:rPr lang="es-CL" sz="1700" b="1" noProof="0" dirty="0">
                <a:solidFill>
                  <a:srgbClr val="111111"/>
                </a:solidFill>
                <a:latin typeface="Inter SemiBold"/>
              </a:rPr>
              <a:t>Integración continua</a:t>
            </a:r>
          </a:p>
        </p:txBody>
      </p:sp>
      <p:sp>
        <p:nvSpPr>
          <p:cNvPr id="804" name="TextBox 803"/>
          <p:cNvSpPr txBox="1"/>
          <p:nvPr/>
        </p:nvSpPr>
        <p:spPr>
          <a:xfrm>
            <a:off x="10378440" y="7955280"/>
            <a:ext cx="6766560" cy="320040"/>
          </a:xfrm>
          <a:prstGeom prst="rect">
            <a:avLst/>
          </a:prstGeom>
          <a:noFill/>
        </p:spPr>
        <p:txBody>
          <a:bodyPr wrap="square" lIns="0" tIns="0" rIns="0" bIns="0" anchor="t">
            <a:spAutoFit/>
          </a:bodyPr>
          <a:lstStyle/>
          <a:p>
            <a:pPr algn="l"/>
            <a:r>
              <a:rPr lang="es-CL" sz="1400" b="0" noProof="0" dirty="0">
                <a:solidFill>
                  <a:srgbClr val="606060"/>
                </a:solidFill>
                <a:latin typeface="Inter"/>
              </a:rPr>
              <a:t>cobertura ≥ 70 % negocio y 80 % global</a:t>
            </a:r>
          </a:p>
        </p:txBody>
      </p:sp>
      <p:sp>
        <p:nvSpPr>
          <p:cNvPr id="805" name="Rounded Rectangle 804"/>
          <p:cNvSpPr/>
          <p:nvPr/>
        </p:nvSpPr>
        <p:spPr>
          <a:xfrm>
            <a:off x="9509760" y="85039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dirty="0">
                <a:solidFill>
                  <a:srgbClr val="FFFFFF"/>
                </a:solidFill>
                <a:latin typeface="Inter SemiBold"/>
              </a:rPr>
              <a:t>G3</a:t>
            </a:r>
          </a:p>
        </p:txBody>
      </p:sp>
      <p:sp>
        <p:nvSpPr>
          <p:cNvPr id="806" name="TextBox 805"/>
          <p:cNvSpPr txBox="1"/>
          <p:nvPr/>
        </p:nvSpPr>
        <p:spPr>
          <a:xfrm>
            <a:off x="10378440" y="8503920"/>
            <a:ext cx="6766560" cy="365760"/>
          </a:xfrm>
          <a:prstGeom prst="rect">
            <a:avLst/>
          </a:prstGeom>
          <a:noFill/>
        </p:spPr>
        <p:txBody>
          <a:bodyPr wrap="square" lIns="0" tIns="0" rIns="0" bIns="0" anchor="t">
            <a:spAutoFit/>
          </a:bodyPr>
          <a:lstStyle/>
          <a:p>
            <a:pPr algn="l"/>
            <a:r>
              <a:rPr lang="es-CL" sz="1700" b="1" noProof="0" dirty="0">
                <a:solidFill>
                  <a:srgbClr val="111111"/>
                </a:solidFill>
                <a:latin typeface="Inter SemiBold"/>
              </a:rPr>
              <a:t>Promoción a QA</a:t>
            </a:r>
          </a:p>
        </p:txBody>
      </p:sp>
      <p:sp>
        <p:nvSpPr>
          <p:cNvPr id="807" name="TextBox 806"/>
          <p:cNvSpPr txBox="1"/>
          <p:nvPr/>
        </p:nvSpPr>
        <p:spPr>
          <a:xfrm>
            <a:off x="10378440" y="8869680"/>
            <a:ext cx="6766560" cy="320040"/>
          </a:xfrm>
          <a:prstGeom prst="rect">
            <a:avLst/>
          </a:prstGeom>
          <a:noFill/>
        </p:spPr>
        <p:txBody>
          <a:bodyPr wrap="square" lIns="0" tIns="0" rIns="0" bIns="0" anchor="t">
            <a:spAutoFit/>
          </a:bodyPr>
          <a:lstStyle/>
          <a:p>
            <a:pPr algn="l"/>
            <a:r>
              <a:rPr lang="es-CL" sz="1400" b="0" noProof="0" dirty="0">
                <a:solidFill>
                  <a:srgbClr val="606060"/>
                </a:solidFill>
                <a:latin typeface="Inter"/>
              </a:rPr>
              <a:t>sin vulnerabilidades altas</a:t>
            </a:r>
          </a:p>
        </p:txBody>
      </p:sp>
      <p:sp>
        <p:nvSpPr>
          <p:cNvPr id="80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84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17</a:t>
            </a:r>
          </a:p>
        </p:txBody>
      </p:sp>
      <p:sp>
        <p:nvSpPr>
          <p:cNvPr id="850"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85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852" name="Connector 85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1</a:t>
            </a:r>
          </a:p>
          <a:p>
            <a:pPr algn="l"/>
            <a:r>
              <a:rPr lang="es-CL" sz="1400" b="1" noProof="0" dirty="0">
                <a:solidFill>
                  <a:srgbClr val="111111"/>
                </a:solidFill>
                <a:latin typeface="Inter SemiBold"/>
              </a:rPr>
              <a:t>Inicio</a:t>
            </a:r>
          </a:p>
        </p:txBody>
      </p:sp>
      <p:sp>
        <p:nvSpPr>
          <p:cNvPr id="856"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6.920 HH</a:t>
            </a:r>
          </a:p>
        </p:txBody>
      </p:sp>
      <p:sp>
        <p:nvSpPr>
          <p:cNvPr id="857"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9 CC · 35 PT</a:t>
            </a:r>
          </a:p>
        </p:txBody>
      </p:sp>
      <p:sp>
        <p:nvSpPr>
          <p:cNvPr id="858" name="Oval 857"/>
          <p:cNvSpPr/>
          <p:nvPr/>
        </p:nvSpPr>
        <p:spPr>
          <a:xfrm>
            <a:off x="93268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59" name="Oval 858"/>
          <p:cNvSpPr/>
          <p:nvPr/>
        </p:nvSpPr>
        <p:spPr>
          <a:xfrm>
            <a:off x="123444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0" name="Oval 859"/>
          <p:cNvSpPr/>
          <p:nvPr/>
        </p:nvSpPr>
        <p:spPr>
          <a:xfrm>
            <a:off x="153619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1" name="Oval 860"/>
          <p:cNvSpPr/>
          <p:nvPr/>
        </p:nvSpPr>
        <p:spPr>
          <a:xfrm>
            <a:off x="1837943"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2" name="Oval 861"/>
          <p:cNvSpPr/>
          <p:nvPr/>
        </p:nvSpPr>
        <p:spPr>
          <a:xfrm>
            <a:off x="213969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3" name="Oval 862"/>
          <p:cNvSpPr/>
          <p:nvPr/>
        </p:nvSpPr>
        <p:spPr>
          <a:xfrm>
            <a:off x="93268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4" name="Oval 863"/>
          <p:cNvSpPr/>
          <p:nvPr/>
        </p:nvSpPr>
        <p:spPr>
          <a:xfrm>
            <a:off x="123444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5" name="Oval 864"/>
          <p:cNvSpPr/>
          <p:nvPr/>
        </p:nvSpPr>
        <p:spPr>
          <a:xfrm>
            <a:off x="153619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6" name="Oval 865"/>
          <p:cNvSpPr/>
          <p:nvPr/>
        </p:nvSpPr>
        <p:spPr>
          <a:xfrm>
            <a:off x="1837943"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867" name="Connector 866"/>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68"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2</a:t>
            </a:r>
          </a:p>
          <a:p>
            <a:pPr algn="l"/>
            <a:r>
              <a:rPr lang="es-CL" sz="1400" b="1" noProof="0" dirty="0">
                <a:solidFill>
                  <a:srgbClr val="111111"/>
                </a:solidFill>
                <a:latin typeface="Inter SemiBold"/>
              </a:rPr>
              <a:t>Elaboración</a:t>
            </a:r>
          </a:p>
        </p:txBody>
      </p:sp>
      <p:sp>
        <p:nvSpPr>
          <p:cNvPr id="869"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4.320 HH</a:t>
            </a:r>
          </a:p>
        </p:txBody>
      </p:sp>
      <p:sp>
        <p:nvSpPr>
          <p:cNvPr id="870"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6 CC · 18 PT</a:t>
            </a:r>
          </a:p>
        </p:txBody>
      </p:sp>
      <p:sp>
        <p:nvSpPr>
          <p:cNvPr id="871" name="Oval 870"/>
          <p:cNvSpPr/>
          <p:nvPr/>
        </p:nvSpPr>
        <p:spPr>
          <a:xfrm>
            <a:off x="279400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72" name="Oval 871"/>
          <p:cNvSpPr/>
          <p:nvPr/>
        </p:nvSpPr>
        <p:spPr>
          <a:xfrm>
            <a:off x="309575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73" name="Oval 872"/>
          <p:cNvSpPr/>
          <p:nvPr/>
        </p:nvSpPr>
        <p:spPr>
          <a:xfrm>
            <a:off x="339750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74" name="Oval 873"/>
          <p:cNvSpPr/>
          <p:nvPr/>
        </p:nvSpPr>
        <p:spPr>
          <a:xfrm>
            <a:off x="369925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75" name="Oval 874"/>
          <p:cNvSpPr/>
          <p:nvPr/>
        </p:nvSpPr>
        <p:spPr>
          <a:xfrm>
            <a:off x="400100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76" name="Oval 875"/>
          <p:cNvSpPr/>
          <p:nvPr/>
        </p:nvSpPr>
        <p:spPr>
          <a:xfrm>
            <a:off x="279400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877" name="Connector 876"/>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78"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3</a:t>
            </a:r>
          </a:p>
          <a:p>
            <a:pPr algn="l"/>
            <a:r>
              <a:rPr lang="es-CL" sz="1400" b="1" noProof="0" dirty="0">
                <a:solidFill>
                  <a:srgbClr val="111111"/>
                </a:solidFill>
                <a:latin typeface="Inter SemiBold"/>
              </a:rPr>
              <a:t>Construcción</a:t>
            </a:r>
          </a:p>
        </p:txBody>
      </p:sp>
      <p:sp>
        <p:nvSpPr>
          <p:cNvPr id="879"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33.280 HH</a:t>
            </a:r>
          </a:p>
        </p:txBody>
      </p:sp>
      <p:sp>
        <p:nvSpPr>
          <p:cNvPr id="880"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11 CC · 79 PT</a:t>
            </a:r>
          </a:p>
        </p:txBody>
      </p:sp>
      <p:sp>
        <p:nvSpPr>
          <p:cNvPr id="881" name="Oval 880"/>
          <p:cNvSpPr/>
          <p:nvPr/>
        </p:nvSpPr>
        <p:spPr>
          <a:xfrm>
            <a:off x="465531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2" name="Oval 881"/>
          <p:cNvSpPr/>
          <p:nvPr/>
        </p:nvSpPr>
        <p:spPr>
          <a:xfrm>
            <a:off x="495706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3" name="Oval 882"/>
          <p:cNvSpPr/>
          <p:nvPr/>
        </p:nvSpPr>
        <p:spPr>
          <a:xfrm>
            <a:off x="525881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4" name="Oval 883"/>
          <p:cNvSpPr/>
          <p:nvPr/>
        </p:nvSpPr>
        <p:spPr>
          <a:xfrm>
            <a:off x="556056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5" name="Oval 884"/>
          <p:cNvSpPr/>
          <p:nvPr/>
        </p:nvSpPr>
        <p:spPr>
          <a:xfrm>
            <a:off x="586232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6" name="Oval 885"/>
          <p:cNvSpPr/>
          <p:nvPr/>
        </p:nvSpPr>
        <p:spPr>
          <a:xfrm>
            <a:off x="465531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7" name="Oval 886"/>
          <p:cNvSpPr/>
          <p:nvPr/>
        </p:nvSpPr>
        <p:spPr>
          <a:xfrm>
            <a:off x="4957064"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8" name="Oval 887"/>
          <p:cNvSpPr/>
          <p:nvPr/>
        </p:nvSpPr>
        <p:spPr>
          <a:xfrm>
            <a:off x="5258816"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9" name="Oval 888"/>
          <p:cNvSpPr/>
          <p:nvPr/>
        </p:nvSpPr>
        <p:spPr>
          <a:xfrm>
            <a:off x="556056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90" name="Oval 889"/>
          <p:cNvSpPr/>
          <p:nvPr/>
        </p:nvSpPr>
        <p:spPr>
          <a:xfrm>
            <a:off x="586232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91" name="Oval 890"/>
          <p:cNvSpPr/>
          <p:nvPr/>
        </p:nvSpPr>
        <p:spPr>
          <a:xfrm>
            <a:off x="4655312" y="5449824"/>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892" name="Connector 891"/>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93"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4</a:t>
            </a:r>
          </a:p>
          <a:p>
            <a:pPr algn="l"/>
            <a:r>
              <a:rPr lang="es-CL" sz="1400" b="1" noProof="0" dirty="0">
                <a:solidFill>
                  <a:srgbClr val="111111"/>
                </a:solidFill>
                <a:latin typeface="Inter SemiBold"/>
              </a:rPr>
              <a:t>Transición</a:t>
            </a:r>
          </a:p>
        </p:txBody>
      </p:sp>
      <p:sp>
        <p:nvSpPr>
          <p:cNvPr id="894"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20.672 HH</a:t>
            </a:r>
          </a:p>
        </p:txBody>
      </p:sp>
      <p:sp>
        <p:nvSpPr>
          <p:cNvPr id="895"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3 CC · 10 PT</a:t>
            </a:r>
          </a:p>
        </p:txBody>
      </p:sp>
      <p:sp>
        <p:nvSpPr>
          <p:cNvPr id="896" name="Oval 895"/>
          <p:cNvSpPr/>
          <p:nvPr/>
        </p:nvSpPr>
        <p:spPr>
          <a:xfrm>
            <a:off x="651662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97" name="Oval 896"/>
          <p:cNvSpPr/>
          <p:nvPr/>
        </p:nvSpPr>
        <p:spPr>
          <a:xfrm>
            <a:off x="681837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98" name="Oval 897"/>
          <p:cNvSpPr/>
          <p:nvPr/>
        </p:nvSpPr>
        <p:spPr>
          <a:xfrm>
            <a:off x="712012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899" name="Connector 898"/>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0"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5</a:t>
            </a:r>
          </a:p>
          <a:p>
            <a:pPr algn="l"/>
            <a:r>
              <a:rPr lang="es-CL" sz="1400" b="1" noProof="0" dirty="0">
                <a:solidFill>
                  <a:srgbClr val="111111"/>
                </a:solidFill>
                <a:latin typeface="Inter SemiBold"/>
              </a:rPr>
              <a:t>Adquisiciones</a:t>
            </a:r>
          </a:p>
        </p:txBody>
      </p:sp>
      <p:sp>
        <p:nvSpPr>
          <p:cNvPr id="901"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1.040 HH</a:t>
            </a:r>
          </a:p>
        </p:txBody>
      </p:sp>
      <p:sp>
        <p:nvSpPr>
          <p:cNvPr id="902"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4 CC · 13 PT</a:t>
            </a:r>
          </a:p>
        </p:txBody>
      </p:sp>
      <p:sp>
        <p:nvSpPr>
          <p:cNvPr id="903" name="Oval 902"/>
          <p:cNvSpPr/>
          <p:nvPr/>
        </p:nvSpPr>
        <p:spPr>
          <a:xfrm>
            <a:off x="8377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04" name="Oval 903"/>
          <p:cNvSpPr/>
          <p:nvPr/>
        </p:nvSpPr>
        <p:spPr>
          <a:xfrm>
            <a:off x="867968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05" name="Oval 904"/>
          <p:cNvSpPr/>
          <p:nvPr/>
        </p:nvSpPr>
        <p:spPr>
          <a:xfrm>
            <a:off x="898144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06" name="Oval 905"/>
          <p:cNvSpPr/>
          <p:nvPr/>
        </p:nvSpPr>
        <p:spPr>
          <a:xfrm>
            <a:off x="928319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907" name="Connector 90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6</a:t>
            </a:r>
          </a:p>
          <a:p>
            <a:pPr algn="l"/>
            <a:r>
              <a:rPr lang="es-CL" sz="1400" b="1" noProof="0" dirty="0">
                <a:solidFill>
                  <a:srgbClr val="111111"/>
                </a:solidFill>
                <a:latin typeface="Inter SemiBold"/>
              </a:rPr>
              <a:t>Infraestructura</a:t>
            </a:r>
          </a:p>
        </p:txBody>
      </p:sp>
      <p:sp>
        <p:nvSpPr>
          <p:cNvPr id="909"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3.840 HH</a:t>
            </a:r>
          </a:p>
        </p:txBody>
      </p:sp>
      <p:sp>
        <p:nvSpPr>
          <p:cNvPr id="910"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6 CC · 24 PT</a:t>
            </a:r>
          </a:p>
        </p:txBody>
      </p:sp>
      <p:sp>
        <p:nvSpPr>
          <p:cNvPr id="911" name="Oval 910"/>
          <p:cNvSpPr/>
          <p:nvPr/>
        </p:nvSpPr>
        <p:spPr>
          <a:xfrm>
            <a:off x="1023924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12" name="Oval 911"/>
          <p:cNvSpPr/>
          <p:nvPr/>
        </p:nvSpPr>
        <p:spPr>
          <a:xfrm>
            <a:off x="1054100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13" name="Oval 912"/>
          <p:cNvSpPr/>
          <p:nvPr/>
        </p:nvSpPr>
        <p:spPr>
          <a:xfrm>
            <a:off x="1084275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14" name="Oval 913"/>
          <p:cNvSpPr/>
          <p:nvPr/>
        </p:nvSpPr>
        <p:spPr>
          <a:xfrm>
            <a:off x="1114450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15" name="Oval 914"/>
          <p:cNvSpPr/>
          <p:nvPr/>
        </p:nvSpPr>
        <p:spPr>
          <a:xfrm>
            <a:off x="1144625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16" name="Oval 915"/>
          <p:cNvSpPr/>
          <p:nvPr/>
        </p:nvSpPr>
        <p:spPr>
          <a:xfrm>
            <a:off x="10239248" y="5148072"/>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917" name="Connector 916"/>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8"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7</a:t>
            </a:r>
          </a:p>
          <a:p>
            <a:pPr algn="l"/>
            <a:r>
              <a:rPr lang="es-CL" sz="1400" b="1" noProof="0" dirty="0">
                <a:solidFill>
                  <a:srgbClr val="111111"/>
                </a:solidFill>
                <a:latin typeface="Inter SemiBold"/>
              </a:rPr>
              <a:t>Capacitación y cambio</a:t>
            </a:r>
          </a:p>
        </p:txBody>
      </p:sp>
      <p:sp>
        <p:nvSpPr>
          <p:cNvPr id="919"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4.736 HH</a:t>
            </a:r>
          </a:p>
        </p:txBody>
      </p:sp>
      <p:sp>
        <p:nvSpPr>
          <p:cNvPr id="920"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3 CC · 13 PT</a:t>
            </a:r>
          </a:p>
        </p:txBody>
      </p:sp>
      <p:sp>
        <p:nvSpPr>
          <p:cNvPr id="921" name="Oval 920"/>
          <p:cNvSpPr/>
          <p:nvPr/>
        </p:nvSpPr>
        <p:spPr>
          <a:xfrm>
            <a:off x="1210056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22" name="Oval 921"/>
          <p:cNvSpPr/>
          <p:nvPr/>
        </p:nvSpPr>
        <p:spPr>
          <a:xfrm>
            <a:off x="1240231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23" name="Oval 922"/>
          <p:cNvSpPr/>
          <p:nvPr/>
        </p:nvSpPr>
        <p:spPr>
          <a:xfrm>
            <a:off x="1270406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924" name="Connector 923"/>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25"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8</a:t>
            </a:r>
          </a:p>
          <a:p>
            <a:pPr algn="l"/>
            <a:r>
              <a:rPr lang="es-CL" sz="1400" b="1" noProof="0" dirty="0">
                <a:solidFill>
                  <a:srgbClr val="111111"/>
                </a:solidFill>
                <a:latin typeface="Inter SemiBold"/>
              </a:rPr>
              <a:t>Operación y soporte</a:t>
            </a:r>
          </a:p>
        </p:txBody>
      </p:sp>
      <p:sp>
        <p:nvSpPr>
          <p:cNvPr id="926"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129.879 HH</a:t>
            </a:r>
          </a:p>
        </p:txBody>
      </p:sp>
      <p:sp>
        <p:nvSpPr>
          <p:cNvPr id="927"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5 CC · 26 PT</a:t>
            </a:r>
          </a:p>
        </p:txBody>
      </p:sp>
      <p:sp>
        <p:nvSpPr>
          <p:cNvPr id="928" name="Oval 927"/>
          <p:cNvSpPr/>
          <p:nvPr/>
        </p:nvSpPr>
        <p:spPr>
          <a:xfrm>
            <a:off x="13961872"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29" name="Oval 928"/>
          <p:cNvSpPr/>
          <p:nvPr/>
        </p:nvSpPr>
        <p:spPr>
          <a:xfrm>
            <a:off x="14263624"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30" name="Oval 929"/>
          <p:cNvSpPr/>
          <p:nvPr/>
        </p:nvSpPr>
        <p:spPr>
          <a:xfrm>
            <a:off x="14565376"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31" name="Oval 930"/>
          <p:cNvSpPr/>
          <p:nvPr/>
        </p:nvSpPr>
        <p:spPr>
          <a:xfrm>
            <a:off x="14867128"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32" name="Oval 931"/>
          <p:cNvSpPr/>
          <p:nvPr/>
        </p:nvSpPr>
        <p:spPr>
          <a:xfrm>
            <a:off x="15168880"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933" name="Connector 9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9</a:t>
            </a:r>
          </a:p>
          <a:p>
            <a:pPr algn="l"/>
            <a:r>
              <a:rPr lang="es-CL" sz="1400" b="1" noProof="0" dirty="0">
                <a:solidFill>
                  <a:srgbClr val="111111"/>
                </a:solidFill>
                <a:latin typeface="Inter SemiBold"/>
              </a:rPr>
              <a:t>Cierre</a:t>
            </a:r>
          </a:p>
        </p:txBody>
      </p:sp>
      <p:sp>
        <p:nvSpPr>
          <p:cNvPr id="93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320 HH</a:t>
            </a:r>
          </a:p>
        </p:txBody>
      </p:sp>
      <p:sp>
        <p:nvSpPr>
          <p:cNvPr id="93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2 CC · 4 PT</a:t>
            </a:r>
          </a:p>
        </p:txBody>
      </p:sp>
      <p:sp>
        <p:nvSpPr>
          <p:cNvPr id="937" name="Oval 936"/>
          <p:cNvSpPr/>
          <p:nvPr/>
        </p:nvSpPr>
        <p:spPr>
          <a:xfrm>
            <a:off x="1582318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38" name="Oval 937"/>
          <p:cNvSpPr/>
          <p:nvPr/>
        </p:nvSpPr>
        <p:spPr>
          <a:xfrm>
            <a:off x="16124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39" name="TextBox 938"/>
          <p:cNvSpPr txBox="1"/>
          <p:nvPr/>
        </p:nvSpPr>
        <p:spPr>
          <a:xfrm>
            <a:off x="822960" y="6035040"/>
            <a:ext cx="16642080" cy="365760"/>
          </a:xfrm>
          <a:prstGeom prst="rect">
            <a:avLst/>
          </a:prstGeom>
          <a:noFill/>
        </p:spPr>
        <p:txBody>
          <a:bodyPr wrap="square" lIns="0" tIns="0" rIns="0" bIns="0" anchor="t">
            <a:spAutoFit/>
          </a:bodyPr>
          <a:lstStyle/>
          <a:p>
            <a:pPr algn="ctr"/>
            <a:r>
              <a:rPr lang="es-CL" sz="1400" b="0" noProof="0" dirty="0">
                <a:solidFill>
                  <a:srgbClr val="606060"/>
                </a:solidFill>
                <a:latin typeface="Inter"/>
              </a:rPr>
              <a:t>Cada punto es una cuenta de control</a:t>
            </a:r>
          </a:p>
        </p:txBody>
      </p:sp>
      <p:sp>
        <p:nvSpPr>
          <p:cNvPr id="940" name="Rounded Rectangle 939"/>
          <p:cNvSpPr/>
          <p:nvPr/>
        </p:nvSpPr>
        <p:spPr>
          <a:xfrm>
            <a:off x="1371600" y="6812280"/>
            <a:ext cx="7589520" cy="14630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200" b="1" noProof="0" dirty="0">
                <a:solidFill>
                  <a:srgbClr val="F29A5E"/>
                </a:solidFill>
                <a:latin typeface="Inter SemiBold"/>
              </a:rPr>
              <a:t>Fases 1 a 4</a:t>
            </a:r>
          </a:p>
          <a:p>
            <a:pPr algn="ctr"/>
            <a:r>
              <a:rPr lang="es-CL" sz="1600" b="0" noProof="0" dirty="0">
                <a:solidFill>
                  <a:srgbClr val="FFFFFF"/>
                </a:solidFill>
                <a:latin typeface="Inter"/>
              </a:rPr>
              <a:t>se repiten en cada etapa</a:t>
            </a:r>
          </a:p>
        </p:txBody>
      </p:sp>
      <p:sp>
        <p:nvSpPr>
          <p:cNvPr id="941" name="Rounded Rectangle 940"/>
          <p:cNvSpPr/>
          <p:nvPr/>
        </p:nvSpPr>
        <p:spPr>
          <a:xfrm>
            <a:off x="9326880" y="6812280"/>
            <a:ext cx="7589520" cy="1463040"/>
          </a:xfrm>
          <a:prstGeom prst="roundRect">
            <a:avLst>
              <a:gd name="adj" fmla="val 1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200" b="1" noProof="0" dirty="0">
                <a:solidFill>
                  <a:srgbClr val="FFFFFF"/>
                </a:solidFill>
                <a:latin typeface="Inter SemiBold"/>
              </a:rPr>
              <a:t>Operación · 129.879 HH</a:t>
            </a:r>
          </a:p>
          <a:p>
            <a:pPr algn="ctr"/>
            <a:r>
              <a:rPr lang="es-CL" sz="1600" b="0" noProof="0" dirty="0">
                <a:solidFill>
                  <a:srgbClr val="FFFFFF"/>
                </a:solidFill>
                <a:latin typeface="Inter"/>
              </a:rPr>
              <a:t>36 meses de servicio</a:t>
            </a:r>
          </a:p>
        </p:txBody>
      </p:sp>
      <p:sp>
        <p:nvSpPr>
          <p:cNvPr id="942" name="TextBox 941"/>
          <p:cNvSpPr txBox="1"/>
          <p:nvPr/>
        </p:nvSpPr>
        <p:spPr>
          <a:xfrm>
            <a:off x="822960" y="8732520"/>
            <a:ext cx="16642080" cy="365760"/>
          </a:xfrm>
          <a:prstGeom prst="rect">
            <a:avLst/>
          </a:prstGeom>
          <a:noFill/>
        </p:spPr>
        <p:txBody>
          <a:bodyPr wrap="square" lIns="0" tIns="0" rIns="0" bIns="0" anchor="t">
            <a:spAutoFit/>
          </a:bodyPr>
          <a:lstStyle/>
          <a:p>
            <a:pPr algn="ctr"/>
            <a:r>
              <a:rPr lang="es-CL" sz="1600" b="1" noProof="0" dirty="0">
                <a:solidFill>
                  <a:srgbClr val="3C3C3C"/>
                </a:solidFill>
                <a:latin typeface="Inter SemiBold"/>
              </a:rPr>
              <a:t>9 fases · 49 cuentas de control · 222 paquetes de trabajo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85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85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92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A09</a:t>
            </a:r>
          </a:p>
        </p:txBody>
      </p:sp>
      <p:sp>
        <p:nvSpPr>
          <p:cNvPr id="927"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92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929" name="Connector 92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169875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2" name="!!ph1"/>
          <p:cNvSpPr/>
          <p:nvPr/>
        </p:nvSpPr>
        <p:spPr>
          <a:xfrm>
            <a:off x="82296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1</a:t>
            </a:r>
          </a:p>
          <a:p>
            <a:pPr algn="l"/>
            <a:r>
              <a:rPr lang="es-CL" sz="1600" b="1" noProof="0" dirty="0">
                <a:solidFill>
                  <a:srgbClr val="FFFFFF"/>
                </a:solidFill>
                <a:latin typeface="Inter SemiBold"/>
              </a:rPr>
              <a:t>Inicio</a:t>
            </a:r>
          </a:p>
        </p:txBody>
      </p:sp>
      <p:sp>
        <p:nvSpPr>
          <p:cNvPr id="933" name="!!phhh1"/>
          <p:cNvSpPr txBox="1"/>
          <p:nvPr/>
        </p:nvSpPr>
        <p:spPr>
          <a:xfrm>
            <a:off x="932688"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6.920 HH</a:t>
            </a:r>
          </a:p>
        </p:txBody>
      </p:sp>
      <p:sp>
        <p:nvSpPr>
          <p:cNvPr id="934" name="!!phcc1"/>
          <p:cNvSpPr txBox="1"/>
          <p:nvPr/>
        </p:nvSpPr>
        <p:spPr>
          <a:xfrm>
            <a:off x="932688"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9 CC · 35 PT</a:t>
            </a:r>
          </a:p>
        </p:txBody>
      </p:sp>
      <p:cxnSp>
        <p:nvCxnSpPr>
          <p:cNvPr id="935" name="Connector 93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937"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938"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939" name="Connector 93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941"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942"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943" name="Connector 94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945"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946"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947" name="Connector 94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949"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950"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951" name="Connector 950"/>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2"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953"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954"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955" name="Connector 95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957"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958"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959" name="Connector 95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961"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962"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963" name="Connector 96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96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96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967" name="TextBox 966"/>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1 · INICIO · 9 CUENTAS DE CONTROL</a:t>
            </a:r>
          </a:p>
        </p:txBody>
      </p:sp>
      <p:sp>
        <p:nvSpPr>
          <p:cNvPr id="968" name="Rounded Rectangle 967"/>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1.1</a:t>
            </a:r>
          </a:p>
          <a:p>
            <a:pPr algn="l"/>
            <a:r>
              <a:rPr lang="es-CL" sz="1600" b="1" noProof="0" dirty="0">
                <a:solidFill>
                  <a:srgbClr val="111111"/>
                </a:solidFill>
                <a:latin typeface="Inter SemiBold"/>
              </a:rPr>
              <a:t>Definición inicial</a:t>
            </a:r>
          </a:p>
        </p:txBody>
      </p:sp>
      <p:sp>
        <p:nvSpPr>
          <p:cNvPr id="969" name="Rounded Rectangle 968"/>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1.2</a:t>
            </a:r>
          </a:p>
          <a:p>
            <a:pPr algn="l"/>
            <a:r>
              <a:rPr lang="es-CL" sz="1600" b="1" noProof="0" dirty="0">
                <a:solidFill>
                  <a:srgbClr val="111111"/>
                </a:solidFill>
                <a:latin typeface="Inter SemiBold"/>
              </a:rPr>
              <a:t>Alcance</a:t>
            </a:r>
          </a:p>
        </p:txBody>
      </p:sp>
      <p:sp>
        <p:nvSpPr>
          <p:cNvPr id="970" name="Rounded Rectangle 969"/>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1.3</a:t>
            </a:r>
          </a:p>
          <a:p>
            <a:pPr algn="l"/>
            <a:r>
              <a:rPr lang="es-CL" sz="1600" b="1" noProof="0" dirty="0">
                <a:solidFill>
                  <a:srgbClr val="111111"/>
                </a:solidFill>
                <a:latin typeface="Inter SemiBold"/>
              </a:rPr>
              <a:t>Planificación</a:t>
            </a:r>
          </a:p>
        </p:txBody>
      </p:sp>
      <p:sp>
        <p:nvSpPr>
          <p:cNvPr id="971" name="Rounded Rectangle 970"/>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1.4</a:t>
            </a:r>
          </a:p>
          <a:p>
            <a:pPr algn="l"/>
            <a:r>
              <a:rPr lang="es-CL" sz="1600" b="1" noProof="0" dirty="0">
                <a:solidFill>
                  <a:srgbClr val="111111"/>
                </a:solidFill>
                <a:latin typeface="Inter SemiBold"/>
              </a:rPr>
              <a:t>Interesados y comunicaciones</a:t>
            </a:r>
          </a:p>
        </p:txBody>
      </p:sp>
      <p:sp>
        <p:nvSpPr>
          <p:cNvPr id="972" name="Rounded Rectangle 971"/>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1.5</a:t>
            </a:r>
          </a:p>
          <a:p>
            <a:pPr algn="l"/>
            <a:r>
              <a:rPr lang="es-CL" sz="1600" b="1" noProof="0" dirty="0">
                <a:solidFill>
                  <a:srgbClr val="111111"/>
                </a:solidFill>
                <a:latin typeface="Inter SemiBold"/>
              </a:rPr>
              <a:t>Gestión de calidad</a:t>
            </a:r>
          </a:p>
        </p:txBody>
      </p:sp>
      <p:sp>
        <p:nvSpPr>
          <p:cNvPr id="973" name="Rounded Rectangle 972"/>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1.6</a:t>
            </a:r>
          </a:p>
          <a:p>
            <a:pPr algn="l"/>
            <a:r>
              <a:rPr lang="es-CL" sz="1600" b="1" noProof="0" dirty="0">
                <a:solidFill>
                  <a:srgbClr val="111111"/>
                </a:solidFill>
                <a:latin typeface="Inter SemiBold"/>
              </a:rPr>
              <a:t>Gestión de riesgos</a:t>
            </a:r>
          </a:p>
        </p:txBody>
      </p:sp>
      <p:sp>
        <p:nvSpPr>
          <p:cNvPr id="974" name="Rounded Rectangle 973"/>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1.7</a:t>
            </a:r>
          </a:p>
          <a:p>
            <a:pPr algn="l"/>
            <a:r>
              <a:rPr lang="es-CL" sz="1600" b="1" noProof="0" dirty="0">
                <a:solidFill>
                  <a:srgbClr val="111111"/>
                </a:solidFill>
                <a:latin typeface="Inter SemiBold"/>
              </a:rPr>
              <a:t>Plan de reversibilidad</a:t>
            </a:r>
          </a:p>
        </p:txBody>
      </p:sp>
      <p:sp>
        <p:nvSpPr>
          <p:cNvPr id="975" name="Rounded Rectangle 974"/>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1.8</a:t>
            </a:r>
          </a:p>
          <a:p>
            <a:pPr algn="l"/>
            <a:r>
              <a:rPr lang="es-CL" sz="1600" b="1" noProof="0" dirty="0">
                <a:solidFill>
                  <a:srgbClr val="111111"/>
                </a:solidFill>
                <a:latin typeface="Inter SemiBold"/>
              </a:rPr>
              <a:t>Gobierno y control</a:t>
            </a:r>
          </a:p>
        </p:txBody>
      </p:sp>
      <p:sp>
        <p:nvSpPr>
          <p:cNvPr id="976" name="Rounded Rectangle 975"/>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1.9</a:t>
            </a:r>
          </a:p>
          <a:p>
            <a:pPr algn="l"/>
            <a:r>
              <a:rPr lang="es-CL" sz="1600" b="1" noProof="0" dirty="0">
                <a:solidFill>
                  <a:srgbClr val="111111"/>
                </a:solidFill>
                <a:latin typeface="Inter SemiBold"/>
              </a:rPr>
              <a:t>Cumplimiento normativo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93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93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00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A10</a:t>
            </a:r>
          </a:p>
        </p:txBody>
      </p:sp>
      <p:sp>
        <p:nvSpPr>
          <p:cNvPr id="100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00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003" name="Connector 100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4" name="Connector 100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5" name="Connector 100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0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00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00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009" name="Connector 1008"/>
          <p:cNvCxnSpPr/>
          <p:nvPr/>
        </p:nvCxnSpPr>
        <p:spPr>
          <a:xfrm>
            <a:off x="356006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0" name="!!ph2"/>
          <p:cNvSpPr/>
          <p:nvPr/>
        </p:nvSpPr>
        <p:spPr>
          <a:xfrm>
            <a:off x="268427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2</a:t>
            </a:r>
          </a:p>
          <a:p>
            <a:pPr algn="l"/>
            <a:r>
              <a:rPr lang="es-CL" sz="1600" b="1" noProof="0" dirty="0">
                <a:solidFill>
                  <a:srgbClr val="FFFFFF"/>
                </a:solidFill>
                <a:latin typeface="Inter SemiBold"/>
              </a:rPr>
              <a:t>Elaboración</a:t>
            </a:r>
          </a:p>
        </p:txBody>
      </p:sp>
      <p:sp>
        <p:nvSpPr>
          <p:cNvPr id="1011" name="!!phhh2"/>
          <p:cNvSpPr txBox="1"/>
          <p:nvPr/>
        </p:nvSpPr>
        <p:spPr>
          <a:xfrm>
            <a:off x="2794000"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4.320 HH</a:t>
            </a:r>
          </a:p>
        </p:txBody>
      </p:sp>
      <p:sp>
        <p:nvSpPr>
          <p:cNvPr id="1012" name="!!phcc2"/>
          <p:cNvSpPr txBox="1"/>
          <p:nvPr/>
        </p:nvSpPr>
        <p:spPr>
          <a:xfrm>
            <a:off x="2794000"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6 CC · 18 PT</a:t>
            </a:r>
          </a:p>
        </p:txBody>
      </p:sp>
      <p:cxnSp>
        <p:nvCxnSpPr>
          <p:cNvPr id="1013" name="Connector 101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01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01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017" name="Connector 101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01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02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021" name="Connector 102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02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02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025" name="Connector 102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02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02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029" name="Connector 102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03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03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033" name="Connector 103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03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03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037" name="Connector 103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03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04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041" name="TextBox 104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2 · ELABORACIÓN · 6 CUENTAS DE CONTROL</a:t>
            </a:r>
          </a:p>
        </p:txBody>
      </p:sp>
      <p:sp>
        <p:nvSpPr>
          <p:cNvPr id="1042" name="Rounded Rectangle 104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2.1</a:t>
            </a:r>
          </a:p>
          <a:p>
            <a:pPr algn="l"/>
            <a:r>
              <a:rPr lang="es-CL" sz="1600" b="1" noProof="0" dirty="0">
                <a:solidFill>
                  <a:srgbClr val="111111"/>
                </a:solidFill>
                <a:latin typeface="Inter SemiBold"/>
              </a:rPr>
              <a:t>Arquitectura</a:t>
            </a:r>
          </a:p>
        </p:txBody>
      </p:sp>
      <p:sp>
        <p:nvSpPr>
          <p:cNvPr id="1043" name="Rounded Rectangle 104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2.2</a:t>
            </a:r>
          </a:p>
          <a:p>
            <a:pPr algn="l"/>
            <a:r>
              <a:rPr lang="es-CL" sz="1600" b="1" noProof="0" dirty="0">
                <a:solidFill>
                  <a:srgbClr val="111111"/>
                </a:solidFill>
                <a:latin typeface="Inter SemiBold"/>
              </a:rPr>
              <a:t>Seguridad</a:t>
            </a:r>
          </a:p>
        </p:txBody>
      </p:sp>
      <p:sp>
        <p:nvSpPr>
          <p:cNvPr id="1044" name="Rounded Rectangle 104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2.3</a:t>
            </a:r>
          </a:p>
          <a:p>
            <a:pPr algn="l"/>
            <a:r>
              <a:rPr lang="es-CL" sz="1600" b="1" noProof="0" dirty="0">
                <a:solidFill>
                  <a:srgbClr val="111111"/>
                </a:solidFill>
                <a:latin typeface="Inter SemiBold"/>
              </a:rPr>
              <a:t>Sala técnica y racks</a:t>
            </a:r>
          </a:p>
        </p:txBody>
      </p:sp>
      <p:sp>
        <p:nvSpPr>
          <p:cNvPr id="1045" name="Rounded Rectangle 104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2.4</a:t>
            </a:r>
          </a:p>
          <a:p>
            <a:pPr algn="l"/>
            <a:r>
              <a:rPr lang="es-CL" sz="1600" b="1" noProof="0" dirty="0">
                <a:solidFill>
                  <a:srgbClr val="111111"/>
                </a:solidFill>
                <a:latin typeface="Inter SemiBold"/>
              </a:rPr>
              <a:t>Validación de diseños</a:t>
            </a:r>
          </a:p>
        </p:txBody>
      </p:sp>
      <p:sp>
        <p:nvSpPr>
          <p:cNvPr id="1046" name="Rounded Rectangle 104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2.5</a:t>
            </a:r>
          </a:p>
          <a:p>
            <a:pPr algn="l"/>
            <a:r>
              <a:rPr lang="es-CL" sz="1600" b="1" noProof="0" dirty="0">
                <a:solidFill>
                  <a:srgbClr val="111111"/>
                </a:solidFill>
                <a:latin typeface="Inter SemiBold"/>
              </a:rPr>
              <a:t>Continuidad del negocio</a:t>
            </a:r>
          </a:p>
        </p:txBody>
      </p:sp>
      <p:sp>
        <p:nvSpPr>
          <p:cNvPr id="1047" name="Rounded Rectangle 1046"/>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2.6</a:t>
            </a:r>
          </a:p>
          <a:p>
            <a:pPr algn="l"/>
            <a:r>
              <a:rPr lang="es-CL" sz="1600" b="1" noProof="0" dirty="0">
                <a:solidFill>
                  <a:srgbClr val="111111"/>
                </a:solidFill>
                <a:latin typeface="Inter SemiBold"/>
              </a:rPr>
              <a:t>Experiencia de usuario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00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00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07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A11</a:t>
            </a:r>
          </a:p>
        </p:txBody>
      </p:sp>
      <p:sp>
        <p:nvSpPr>
          <p:cNvPr id="1080"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08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082" name="Connector 108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3" name="Connector 108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086"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087"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088" name="Connector 1087"/>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9"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090"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091"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092" name="Connector 1091"/>
          <p:cNvCxnSpPr/>
          <p:nvPr/>
        </p:nvCxnSpPr>
        <p:spPr>
          <a:xfrm>
            <a:off x="542137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3" name="!!ph3"/>
          <p:cNvSpPr/>
          <p:nvPr/>
        </p:nvSpPr>
        <p:spPr>
          <a:xfrm>
            <a:off x="454558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3</a:t>
            </a:r>
          </a:p>
          <a:p>
            <a:pPr algn="l"/>
            <a:r>
              <a:rPr lang="es-CL" sz="1600" b="1" noProof="0" dirty="0">
                <a:solidFill>
                  <a:srgbClr val="FFFFFF"/>
                </a:solidFill>
                <a:latin typeface="Inter SemiBold"/>
              </a:rPr>
              <a:t>Construcción</a:t>
            </a:r>
          </a:p>
        </p:txBody>
      </p:sp>
      <p:sp>
        <p:nvSpPr>
          <p:cNvPr id="1094" name="!!phhh3"/>
          <p:cNvSpPr txBox="1"/>
          <p:nvPr/>
        </p:nvSpPr>
        <p:spPr>
          <a:xfrm>
            <a:off x="4655312"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33.280 HH</a:t>
            </a:r>
          </a:p>
        </p:txBody>
      </p:sp>
      <p:sp>
        <p:nvSpPr>
          <p:cNvPr id="1095" name="!!phcc3"/>
          <p:cNvSpPr txBox="1"/>
          <p:nvPr/>
        </p:nvSpPr>
        <p:spPr>
          <a:xfrm>
            <a:off x="4655312"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11 CC · 79 PT</a:t>
            </a:r>
          </a:p>
        </p:txBody>
      </p:sp>
      <p:cxnSp>
        <p:nvCxnSpPr>
          <p:cNvPr id="1096" name="Connector 1095"/>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7"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098"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099"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100" name="Connector 1099"/>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1"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102"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103"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104" name="Connector 1103"/>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5"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106"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107"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108" name="Connector 1107"/>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9"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110"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111"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112" name="Connector 1111"/>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3"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114"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115"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116" name="Connector 1115"/>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7"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118"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119"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120" name="TextBox 1119"/>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3 · CONSTRUCCIÓN · 11 CUENTAS DE CONTROL</a:t>
            </a:r>
          </a:p>
        </p:txBody>
      </p:sp>
      <p:sp>
        <p:nvSpPr>
          <p:cNvPr id="1121" name="Rounded Rectangle 1120"/>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3.1</a:t>
            </a:r>
          </a:p>
          <a:p>
            <a:pPr algn="l"/>
            <a:r>
              <a:rPr lang="es-CL" sz="1600" b="1" noProof="0" dirty="0">
                <a:solidFill>
                  <a:srgbClr val="111111"/>
                </a:solidFill>
                <a:latin typeface="Inter SemiBold"/>
              </a:rPr>
              <a:t>Ambientes y CI/CD</a:t>
            </a:r>
          </a:p>
        </p:txBody>
      </p:sp>
      <p:sp>
        <p:nvSpPr>
          <p:cNvPr id="1122" name="Rounded Rectangle 1121"/>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3.2</a:t>
            </a:r>
          </a:p>
          <a:p>
            <a:pPr algn="l"/>
            <a:r>
              <a:rPr lang="es-CL" sz="1600" b="1" noProof="0" dirty="0">
                <a:solidFill>
                  <a:srgbClr val="111111"/>
                </a:solidFill>
                <a:latin typeface="Inter SemiBold"/>
              </a:rPr>
              <a:t>Servicios de nube</a:t>
            </a:r>
          </a:p>
        </p:txBody>
      </p:sp>
      <p:sp>
        <p:nvSpPr>
          <p:cNvPr id="1123" name="Rounded Rectangle 1122"/>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3.3</a:t>
            </a:r>
          </a:p>
          <a:p>
            <a:pPr algn="l"/>
            <a:r>
              <a:rPr lang="es-CL" sz="1600" b="1" noProof="0" dirty="0">
                <a:solidFill>
                  <a:srgbClr val="111111"/>
                </a:solidFill>
                <a:latin typeface="Inter SemiBold"/>
              </a:rPr>
              <a:t>Base compartida</a:t>
            </a:r>
          </a:p>
        </p:txBody>
      </p:sp>
      <p:sp>
        <p:nvSpPr>
          <p:cNvPr id="1124" name="Rounded Rectangle 1123"/>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3.4</a:t>
            </a:r>
          </a:p>
          <a:p>
            <a:pPr algn="l"/>
            <a:r>
              <a:rPr lang="es-CL" sz="1600" b="1" noProof="0" dirty="0">
                <a:solidFill>
                  <a:srgbClr val="111111"/>
                </a:solidFill>
                <a:latin typeface="Inter SemiBold"/>
              </a:rPr>
              <a:t>Módulos Etapa 1</a:t>
            </a:r>
          </a:p>
        </p:txBody>
      </p:sp>
      <p:sp>
        <p:nvSpPr>
          <p:cNvPr id="1125" name="Rounded Rectangle 1124"/>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3.5</a:t>
            </a:r>
          </a:p>
          <a:p>
            <a:pPr algn="l"/>
            <a:r>
              <a:rPr lang="es-CL" sz="1600" b="1" noProof="0" dirty="0">
                <a:solidFill>
                  <a:srgbClr val="111111"/>
                </a:solidFill>
                <a:latin typeface="Inter SemiBold"/>
              </a:rPr>
              <a:t>Módulos Etapa 2</a:t>
            </a:r>
          </a:p>
        </p:txBody>
      </p:sp>
      <p:sp>
        <p:nvSpPr>
          <p:cNvPr id="1126" name="Rounded Rectangle 1125"/>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3.6</a:t>
            </a:r>
          </a:p>
          <a:p>
            <a:pPr algn="l"/>
            <a:r>
              <a:rPr lang="es-CL" sz="1600" b="1" noProof="0" dirty="0">
                <a:solidFill>
                  <a:srgbClr val="111111"/>
                </a:solidFill>
                <a:latin typeface="Inter SemiBold"/>
              </a:rPr>
              <a:t>Integraciones</a:t>
            </a:r>
          </a:p>
        </p:txBody>
      </p:sp>
      <p:sp>
        <p:nvSpPr>
          <p:cNvPr id="1127" name="Rounded Rectangle 1126"/>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3.7</a:t>
            </a:r>
          </a:p>
          <a:p>
            <a:pPr algn="l"/>
            <a:r>
              <a:rPr lang="es-CL" sz="1600" b="1" noProof="0" dirty="0">
                <a:solidFill>
                  <a:srgbClr val="111111"/>
                </a:solidFill>
                <a:latin typeface="Inter SemiBold"/>
              </a:rPr>
              <a:t>Migración de datos</a:t>
            </a:r>
          </a:p>
        </p:txBody>
      </p:sp>
      <p:sp>
        <p:nvSpPr>
          <p:cNvPr id="1128" name="Rounded Rectangle 1127"/>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3.8</a:t>
            </a:r>
          </a:p>
          <a:p>
            <a:pPr algn="l"/>
            <a:r>
              <a:rPr lang="es-CL" sz="1600" b="1" noProof="0" dirty="0">
                <a:solidFill>
                  <a:srgbClr val="111111"/>
                </a:solidFill>
                <a:latin typeface="Inter SemiBold"/>
              </a:rPr>
              <a:t>Pruebas Etapa 1</a:t>
            </a:r>
          </a:p>
        </p:txBody>
      </p:sp>
      <p:sp>
        <p:nvSpPr>
          <p:cNvPr id="1129" name="Rounded Rectangle 1128"/>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3.9</a:t>
            </a:r>
          </a:p>
          <a:p>
            <a:pPr algn="l"/>
            <a:r>
              <a:rPr lang="es-CL" sz="1600" b="1" noProof="0" dirty="0">
                <a:solidFill>
                  <a:srgbClr val="111111"/>
                </a:solidFill>
                <a:latin typeface="Inter SemiBold"/>
              </a:rPr>
              <a:t>Pruebas Etapa 2</a:t>
            </a:r>
          </a:p>
        </p:txBody>
      </p:sp>
      <p:sp>
        <p:nvSpPr>
          <p:cNvPr id="1130" name="Rounded Rectangle 1129"/>
          <p:cNvSpPr/>
          <p:nvPr/>
        </p:nvSpPr>
        <p:spPr>
          <a:xfrm>
            <a:off x="921258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3.10</a:t>
            </a:r>
          </a:p>
          <a:p>
            <a:pPr algn="l"/>
            <a:r>
              <a:rPr lang="es-CL" sz="1600" b="1" noProof="0" dirty="0">
                <a:solidFill>
                  <a:srgbClr val="111111"/>
                </a:solidFill>
                <a:latin typeface="Inter SemiBold"/>
              </a:rPr>
              <a:t>Innovaciones</a:t>
            </a:r>
          </a:p>
        </p:txBody>
      </p:sp>
      <p:sp>
        <p:nvSpPr>
          <p:cNvPr id="1131" name="Rounded Rectangle 1130"/>
          <p:cNvSpPr/>
          <p:nvPr/>
        </p:nvSpPr>
        <p:spPr>
          <a:xfrm>
            <a:off x="1200912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3.11</a:t>
            </a:r>
          </a:p>
          <a:p>
            <a:pPr algn="l"/>
            <a:r>
              <a:rPr lang="es-CL" sz="1600" b="1" noProof="0" dirty="0">
                <a:solidFill>
                  <a:srgbClr val="111111"/>
                </a:solidFill>
                <a:latin typeface="Inter SemiBold"/>
              </a:rPr>
              <a:t>Documentación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0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0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15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12</a:t>
            </a:r>
          </a:p>
        </p:txBody>
      </p:sp>
      <p:sp>
        <p:nvSpPr>
          <p:cNvPr id="115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15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153" name="Connector 115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4" name="Connector 115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5" name="Connector 115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5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15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15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159" name="Connector 115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16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16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163" name="Connector 116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16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16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167" name="Connector 1166"/>
          <p:cNvCxnSpPr/>
          <p:nvPr/>
        </p:nvCxnSpPr>
        <p:spPr>
          <a:xfrm>
            <a:off x="728268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8" name="!!ph4"/>
          <p:cNvSpPr/>
          <p:nvPr/>
        </p:nvSpPr>
        <p:spPr>
          <a:xfrm>
            <a:off x="640689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4</a:t>
            </a:r>
          </a:p>
          <a:p>
            <a:pPr algn="l"/>
            <a:r>
              <a:rPr lang="es-CL" sz="1600" b="1" noProof="0" dirty="0">
                <a:solidFill>
                  <a:srgbClr val="FFFFFF"/>
                </a:solidFill>
                <a:latin typeface="Inter SemiBold"/>
              </a:rPr>
              <a:t>Transición</a:t>
            </a:r>
          </a:p>
        </p:txBody>
      </p:sp>
      <p:sp>
        <p:nvSpPr>
          <p:cNvPr id="1169" name="!!phhh4"/>
          <p:cNvSpPr txBox="1"/>
          <p:nvPr/>
        </p:nvSpPr>
        <p:spPr>
          <a:xfrm>
            <a:off x="6516624"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20.672 HH</a:t>
            </a:r>
          </a:p>
        </p:txBody>
      </p:sp>
      <p:sp>
        <p:nvSpPr>
          <p:cNvPr id="1170" name="!!phcc4"/>
          <p:cNvSpPr txBox="1"/>
          <p:nvPr/>
        </p:nvSpPr>
        <p:spPr>
          <a:xfrm>
            <a:off x="6516624"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3 CC · 10 PT</a:t>
            </a:r>
          </a:p>
        </p:txBody>
      </p:sp>
      <p:cxnSp>
        <p:nvCxnSpPr>
          <p:cNvPr id="1171" name="Connector 117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17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17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175" name="Connector 117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17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17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179" name="Connector 117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18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18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183" name="Connector 118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18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18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187" name="Connector 118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18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19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191" name="TextBox 119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4 · TRANSICIÓN · 3 CUENTAS DE CONTROL</a:t>
            </a:r>
          </a:p>
        </p:txBody>
      </p:sp>
      <p:sp>
        <p:nvSpPr>
          <p:cNvPr id="1192" name="Rounded Rectangle 1191"/>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4.1</a:t>
            </a:r>
          </a:p>
          <a:p>
            <a:pPr algn="l"/>
            <a:r>
              <a:rPr lang="es-CL" sz="1600" b="1" noProof="0" dirty="0">
                <a:solidFill>
                  <a:srgbClr val="111111"/>
                </a:solidFill>
                <a:latin typeface="Inter SemiBold"/>
              </a:rPr>
              <a:t>Plan de implantación</a:t>
            </a:r>
          </a:p>
        </p:txBody>
      </p:sp>
      <p:sp>
        <p:nvSpPr>
          <p:cNvPr id="1193" name="Rounded Rectangle 1192"/>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4.2</a:t>
            </a:r>
          </a:p>
          <a:p>
            <a:pPr algn="l"/>
            <a:r>
              <a:rPr lang="es-CL" sz="1600" b="1" noProof="0" dirty="0">
                <a:solidFill>
                  <a:srgbClr val="111111"/>
                </a:solidFill>
                <a:latin typeface="Inter SemiBold"/>
              </a:rPr>
              <a:t>Marcha blanca y producción E1</a:t>
            </a:r>
          </a:p>
        </p:txBody>
      </p:sp>
      <p:sp>
        <p:nvSpPr>
          <p:cNvPr id="1194" name="Rounded Rectangle 1193"/>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4.3</a:t>
            </a:r>
          </a:p>
          <a:p>
            <a:pPr algn="l"/>
            <a:r>
              <a:rPr lang="es-CL" sz="1600" b="1" noProof="0" dirty="0">
                <a:solidFill>
                  <a:srgbClr val="111111"/>
                </a:solidFill>
                <a:latin typeface="Inter SemiBold"/>
              </a:rPr>
              <a:t>Marcha blanca y producción E2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15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15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22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A12</a:t>
            </a:r>
          </a:p>
        </p:txBody>
      </p:sp>
      <p:sp>
        <p:nvSpPr>
          <p:cNvPr id="1223"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224"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225" name="Connector 1224"/>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6" name="Connector 1225"/>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7" name="Connector 1226"/>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28"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229"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230"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231" name="Connector 1230"/>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2"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233"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234"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235" name="Connector 1234"/>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6"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237"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238"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239" name="Connector 1238"/>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0"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241"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242"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243" name="Connector 1242"/>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4" name="!!ph5"/>
          <p:cNvSpPr/>
          <p:nvPr/>
        </p:nvSpPr>
        <p:spPr>
          <a:xfrm>
            <a:off x="8268208"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5</a:t>
            </a:r>
          </a:p>
          <a:p>
            <a:pPr algn="l"/>
            <a:r>
              <a:rPr lang="es-CL" sz="1600" b="1" noProof="0" dirty="0">
                <a:solidFill>
                  <a:srgbClr val="FFFFFF"/>
                </a:solidFill>
                <a:latin typeface="Inter SemiBold"/>
              </a:rPr>
              <a:t>Adquisiciones</a:t>
            </a:r>
          </a:p>
        </p:txBody>
      </p:sp>
      <p:sp>
        <p:nvSpPr>
          <p:cNvPr id="1245" name="!!phhh5"/>
          <p:cNvSpPr txBox="1"/>
          <p:nvPr/>
        </p:nvSpPr>
        <p:spPr>
          <a:xfrm>
            <a:off x="8377936"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1.040 HH</a:t>
            </a:r>
          </a:p>
        </p:txBody>
      </p:sp>
      <p:sp>
        <p:nvSpPr>
          <p:cNvPr id="1246" name="!!phcc5"/>
          <p:cNvSpPr txBox="1"/>
          <p:nvPr/>
        </p:nvSpPr>
        <p:spPr>
          <a:xfrm>
            <a:off x="8377936"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4 CC · 13 PT</a:t>
            </a:r>
          </a:p>
        </p:txBody>
      </p:sp>
      <p:cxnSp>
        <p:nvCxnSpPr>
          <p:cNvPr id="1247" name="Connector 124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249"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250"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251" name="Connector 1250"/>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2"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253"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254"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255" name="Connector 1254"/>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6"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257"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258"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259" name="Connector 1258"/>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60"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261"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262"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263" name="TextBox 1262"/>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5 · ADQUISICIONES · 4 CUENTAS DE CONTROL</a:t>
            </a:r>
          </a:p>
        </p:txBody>
      </p:sp>
      <p:sp>
        <p:nvSpPr>
          <p:cNvPr id="1264" name="Rounded Rectangle 1263"/>
          <p:cNvSpPr/>
          <p:nvPr/>
        </p:nvSpPr>
        <p:spPr>
          <a:xfrm>
            <a:off x="82296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5.1</a:t>
            </a:r>
          </a:p>
          <a:p>
            <a:pPr algn="l"/>
            <a:r>
              <a:rPr lang="es-CL" sz="1600" b="1" noProof="0" dirty="0">
                <a:solidFill>
                  <a:srgbClr val="111111"/>
                </a:solidFill>
                <a:latin typeface="Inter SemiBold"/>
              </a:rPr>
              <a:t>Hardware</a:t>
            </a:r>
          </a:p>
        </p:txBody>
      </p:sp>
      <p:sp>
        <p:nvSpPr>
          <p:cNvPr id="1265" name="Rounded Rectangle 1264"/>
          <p:cNvSpPr/>
          <p:nvPr/>
        </p:nvSpPr>
        <p:spPr>
          <a:xfrm>
            <a:off x="501777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5.2</a:t>
            </a:r>
          </a:p>
          <a:p>
            <a:pPr algn="l"/>
            <a:r>
              <a:rPr lang="es-CL" sz="1600" b="1" noProof="0" dirty="0">
                <a:solidFill>
                  <a:srgbClr val="111111"/>
                </a:solidFill>
                <a:latin typeface="Inter SemiBold"/>
              </a:rPr>
              <a:t>Nube y licencias</a:t>
            </a:r>
          </a:p>
        </p:txBody>
      </p:sp>
      <p:sp>
        <p:nvSpPr>
          <p:cNvPr id="1266" name="Rounded Rectangle 1265"/>
          <p:cNvSpPr/>
          <p:nvPr/>
        </p:nvSpPr>
        <p:spPr>
          <a:xfrm>
            <a:off x="921258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5.3</a:t>
            </a:r>
          </a:p>
          <a:p>
            <a:pPr algn="l"/>
            <a:r>
              <a:rPr lang="es-CL" sz="1600" b="1" noProof="0" dirty="0">
                <a:solidFill>
                  <a:srgbClr val="111111"/>
                </a:solidFill>
                <a:latin typeface="Inter SemiBold"/>
              </a:rPr>
              <a:t>Enlaces</a:t>
            </a:r>
          </a:p>
        </p:txBody>
      </p:sp>
      <p:sp>
        <p:nvSpPr>
          <p:cNvPr id="1267" name="Rounded Rectangle 1266"/>
          <p:cNvSpPr/>
          <p:nvPr/>
        </p:nvSpPr>
        <p:spPr>
          <a:xfrm>
            <a:off x="1340739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5.4</a:t>
            </a:r>
          </a:p>
          <a:p>
            <a:pPr algn="l"/>
            <a:r>
              <a:rPr lang="es-CL" sz="1600" b="1" noProof="0" dirty="0">
                <a:solidFill>
                  <a:srgbClr val="111111"/>
                </a:solidFill>
                <a:latin typeface="Inter SemiBold"/>
              </a:rPr>
              <a:t>Acuerdos con terceros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230"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231"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29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13</a:t>
            </a:r>
          </a:p>
        </p:txBody>
      </p:sp>
      <p:sp>
        <p:nvSpPr>
          <p:cNvPr id="1297"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29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299" name="Connector 129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0" name="Connector 129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1" name="Connector 1300"/>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2"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303"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304"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305" name="Connector 130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307"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308"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309" name="Connector 130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311"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312"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313" name="Connector 131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315"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316"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317" name="Connector 131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319"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320"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321" name="Connector 1320"/>
          <p:cNvCxnSpPr/>
          <p:nvPr/>
        </p:nvCxnSpPr>
        <p:spPr>
          <a:xfrm>
            <a:off x="1100531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2" name="!!ph6"/>
          <p:cNvSpPr/>
          <p:nvPr/>
        </p:nvSpPr>
        <p:spPr>
          <a:xfrm>
            <a:off x="1012952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6</a:t>
            </a:r>
          </a:p>
          <a:p>
            <a:pPr algn="l"/>
            <a:r>
              <a:rPr lang="es-CL" sz="1600" b="1" noProof="0" dirty="0">
                <a:solidFill>
                  <a:srgbClr val="FFFFFF"/>
                </a:solidFill>
                <a:latin typeface="Inter SemiBold"/>
              </a:rPr>
              <a:t>Infraestructura</a:t>
            </a:r>
          </a:p>
        </p:txBody>
      </p:sp>
      <p:sp>
        <p:nvSpPr>
          <p:cNvPr id="1323" name="!!phhh6"/>
          <p:cNvSpPr txBox="1"/>
          <p:nvPr/>
        </p:nvSpPr>
        <p:spPr>
          <a:xfrm>
            <a:off x="10239248"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3.840 HH</a:t>
            </a:r>
          </a:p>
        </p:txBody>
      </p:sp>
      <p:sp>
        <p:nvSpPr>
          <p:cNvPr id="1324" name="!!phcc6"/>
          <p:cNvSpPr txBox="1"/>
          <p:nvPr/>
        </p:nvSpPr>
        <p:spPr>
          <a:xfrm>
            <a:off x="10239248"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6 CC · 24 PT</a:t>
            </a:r>
          </a:p>
        </p:txBody>
      </p:sp>
      <p:cxnSp>
        <p:nvCxnSpPr>
          <p:cNvPr id="1325" name="Connector 132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327"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328"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329" name="Connector 132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331"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332"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333" name="Connector 13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33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33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337" name="TextBox 1336"/>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6 · INFRAESTRUCTURA · 6 CUENTAS DE CONTROL</a:t>
            </a:r>
          </a:p>
        </p:txBody>
      </p:sp>
      <p:sp>
        <p:nvSpPr>
          <p:cNvPr id="1338" name="Rounded Rectangle 1337"/>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6.1</a:t>
            </a:r>
          </a:p>
          <a:p>
            <a:pPr algn="l"/>
            <a:r>
              <a:rPr lang="es-CL" sz="1600" b="1" noProof="0" dirty="0">
                <a:solidFill>
                  <a:srgbClr val="111111"/>
                </a:solidFill>
                <a:latin typeface="Inter SemiBold"/>
              </a:rPr>
              <a:t>Sala técnica Talca</a:t>
            </a:r>
          </a:p>
        </p:txBody>
      </p:sp>
      <p:sp>
        <p:nvSpPr>
          <p:cNvPr id="1339" name="Rounded Rectangle 1338"/>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6.2</a:t>
            </a:r>
          </a:p>
          <a:p>
            <a:pPr algn="l"/>
            <a:r>
              <a:rPr lang="es-CL" sz="1600" b="1" noProof="0" dirty="0">
                <a:solidFill>
                  <a:srgbClr val="111111"/>
                </a:solidFill>
                <a:latin typeface="Inter SemiBold"/>
              </a:rPr>
              <a:t>Cableado</a:t>
            </a:r>
          </a:p>
        </p:txBody>
      </p:sp>
      <p:sp>
        <p:nvSpPr>
          <p:cNvPr id="1340" name="Rounded Rectangle 1339"/>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6.3</a:t>
            </a:r>
          </a:p>
          <a:p>
            <a:pPr algn="l"/>
            <a:r>
              <a:rPr lang="es-CL" sz="1600" b="1" noProof="0" dirty="0">
                <a:solidFill>
                  <a:srgbClr val="111111"/>
                </a:solidFill>
                <a:latin typeface="Inter SemiBold"/>
              </a:rPr>
              <a:t>Racks y gabinetes</a:t>
            </a:r>
          </a:p>
        </p:txBody>
      </p:sp>
      <p:sp>
        <p:nvSpPr>
          <p:cNvPr id="1341" name="Rounded Rectangle 1340"/>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6.4</a:t>
            </a:r>
          </a:p>
          <a:p>
            <a:pPr algn="l"/>
            <a:r>
              <a:rPr lang="es-CL" sz="1600" b="1" noProof="0" dirty="0">
                <a:solidFill>
                  <a:srgbClr val="111111"/>
                </a:solidFill>
                <a:latin typeface="Inter SemiBold"/>
              </a:rPr>
              <a:t>Seguridad física</a:t>
            </a:r>
          </a:p>
        </p:txBody>
      </p:sp>
      <p:sp>
        <p:nvSpPr>
          <p:cNvPr id="1342" name="Rounded Rectangle 1341"/>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6.5</a:t>
            </a:r>
          </a:p>
          <a:p>
            <a:pPr algn="l"/>
            <a:r>
              <a:rPr lang="es-CL" sz="1600" b="1" noProof="0" dirty="0">
                <a:solidFill>
                  <a:srgbClr val="111111"/>
                </a:solidFill>
                <a:latin typeface="Inter SemiBold"/>
              </a:rPr>
              <a:t>Equipamiento de campo</a:t>
            </a:r>
          </a:p>
        </p:txBody>
      </p:sp>
      <p:sp>
        <p:nvSpPr>
          <p:cNvPr id="1343" name="Rounded Rectangle 1342"/>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6.6</a:t>
            </a:r>
          </a:p>
          <a:p>
            <a:pPr algn="l"/>
            <a:r>
              <a:rPr lang="es-CL" sz="1600" b="1" noProof="0" dirty="0">
                <a:solidFill>
                  <a:srgbClr val="111111"/>
                </a:solidFill>
                <a:latin typeface="Inter SemiBold"/>
              </a:rPr>
              <a:t>Configuración de sitios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30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30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36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14</a:t>
            </a:r>
          </a:p>
        </p:txBody>
      </p:sp>
      <p:sp>
        <p:nvSpPr>
          <p:cNvPr id="1368"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369"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370" name="Connector 1369"/>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1" name="Connector 1370"/>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2" name="Connector 1371"/>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3"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374"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375"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376" name="Connector 1375"/>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7"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378"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379"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380" name="Connector 1379"/>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1"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382"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383"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384" name="Connector 1383"/>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5"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386"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387"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388" name="Connector 1387"/>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9"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390"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391"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392" name="Connector 1391"/>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3"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394"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395"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396" name="Connector 1395"/>
          <p:cNvCxnSpPr/>
          <p:nvPr/>
        </p:nvCxnSpPr>
        <p:spPr>
          <a:xfrm>
            <a:off x="1286662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7" name="!!ph7"/>
          <p:cNvSpPr/>
          <p:nvPr/>
        </p:nvSpPr>
        <p:spPr>
          <a:xfrm>
            <a:off x="1199083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7</a:t>
            </a:r>
          </a:p>
          <a:p>
            <a:pPr algn="l"/>
            <a:r>
              <a:rPr lang="es-CL" sz="1600" b="1" noProof="0" dirty="0">
                <a:solidFill>
                  <a:srgbClr val="FFFFFF"/>
                </a:solidFill>
                <a:latin typeface="Inter SemiBold"/>
              </a:rPr>
              <a:t>Capacitación y cambio</a:t>
            </a:r>
          </a:p>
        </p:txBody>
      </p:sp>
      <p:sp>
        <p:nvSpPr>
          <p:cNvPr id="1398" name="!!phhh7"/>
          <p:cNvSpPr txBox="1"/>
          <p:nvPr/>
        </p:nvSpPr>
        <p:spPr>
          <a:xfrm>
            <a:off x="12100560"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4.736 HH</a:t>
            </a:r>
          </a:p>
        </p:txBody>
      </p:sp>
      <p:sp>
        <p:nvSpPr>
          <p:cNvPr id="1399" name="!!phcc7"/>
          <p:cNvSpPr txBox="1"/>
          <p:nvPr/>
        </p:nvSpPr>
        <p:spPr>
          <a:xfrm>
            <a:off x="12100560"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3 CC · 13 PT</a:t>
            </a:r>
          </a:p>
        </p:txBody>
      </p:sp>
      <p:cxnSp>
        <p:nvCxnSpPr>
          <p:cNvPr id="1400" name="Connector 1399"/>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1"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402"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403"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404" name="Connector 1403"/>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5"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406"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407"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408" name="TextBox 1407"/>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7 · CAPACITACIÓN Y CAMBIO · 3 CUENTAS DE CONTROL</a:t>
            </a:r>
          </a:p>
        </p:txBody>
      </p:sp>
      <p:sp>
        <p:nvSpPr>
          <p:cNvPr id="1409" name="Rounded Rectangle 1408"/>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7.1</a:t>
            </a:r>
          </a:p>
          <a:p>
            <a:pPr algn="l"/>
            <a:r>
              <a:rPr lang="es-CL" sz="1600" b="1" noProof="0" dirty="0">
                <a:solidFill>
                  <a:srgbClr val="111111"/>
                </a:solidFill>
                <a:latin typeface="Inter SemiBold"/>
              </a:rPr>
              <a:t>Capacitación por roles</a:t>
            </a:r>
          </a:p>
        </p:txBody>
      </p:sp>
      <p:sp>
        <p:nvSpPr>
          <p:cNvPr id="1410" name="Rounded Rectangle 1409"/>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7.2</a:t>
            </a:r>
          </a:p>
          <a:p>
            <a:pPr algn="l"/>
            <a:r>
              <a:rPr lang="es-CL" sz="1600" b="1" noProof="0" dirty="0">
                <a:solidFill>
                  <a:srgbClr val="111111"/>
                </a:solidFill>
                <a:latin typeface="Inter SemiBold"/>
              </a:rPr>
              <a:t>Gestión del cambio</a:t>
            </a:r>
          </a:p>
        </p:txBody>
      </p:sp>
      <p:sp>
        <p:nvSpPr>
          <p:cNvPr id="1411" name="Rounded Rectangle 1410"/>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7.3</a:t>
            </a:r>
          </a:p>
          <a:p>
            <a:pPr algn="l"/>
            <a:r>
              <a:rPr lang="es-CL" sz="1600" b="1" noProof="0" dirty="0">
                <a:solidFill>
                  <a:srgbClr val="111111"/>
                </a:solidFill>
                <a:latin typeface="Inter SemiBold"/>
              </a:rPr>
              <a:t>Evaluaciones y certificaciones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72"/>
        <p:cNvGrpSpPr/>
        <p:nvPr/>
      </p:nvGrpSpPr>
      <p:grpSpPr>
        <a:xfrm>
          <a:off x="0" y="0"/>
          <a:ext cx="0" cy="0"/>
          <a:chOff x="0" y="0"/>
          <a:chExt cx="0" cy="0"/>
        </a:xfrm>
      </p:grpSpPr>
      <p:sp>
        <p:nvSpPr>
          <p:cNvPr id="13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3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3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44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A13</a:t>
            </a:r>
          </a:p>
        </p:txBody>
      </p:sp>
      <p:sp>
        <p:nvSpPr>
          <p:cNvPr id="144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44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443" name="Connector 144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4" name="Connector 144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5" name="Connector 144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4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44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44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449" name="Connector 144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45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45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453" name="Connector 145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45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45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457" name="Connector 145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45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46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461" name="Connector 146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46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46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465" name="Connector 146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46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46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469" name="Connector 146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47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47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473" name="Connector 1472"/>
          <p:cNvCxnSpPr/>
          <p:nvPr/>
        </p:nvCxnSpPr>
        <p:spPr>
          <a:xfrm>
            <a:off x="1472793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4" name="!!ph8"/>
          <p:cNvSpPr/>
          <p:nvPr/>
        </p:nvSpPr>
        <p:spPr>
          <a:xfrm>
            <a:off x="1385214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8</a:t>
            </a:r>
          </a:p>
          <a:p>
            <a:pPr algn="l"/>
            <a:r>
              <a:rPr lang="es-CL" sz="1600" b="1" noProof="0" dirty="0">
                <a:solidFill>
                  <a:srgbClr val="FFFFFF"/>
                </a:solidFill>
                <a:latin typeface="Inter SemiBold"/>
              </a:rPr>
              <a:t>Operación y soporte</a:t>
            </a:r>
          </a:p>
        </p:txBody>
      </p:sp>
      <p:sp>
        <p:nvSpPr>
          <p:cNvPr id="1475" name="!!phhh8"/>
          <p:cNvSpPr txBox="1"/>
          <p:nvPr/>
        </p:nvSpPr>
        <p:spPr>
          <a:xfrm>
            <a:off x="13961872"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129.879 HH</a:t>
            </a:r>
          </a:p>
        </p:txBody>
      </p:sp>
      <p:sp>
        <p:nvSpPr>
          <p:cNvPr id="1476" name="!!phcc8"/>
          <p:cNvSpPr txBox="1"/>
          <p:nvPr/>
        </p:nvSpPr>
        <p:spPr>
          <a:xfrm>
            <a:off x="13961872"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5 CC · 26 PT</a:t>
            </a:r>
          </a:p>
        </p:txBody>
      </p:sp>
      <p:cxnSp>
        <p:nvCxnSpPr>
          <p:cNvPr id="1477" name="Connector 147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47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48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481" name="TextBox 148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8 · OPERACIÓN Y SOPORTE · 5 CUENTAS DE CONTROL</a:t>
            </a:r>
          </a:p>
        </p:txBody>
      </p:sp>
      <p:sp>
        <p:nvSpPr>
          <p:cNvPr id="1482" name="Rounded Rectangle 148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8.1</a:t>
            </a:r>
          </a:p>
          <a:p>
            <a:pPr algn="l"/>
            <a:r>
              <a:rPr lang="es-CL" sz="1600" b="1" noProof="0" dirty="0">
                <a:solidFill>
                  <a:srgbClr val="111111"/>
                </a:solidFill>
                <a:latin typeface="Inter SemiBold"/>
              </a:rPr>
              <a:t>Servicios de operación</a:t>
            </a:r>
          </a:p>
        </p:txBody>
      </p:sp>
      <p:sp>
        <p:nvSpPr>
          <p:cNvPr id="1483" name="Rounded Rectangle 148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8.2</a:t>
            </a:r>
          </a:p>
          <a:p>
            <a:pPr algn="l"/>
            <a:r>
              <a:rPr lang="es-CL" sz="1600" b="1" noProof="0" dirty="0">
                <a:solidFill>
                  <a:srgbClr val="111111"/>
                </a:solidFill>
                <a:latin typeface="Inter SemiBold"/>
              </a:rPr>
              <a:t>Mantenimiento</a:t>
            </a:r>
          </a:p>
        </p:txBody>
      </p:sp>
      <p:sp>
        <p:nvSpPr>
          <p:cNvPr id="1484" name="Rounded Rectangle 148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8.3</a:t>
            </a:r>
          </a:p>
          <a:p>
            <a:pPr algn="l"/>
            <a:r>
              <a:rPr lang="es-CL" sz="1600" b="1" noProof="0" dirty="0">
                <a:solidFill>
                  <a:srgbClr val="111111"/>
                </a:solidFill>
                <a:latin typeface="Inter SemiBold"/>
              </a:rPr>
              <a:t>Innovaciones</a:t>
            </a:r>
          </a:p>
        </p:txBody>
      </p:sp>
      <p:sp>
        <p:nvSpPr>
          <p:cNvPr id="1485" name="Rounded Rectangle 148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8.4</a:t>
            </a:r>
          </a:p>
          <a:p>
            <a:pPr algn="l"/>
            <a:r>
              <a:rPr lang="es-CL" sz="1600" b="1" noProof="0" dirty="0">
                <a:solidFill>
                  <a:srgbClr val="111111"/>
                </a:solidFill>
                <a:latin typeface="Inter SemiBold"/>
              </a:rPr>
              <a:t>Informes periódicos</a:t>
            </a:r>
          </a:p>
        </p:txBody>
      </p:sp>
      <p:sp>
        <p:nvSpPr>
          <p:cNvPr id="1486" name="Rounded Rectangle 148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8.5</a:t>
            </a:r>
          </a:p>
          <a:p>
            <a:pPr algn="l"/>
            <a:r>
              <a:rPr lang="es-CL" sz="1600" b="1" noProof="0" dirty="0">
                <a:solidFill>
                  <a:srgbClr val="111111"/>
                </a:solidFill>
                <a:latin typeface="Inter SemiBold"/>
              </a:rPr>
              <a:t>Transferencia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sp>
        <p:nvSpPr>
          <p:cNvPr id="144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44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44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51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A14</a:t>
            </a:r>
          </a:p>
        </p:txBody>
      </p:sp>
      <p:sp>
        <p:nvSpPr>
          <p:cNvPr id="151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51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513" name="Connector 151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4" name="Connector 151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5" name="Connector 151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1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51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51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519" name="Connector 151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52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52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523" name="Connector 152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52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52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527" name="Connector 152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52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53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531" name="Connector 153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53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53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535" name="Connector 153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53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53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539" name="Connector 153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54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54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543" name="Connector 154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54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54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547" name="Connector 1546"/>
          <p:cNvCxnSpPr/>
          <p:nvPr/>
        </p:nvCxnSpPr>
        <p:spPr>
          <a:xfrm>
            <a:off x="1658924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8" name="!!ph9"/>
          <p:cNvSpPr/>
          <p:nvPr/>
        </p:nvSpPr>
        <p:spPr>
          <a:xfrm>
            <a:off x="1571345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9</a:t>
            </a:r>
          </a:p>
          <a:p>
            <a:pPr algn="l"/>
            <a:r>
              <a:rPr lang="es-CL" sz="1600" b="1" noProof="0" dirty="0">
                <a:solidFill>
                  <a:srgbClr val="FFFFFF"/>
                </a:solidFill>
                <a:latin typeface="Inter SemiBold"/>
              </a:rPr>
              <a:t>Cierre</a:t>
            </a:r>
          </a:p>
        </p:txBody>
      </p:sp>
      <p:sp>
        <p:nvSpPr>
          <p:cNvPr id="1549" name="!!phhh9"/>
          <p:cNvSpPr txBox="1"/>
          <p:nvPr/>
        </p:nvSpPr>
        <p:spPr>
          <a:xfrm>
            <a:off x="15823184"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320 HH</a:t>
            </a:r>
          </a:p>
        </p:txBody>
      </p:sp>
      <p:sp>
        <p:nvSpPr>
          <p:cNvPr id="1550" name="!!phcc9"/>
          <p:cNvSpPr txBox="1"/>
          <p:nvPr/>
        </p:nvSpPr>
        <p:spPr>
          <a:xfrm>
            <a:off x="15823184"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2 CC · 4 PT</a:t>
            </a:r>
          </a:p>
        </p:txBody>
      </p:sp>
      <p:sp>
        <p:nvSpPr>
          <p:cNvPr id="1551" name="TextBox 155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9 · CIERRE · 2 CUENTAS DE CONTROL</a:t>
            </a:r>
          </a:p>
        </p:txBody>
      </p:sp>
      <p:sp>
        <p:nvSpPr>
          <p:cNvPr id="1552" name="Rounded Rectangle 1551"/>
          <p:cNvSpPr/>
          <p:nvPr/>
        </p:nvSpPr>
        <p:spPr>
          <a:xfrm>
            <a:off x="82296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9.1</a:t>
            </a:r>
          </a:p>
          <a:p>
            <a:pPr algn="l"/>
            <a:r>
              <a:rPr lang="es-CL" sz="1600" b="1" noProof="0" dirty="0">
                <a:solidFill>
                  <a:srgbClr val="111111"/>
                </a:solidFill>
                <a:latin typeface="Inter SemiBold"/>
              </a:rPr>
              <a:t>Cierre de la implementación</a:t>
            </a:r>
          </a:p>
        </p:txBody>
      </p:sp>
      <p:sp>
        <p:nvSpPr>
          <p:cNvPr id="1553" name="Rounded Rectangle 1552"/>
          <p:cNvSpPr/>
          <p:nvPr/>
        </p:nvSpPr>
        <p:spPr>
          <a:xfrm>
            <a:off x="921258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9.2</a:t>
            </a:r>
          </a:p>
          <a:p>
            <a:pPr algn="l"/>
            <a:r>
              <a:rPr lang="es-CL" sz="1600" b="1" noProof="0" dirty="0">
                <a:solidFill>
                  <a:srgbClr val="111111"/>
                </a:solidFill>
                <a:latin typeface="Inter SemiBold"/>
              </a:rPr>
              <a:t>Salida al término del contrato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15"/>
        <p:cNvGrpSpPr/>
        <p:nvPr/>
      </p:nvGrpSpPr>
      <p:grpSpPr>
        <a:xfrm>
          <a:off x="0" y="0"/>
          <a:ext cx="0" cy="0"/>
          <a:chOff x="0" y="0"/>
          <a:chExt cx="0" cy="0"/>
        </a:xfrm>
      </p:grpSpPr>
      <p:sp>
        <p:nvSpPr>
          <p:cNvPr id="1516" name="!!title"/>
          <p:cNvSpPr txBox="1"/>
          <p:nvPr/>
        </p:nvSpPr>
        <p:spPr>
          <a:xfrm>
            <a:off x="1503838" y="1097280"/>
            <a:ext cx="6035040" cy="26517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200" b="1" noProof="0" dirty="0">
                <a:solidFill>
                  <a:srgbClr val="111111"/>
                </a:solidFill>
                <a:latin typeface="Inter SemiBold"/>
                <a:ea typeface="Inter SemiBold"/>
                <a:cs typeface="Inter SemiBold"/>
                <a:sym typeface="Inter SemiBold"/>
              </a:rPr>
              <a:t>Cómo se divide el proyecto</a:t>
            </a:r>
            <a:endParaRPr lang="es-CL" noProof="0" dirty="0"/>
          </a:p>
        </p:txBody>
      </p:sp>
      <p:sp>
        <p:nvSpPr>
          <p:cNvPr id="1517"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0" noProof="0" dirty="0">
                <a:solidFill>
                  <a:srgbClr val="606060"/>
                </a:solidFill>
                <a:latin typeface="Inter"/>
                <a:ea typeface="Inter"/>
                <a:cs typeface="Inter"/>
                <a:sym typeface="Inter"/>
              </a:rPr>
              <a:t>2 etapas + operación</a:t>
            </a:r>
            <a:br>
              <a:rPr lang="es-CL" sz="2600" b="0" noProof="0" dirty="0">
                <a:solidFill>
                  <a:srgbClr val="606060"/>
                </a:solidFill>
                <a:latin typeface="Inter"/>
                <a:ea typeface="Inter"/>
                <a:cs typeface="Inter"/>
                <a:sym typeface="Inter"/>
              </a:rPr>
            </a:br>
            <a:r>
              <a:rPr lang="es-CL" sz="2600" b="0" noProof="0" dirty="0">
                <a:solidFill>
                  <a:srgbClr val="606060"/>
                </a:solidFill>
                <a:latin typeface="Inter"/>
                <a:ea typeface="Inter"/>
                <a:cs typeface="Inter"/>
                <a:sym typeface="Inter"/>
              </a:rPr>
              <a:t>8 frentes con responsable</a:t>
            </a:r>
            <a:endParaRPr lang="es-CL" noProof="0" dirty="0"/>
          </a:p>
        </p:txBody>
      </p:sp>
      <p:sp>
        <p:nvSpPr>
          <p:cNvPr id="1519" name="Google Shape;1519;p24"/>
          <p:cNvSpPr txBox="1"/>
          <p:nvPr/>
        </p:nvSpPr>
        <p:spPr>
          <a:xfrm>
            <a:off x="1499616" y="5486400"/>
            <a:ext cx="566928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E8641B"/>
                </a:solidFill>
                <a:latin typeface="Inter SemiBold"/>
                <a:ea typeface="Inter SemiBold"/>
                <a:cs typeface="Inter SemiBold"/>
                <a:sym typeface="Inter SemiBold"/>
              </a:rPr>
              <a:t>Solapes: meses 13–15 y 19–20</a:t>
            </a:r>
            <a:endParaRPr lang="es-CL" noProof="0" dirty="0"/>
          </a:p>
        </p:txBody>
      </p:sp>
      <p:sp>
        <p:nvSpPr>
          <p:cNvPr id="1520" name="Google Shape;1520;p24"/>
          <p:cNvSpPr/>
          <p:nvPr/>
        </p:nvSpPr>
        <p:spPr>
          <a:xfrm>
            <a:off x="12076611" y="1188720"/>
            <a:ext cx="367392" cy="7269480"/>
          </a:xfrm>
          <a:prstGeom prst="rect">
            <a:avLst/>
          </a:prstGeom>
          <a:solidFill>
            <a:srgbClr val="FDE8D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BLOQUES</a:t>
            </a:r>
            <a:endParaRPr lang="es-CL" noProof="0" dirty="0"/>
          </a:p>
        </p:txBody>
      </p:sp>
      <p:sp>
        <p:nvSpPr>
          <p:cNvPr id="1523" name="Google Shape;1523;p24"/>
          <p:cNvSpPr txBox="1"/>
          <p:nvPr/>
        </p:nvSpPr>
        <p:spPr>
          <a:xfrm>
            <a:off x="7680960" y="1463040"/>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Etapa 1</a:t>
            </a:r>
            <a:endParaRPr lang="es-CL" noProof="0" dirty="0"/>
          </a:p>
        </p:txBody>
      </p:sp>
      <p:sp>
        <p:nvSpPr>
          <p:cNvPr id="1524" name="Google Shape;1524;p24"/>
          <p:cNvSpPr/>
          <p:nvPr/>
        </p:nvSpPr>
        <p:spPr>
          <a:xfrm>
            <a:off x="10607040" y="1463040"/>
            <a:ext cx="1959428" cy="411480"/>
          </a:xfrm>
          <a:prstGeom prst="roundRect">
            <a:avLst>
              <a:gd name="adj" fmla="val 30000"/>
            </a:avLst>
          </a:prstGeom>
          <a:solidFill>
            <a:srgbClr val="E8641B"/>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m1–16</a:t>
            </a:r>
            <a:endParaRPr lang="es-CL" noProof="0" dirty="0"/>
          </a:p>
        </p:txBody>
      </p:sp>
      <p:sp>
        <p:nvSpPr>
          <p:cNvPr id="1525" name="Google Shape;1525;p24"/>
          <p:cNvSpPr txBox="1"/>
          <p:nvPr/>
        </p:nvSpPr>
        <p:spPr>
          <a:xfrm>
            <a:off x="7680960" y="1993392"/>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Etapa 2</a:t>
            </a:r>
            <a:endParaRPr lang="es-CL" noProof="0" dirty="0"/>
          </a:p>
        </p:txBody>
      </p:sp>
      <p:sp>
        <p:nvSpPr>
          <p:cNvPr id="1526" name="Google Shape;1526;p24"/>
          <p:cNvSpPr/>
          <p:nvPr/>
        </p:nvSpPr>
        <p:spPr>
          <a:xfrm>
            <a:off x="12076611" y="1993392"/>
            <a:ext cx="1102178" cy="411480"/>
          </a:xfrm>
          <a:prstGeom prst="roundRect">
            <a:avLst>
              <a:gd name="adj" fmla="val 30000"/>
            </a:avLst>
          </a:prstGeom>
          <a:solidFill>
            <a:srgbClr val="F29A5E"/>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m13–21</a:t>
            </a:r>
            <a:endParaRPr lang="es-CL" noProof="0" dirty="0"/>
          </a:p>
        </p:txBody>
      </p:sp>
      <p:sp>
        <p:nvSpPr>
          <p:cNvPr id="1527" name="Google Shape;1527;p24"/>
          <p:cNvSpPr txBox="1"/>
          <p:nvPr/>
        </p:nvSpPr>
        <p:spPr>
          <a:xfrm>
            <a:off x="7680960" y="2523744"/>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Operación</a:t>
            </a:r>
            <a:endParaRPr lang="es-CL" noProof="0" dirty="0"/>
          </a:p>
        </p:txBody>
      </p:sp>
      <p:sp>
        <p:nvSpPr>
          <p:cNvPr id="1528" name="Google Shape;1528;p24"/>
          <p:cNvSpPr/>
          <p:nvPr/>
        </p:nvSpPr>
        <p:spPr>
          <a:xfrm>
            <a:off x="13056325" y="2523744"/>
            <a:ext cx="4408714" cy="411480"/>
          </a:xfrm>
          <a:prstGeom prst="roundRect">
            <a:avLst>
              <a:gd name="adj" fmla="val 30000"/>
            </a:avLst>
          </a:prstGeom>
          <a:solidFill>
            <a:srgbClr val="3C3C3C"/>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m21–56</a:t>
            </a:r>
            <a:endParaRPr lang="es-CL" noProof="0" dirty="0"/>
          </a:p>
        </p:txBody>
      </p:sp>
      <p:sp>
        <p:nvSpPr>
          <p:cNvPr id="1529" name="Google Shape;1529;p24"/>
          <p:cNvSpPr txBox="1"/>
          <p:nvPr/>
        </p:nvSpPr>
        <p:spPr>
          <a:xfrm>
            <a:off x="7680960" y="3154680"/>
            <a:ext cx="2743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FRENTES</a:t>
            </a:r>
            <a:endParaRPr lang="es-CL" noProof="0" dirty="0"/>
          </a:p>
        </p:txBody>
      </p:sp>
      <p:sp>
        <p:nvSpPr>
          <p:cNvPr id="1530" name="Google Shape;1530;p24"/>
          <p:cNvSpPr txBox="1"/>
          <p:nvPr/>
        </p:nvSpPr>
        <p:spPr>
          <a:xfrm>
            <a:off x="7680960" y="3483864"/>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F1 Dirección</a:t>
            </a:r>
            <a:endParaRPr lang="es-CL" noProof="0" dirty="0"/>
          </a:p>
        </p:txBody>
      </p:sp>
      <p:sp>
        <p:nvSpPr>
          <p:cNvPr id="1531" name="Google Shape;1531;p24"/>
          <p:cNvSpPr txBox="1"/>
          <p:nvPr/>
        </p:nvSpPr>
        <p:spPr>
          <a:xfrm>
            <a:off x="7680960" y="3767328"/>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Jefe de Proyecto</a:t>
            </a:r>
            <a:endParaRPr lang="es-CL" noProof="0" dirty="0"/>
          </a:p>
        </p:txBody>
      </p:sp>
      <p:sp>
        <p:nvSpPr>
          <p:cNvPr id="1532" name="Google Shape;1532;p24"/>
          <p:cNvSpPr/>
          <p:nvPr/>
        </p:nvSpPr>
        <p:spPr>
          <a:xfrm>
            <a:off x="10607040" y="3593592"/>
            <a:ext cx="685800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F2 Arquitectura</a:t>
            </a:r>
            <a:endParaRPr lang="es-CL" noProof="0" dirty="0"/>
          </a:p>
        </p:txBody>
      </p:sp>
      <p:sp>
        <p:nvSpPr>
          <p:cNvPr id="1534" name="Google Shape;1534;p24"/>
          <p:cNvSpPr txBox="1"/>
          <p:nvPr/>
        </p:nvSpPr>
        <p:spPr>
          <a:xfrm>
            <a:off x="7680960" y="4389120"/>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Arquitecto de Solución</a:t>
            </a:r>
            <a:endParaRPr lang="es-CL" noProof="0" dirty="0"/>
          </a:p>
        </p:txBody>
      </p:sp>
      <p:sp>
        <p:nvSpPr>
          <p:cNvPr id="1535" name="Google Shape;1535;p24"/>
          <p:cNvSpPr/>
          <p:nvPr/>
        </p:nvSpPr>
        <p:spPr>
          <a:xfrm>
            <a:off x="10607040" y="4215384"/>
            <a:ext cx="257175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F3 Construcción E1</a:t>
            </a:r>
            <a:endParaRPr lang="es-CL" noProof="0" dirty="0"/>
          </a:p>
        </p:txBody>
      </p:sp>
      <p:sp>
        <p:nvSpPr>
          <p:cNvPr id="1537" name="Google Shape;1537;p24"/>
          <p:cNvSpPr txBox="1"/>
          <p:nvPr/>
        </p:nvSpPr>
        <p:spPr>
          <a:xfrm>
            <a:off x="7680960" y="5010912"/>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Desarrollo</a:t>
            </a:r>
            <a:endParaRPr lang="es-CL" noProof="0" dirty="0"/>
          </a:p>
        </p:txBody>
      </p:sp>
      <p:sp>
        <p:nvSpPr>
          <p:cNvPr id="1538" name="Google Shape;1538;p24"/>
          <p:cNvSpPr/>
          <p:nvPr/>
        </p:nvSpPr>
        <p:spPr>
          <a:xfrm>
            <a:off x="10607040" y="4837176"/>
            <a:ext cx="244928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F4 Construcción E2</a:t>
            </a:r>
            <a:endParaRPr lang="es-CL" noProof="0" dirty="0"/>
          </a:p>
        </p:txBody>
      </p:sp>
      <p:sp>
        <p:nvSpPr>
          <p:cNvPr id="1540" name="Google Shape;1540;p24"/>
          <p:cNvSpPr txBox="1"/>
          <p:nvPr/>
        </p:nvSpPr>
        <p:spPr>
          <a:xfrm>
            <a:off x="7680960" y="5632704"/>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Desarrollo</a:t>
            </a:r>
            <a:endParaRPr lang="es-CL" noProof="0" dirty="0"/>
          </a:p>
        </p:txBody>
      </p:sp>
      <p:sp>
        <p:nvSpPr>
          <p:cNvPr id="1541" name="Google Shape;1541;p24"/>
          <p:cNvSpPr/>
          <p:nvPr/>
        </p:nvSpPr>
        <p:spPr>
          <a:xfrm>
            <a:off x="12076611" y="5458968"/>
            <a:ext cx="979714"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F5 Plataforma</a:t>
            </a:r>
            <a:endParaRPr lang="es-CL" noProof="0" dirty="0"/>
          </a:p>
        </p:txBody>
      </p:sp>
      <p:sp>
        <p:nvSpPr>
          <p:cNvPr id="1543" name="Google Shape;1543;p24"/>
          <p:cNvSpPr txBox="1"/>
          <p:nvPr/>
        </p:nvSpPr>
        <p:spPr>
          <a:xfrm>
            <a:off x="7680960" y="6254496"/>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Operación/SRE</a:t>
            </a:r>
            <a:endParaRPr lang="es-CL" noProof="0" dirty="0"/>
          </a:p>
        </p:txBody>
      </p:sp>
      <p:sp>
        <p:nvSpPr>
          <p:cNvPr id="1544" name="Google Shape;1544;p24"/>
          <p:cNvSpPr/>
          <p:nvPr/>
        </p:nvSpPr>
        <p:spPr>
          <a:xfrm>
            <a:off x="10607040" y="6080760"/>
            <a:ext cx="244928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F6 Calidad</a:t>
            </a:r>
            <a:endParaRPr lang="es-CL" noProof="0" dirty="0"/>
          </a:p>
        </p:txBody>
      </p:sp>
      <p:sp>
        <p:nvSpPr>
          <p:cNvPr id="1546" name="Google Shape;1546;p24"/>
          <p:cNvSpPr txBox="1"/>
          <p:nvPr/>
        </p:nvSpPr>
        <p:spPr>
          <a:xfrm>
            <a:off x="7680960" y="6876288"/>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Calidad</a:t>
            </a:r>
            <a:endParaRPr lang="es-CL" noProof="0" dirty="0"/>
          </a:p>
        </p:txBody>
      </p:sp>
      <p:sp>
        <p:nvSpPr>
          <p:cNvPr id="1547" name="Google Shape;1547;p24"/>
          <p:cNvSpPr/>
          <p:nvPr/>
        </p:nvSpPr>
        <p:spPr>
          <a:xfrm>
            <a:off x="10607040" y="6702552"/>
            <a:ext cx="257175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F7 Implantación</a:t>
            </a:r>
            <a:endParaRPr lang="es-CL" noProof="0" dirty="0"/>
          </a:p>
        </p:txBody>
      </p:sp>
      <p:sp>
        <p:nvSpPr>
          <p:cNvPr id="1549" name="Google Shape;1549;p24"/>
          <p:cNvSpPr txBox="1"/>
          <p:nvPr/>
        </p:nvSpPr>
        <p:spPr>
          <a:xfrm>
            <a:off x="7680960" y="7498079"/>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Implantación</a:t>
            </a:r>
            <a:endParaRPr lang="es-CL" noProof="0" dirty="0"/>
          </a:p>
        </p:txBody>
      </p:sp>
      <p:sp>
        <p:nvSpPr>
          <p:cNvPr id="1550" name="Google Shape;1550;p24"/>
          <p:cNvSpPr/>
          <p:nvPr/>
        </p:nvSpPr>
        <p:spPr>
          <a:xfrm>
            <a:off x="11586754" y="7324344"/>
            <a:ext cx="159203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F8 Operación</a:t>
            </a:r>
            <a:endParaRPr lang="es-CL" noProof="0" dirty="0"/>
          </a:p>
        </p:txBody>
      </p:sp>
      <p:sp>
        <p:nvSpPr>
          <p:cNvPr id="1552" name="Google Shape;1552;p24"/>
          <p:cNvSpPr txBox="1"/>
          <p:nvPr/>
        </p:nvSpPr>
        <p:spPr>
          <a:xfrm>
            <a:off x="7680960" y="8119872"/>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Operación/SRE</a:t>
            </a:r>
            <a:endParaRPr lang="es-CL" noProof="0" dirty="0"/>
          </a:p>
        </p:txBody>
      </p:sp>
      <p:sp>
        <p:nvSpPr>
          <p:cNvPr id="1553" name="Google Shape;1553;p24"/>
          <p:cNvSpPr/>
          <p:nvPr/>
        </p:nvSpPr>
        <p:spPr>
          <a:xfrm>
            <a:off x="13056325" y="7946136"/>
            <a:ext cx="4408714" cy="384048"/>
          </a:xfrm>
          <a:prstGeom prst="roundRect">
            <a:avLst>
              <a:gd name="adj" fmla="val 3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dirty="0">
                <a:solidFill>
                  <a:srgbClr val="606060"/>
                </a:solidFill>
                <a:latin typeface="Inter"/>
                <a:ea typeface="Inter"/>
                <a:cs typeface="Inter"/>
                <a:sym typeface="Inter"/>
              </a:rPr>
              <a:t>m1</a:t>
            </a:r>
            <a:endParaRPr lang="es-CL" noProof="0" dirty="0"/>
          </a:p>
        </p:txBody>
      </p:sp>
      <p:sp>
        <p:nvSpPr>
          <p:cNvPr id="1555" name="Google Shape;1555;p24"/>
          <p:cNvSpPr txBox="1"/>
          <p:nvPr/>
        </p:nvSpPr>
        <p:spPr>
          <a:xfrm>
            <a:off x="11756571"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dirty="0">
                <a:solidFill>
                  <a:srgbClr val="606060"/>
                </a:solidFill>
                <a:latin typeface="Inter"/>
                <a:ea typeface="Inter"/>
                <a:cs typeface="Inter"/>
                <a:sym typeface="Inter"/>
              </a:rPr>
              <a:t>m13</a:t>
            </a:r>
            <a:endParaRPr lang="es-CL" noProof="0" dirty="0"/>
          </a:p>
        </p:txBody>
      </p:sp>
      <p:sp>
        <p:nvSpPr>
          <p:cNvPr id="1556" name="Google Shape;1556;p24"/>
          <p:cNvSpPr txBox="1"/>
          <p:nvPr/>
        </p:nvSpPr>
        <p:spPr>
          <a:xfrm>
            <a:off x="12736285"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dirty="0">
                <a:solidFill>
                  <a:srgbClr val="606060"/>
                </a:solidFill>
                <a:latin typeface="Inter"/>
                <a:ea typeface="Inter"/>
                <a:cs typeface="Inter"/>
                <a:sym typeface="Inter"/>
              </a:rPr>
              <a:t>m21</a:t>
            </a:r>
            <a:endParaRPr lang="es-CL" noProof="0" dirty="0"/>
          </a:p>
        </p:txBody>
      </p:sp>
      <p:sp>
        <p:nvSpPr>
          <p:cNvPr id="1557" name="Google Shape;1557;p24"/>
          <p:cNvSpPr txBox="1"/>
          <p:nvPr/>
        </p:nvSpPr>
        <p:spPr>
          <a:xfrm>
            <a:off x="17022535"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dirty="0">
                <a:solidFill>
                  <a:srgbClr val="606060"/>
                </a:solidFill>
                <a:latin typeface="Inter"/>
                <a:ea typeface="Inter"/>
                <a:cs typeface="Inter"/>
                <a:sym typeface="Inter"/>
              </a:rPr>
              <a:t>m56</a:t>
            </a:r>
            <a:endParaRPr lang="es-CL" noProof="0" dirty="0"/>
          </a:p>
        </p:txBody>
      </p:sp>
      <p:sp>
        <p:nvSpPr>
          <p:cNvPr id="155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62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11</a:t>
            </a:r>
          </a:p>
        </p:txBody>
      </p:sp>
      <p:sp>
        <p:nvSpPr>
          <p:cNvPr id="1631" name="!!title"/>
          <p:cNvSpPr txBox="1"/>
          <p:nvPr/>
        </p:nvSpPr>
        <p:spPr>
          <a:xfrm>
            <a:off x="2223023" y="962040"/>
            <a:ext cx="14034000" cy="8505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525" b="1" i="0" u="none" strike="noStrike" cap="none" noProof="0" dirty="0">
                <a:solidFill>
                  <a:srgbClr val="111111"/>
                </a:solidFill>
                <a:latin typeface="Inter SemiBold"/>
                <a:ea typeface="Inter SemiBold"/>
                <a:cs typeface="Inter SemiBold"/>
                <a:sym typeface="Inter SemiBold"/>
              </a:rPr>
              <a:t>Gantt de implementación</a:t>
            </a:r>
            <a:endParaRPr lang="es-CL" sz="1432" noProof="0" dirty="0"/>
          </a:p>
        </p:txBody>
      </p:sp>
      <p:sp>
        <p:nvSpPr>
          <p:cNvPr id="1637" name="Google Shape;1637;p26"/>
          <p:cNvSpPr txBox="1"/>
          <p:nvPr/>
        </p:nvSpPr>
        <p:spPr>
          <a:xfrm>
            <a:off x="1755222" y="2346037"/>
            <a:ext cx="14969700" cy="3150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46" b="0" i="0" u="none" strike="noStrike" cap="none" noProof="0" dirty="0">
                <a:solidFill>
                  <a:srgbClr val="000000"/>
                </a:solidFill>
                <a:latin typeface="Inter"/>
                <a:ea typeface="Inter"/>
                <a:cs typeface="Inter"/>
                <a:sym typeface="Inter"/>
              </a:rPr>
              <a:t>Meses 1–24 · congelamientos, certificaciones, reversión y riesgos a la vista</a:t>
            </a:r>
            <a:endParaRPr lang="es-CL" sz="1432" noProof="0" dirty="0"/>
          </a:p>
        </p:txBody>
      </p:sp>
      <p:sp>
        <p:nvSpPr>
          <p:cNvPr id="1638" name="Google Shape;1638;p26"/>
          <p:cNvSpPr/>
          <p:nvPr/>
        </p:nvSpPr>
        <p:spPr>
          <a:xfrm>
            <a:off x="782494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err="1">
                <a:solidFill>
                  <a:srgbClr val="606060"/>
                </a:solidFill>
                <a:latin typeface="Inter SemiBold"/>
                <a:ea typeface="Inter SemiBold"/>
                <a:cs typeface="Inter SemiBold"/>
                <a:sym typeface="Inter SemiBold"/>
              </a:rPr>
              <a:t>Sep</a:t>
            </a:r>
            <a:endParaRPr lang="es-CL" sz="1432" noProof="0" dirty="0"/>
          </a:p>
        </p:txBody>
      </p:sp>
      <p:sp>
        <p:nvSpPr>
          <p:cNvPr id="1640" name="Google Shape;1640;p26"/>
          <p:cNvSpPr/>
          <p:nvPr/>
        </p:nvSpPr>
        <p:spPr>
          <a:xfrm>
            <a:off x="954411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606060"/>
                </a:solidFill>
                <a:latin typeface="Inter SemiBold"/>
                <a:ea typeface="Inter SemiBold"/>
                <a:cs typeface="Inter SemiBold"/>
                <a:sym typeface="Inter SemiBold"/>
              </a:rPr>
              <a:t>Dic</a:t>
            </a:r>
            <a:endParaRPr lang="es-CL" sz="1432" noProof="0" dirty="0"/>
          </a:p>
        </p:txBody>
      </p:sp>
      <p:sp>
        <p:nvSpPr>
          <p:cNvPr id="1642" name="Google Shape;1642;p26"/>
          <p:cNvSpPr/>
          <p:nvPr/>
        </p:nvSpPr>
        <p:spPr>
          <a:xfrm>
            <a:off x="1470162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err="1">
                <a:solidFill>
                  <a:srgbClr val="606060"/>
                </a:solidFill>
                <a:latin typeface="Inter SemiBold"/>
                <a:ea typeface="Inter SemiBold"/>
                <a:cs typeface="Inter SemiBold"/>
                <a:sym typeface="Inter SemiBold"/>
              </a:rPr>
              <a:t>Sep</a:t>
            </a:r>
            <a:endParaRPr lang="es-CL" sz="1432" noProof="0" dirty="0"/>
          </a:p>
        </p:txBody>
      </p:sp>
      <p:sp>
        <p:nvSpPr>
          <p:cNvPr id="1644" name="Google Shape;1644;p26"/>
          <p:cNvSpPr/>
          <p:nvPr/>
        </p:nvSpPr>
        <p:spPr>
          <a:xfrm>
            <a:off x="1642079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606060"/>
                </a:solidFill>
                <a:latin typeface="Inter SemiBold"/>
                <a:ea typeface="Inter SemiBold"/>
                <a:cs typeface="Inter SemiBold"/>
                <a:sym typeface="Inter SemiBold"/>
              </a:rPr>
              <a:t>Dic</a:t>
            </a:r>
            <a:endParaRPr lang="es-CL" sz="1432" noProof="0" dirty="0"/>
          </a:p>
        </p:txBody>
      </p:sp>
      <p:sp>
        <p:nvSpPr>
          <p:cNvPr id="1646" name="Google Shape;1646;p26"/>
          <p:cNvSpPr txBox="1"/>
          <p:nvPr/>
        </p:nvSpPr>
        <p:spPr>
          <a:xfrm>
            <a:off x="632499" y="2794238"/>
            <a:ext cx="30873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0" i="0" u="none" strike="noStrike" cap="none" noProof="0" dirty="0">
                <a:solidFill>
                  <a:srgbClr val="606060"/>
                </a:solidFill>
                <a:latin typeface="Inter"/>
                <a:ea typeface="Inter"/>
                <a:cs typeface="Inter"/>
                <a:sym typeface="Inter"/>
              </a:rPr>
              <a:t>Gris = congelamiento</a:t>
            </a:r>
            <a:endParaRPr lang="es-CL" sz="1432" noProof="0" dirty="0"/>
          </a:p>
        </p:txBody>
      </p:sp>
      <p:sp>
        <p:nvSpPr>
          <p:cNvPr id="1647" name="Google Shape;1647;p26"/>
          <p:cNvSpPr txBox="1"/>
          <p:nvPr/>
        </p:nvSpPr>
        <p:spPr>
          <a:xfrm>
            <a:off x="632499" y="3168479"/>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Diseño e infraestructura</a:t>
            </a:r>
            <a:endParaRPr lang="es-CL" sz="1432" noProof="0" dirty="0"/>
          </a:p>
        </p:txBody>
      </p:sp>
      <p:sp>
        <p:nvSpPr>
          <p:cNvPr id="1648" name="!!gv_0"/>
          <p:cNvSpPr/>
          <p:nvPr/>
        </p:nvSpPr>
        <p:spPr>
          <a:xfrm>
            <a:off x="3813547" y="3168479"/>
            <a:ext cx="18288" cy="299700"/>
          </a:xfrm>
          <a:prstGeom prst="roundRect">
            <a:avLst>
              <a:gd name="adj" fmla="val 30000"/>
            </a:avLst>
          </a:prstGeom>
          <a:solidFill>
            <a:srgbClr val="606060"/>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Construcción y pruebas E1</a:t>
            </a:r>
            <a:endParaRPr lang="es-CL" sz="1432" noProof="0" dirty="0"/>
          </a:p>
        </p:txBody>
      </p:sp>
      <p:sp>
        <p:nvSpPr>
          <p:cNvPr id="1650" name="!!gv_1"/>
          <p:cNvSpPr/>
          <p:nvPr/>
        </p:nvSpPr>
        <p:spPr>
          <a:xfrm>
            <a:off x="6105774" y="3561432"/>
            <a:ext cx="18288"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Migración de datos</a:t>
            </a:r>
            <a:endParaRPr lang="es-CL" sz="1432" noProof="0" dirty="0"/>
          </a:p>
        </p:txBody>
      </p:sp>
      <p:sp>
        <p:nvSpPr>
          <p:cNvPr id="1652" name="!!gv_2"/>
          <p:cNvSpPr/>
          <p:nvPr/>
        </p:nvSpPr>
        <p:spPr>
          <a:xfrm>
            <a:off x="7251887" y="3954385"/>
            <a:ext cx="18288"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Marcha blanca E1</a:t>
            </a:r>
            <a:endParaRPr lang="es-CL" sz="1432" noProof="0" dirty="0"/>
          </a:p>
        </p:txBody>
      </p:sp>
      <p:sp>
        <p:nvSpPr>
          <p:cNvPr id="1654" name="!!gv_3"/>
          <p:cNvSpPr/>
          <p:nvPr/>
        </p:nvSpPr>
        <p:spPr>
          <a:xfrm>
            <a:off x="10690226" y="4347338"/>
            <a:ext cx="18288" cy="299700"/>
          </a:xfrm>
          <a:prstGeom prst="roundRect">
            <a:avLst>
              <a:gd name="adj" fmla="val 30000"/>
            </a:avLst>
          </a:prstGeom>
          <a:solidFill>
            <a:srgbClr val="F29A5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6" name="Google Shape;1656;p26"/>
          <p:cNvSpPr txBox="1"/>
          <p:nvPr/>
        </p:nvSpPr>
        <p:spPr>
          <a:xfrm>
            <a:off x="632499" y="474029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Construcción y pruebas E2</a:t>
            </a:r>
            <a:endParaRPr lang="es-CL" sz="1432" noProof="0" dirty="0"/>
          </a:p>
        </p:txBody>
      </p:sp>
      <p:sp>
        <p:nvSpPr>
          <p:cNvPr id="1658" name="Google Shape;1658;p26"/>
          <p:cNvSpPr txBox="1"/>
          <p:nvPr/>
        </p:nvSpPr>
        <p:spPr>
          <a:xfrm>
            <a:off x="632499" y="513324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Marcha blanca E2</a:t>
            </a:r>
            <a:endParaRPr lang="es-CL" sz="1432" noProof="0" dirty="0"/>
          </a:p>
        </p:txBody>
      </p:sp>
      <p:sp>
        <p:nvSpPr>
          <p:cNvPr id="1659" name="!!gv_5"/>
          <p:cNvSpPr/>
          <p:nvPr/>
        </p:nvSpPr>
        <p:spPr>
          <a:xfrm>
            <a:off x="14128565" y="5133245"/>
            <a:ext cx="18288" cy="299700"/>
          </a:xfrm>
          <a:prstGeom prst="roundRect">
            <a:avLst>
              <a:gd name="adj" fmla="val 30000"/>
            </a:avLst>
          </a:prstGeom>
          <a:solidFill>
            <a:srgbClr val="9A9A9A"/>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B84A0F"/>
                </a:solidFill>
                <a:latin typeface="Inter SemiBold"/>
                <a:ea typeface="Inter SemiBold"/>
                <a:cs typeface="Inter SemiBold"/>
                <a:sym typeface="Inter SemiBold"/>
              </a:rPr>
              <a:t>Calidad</a:t>
            </a:r>
            <a:endParaRPr lang="es-CL" sz="1432" noProof="0" dirty="0"/>
          </a:p>
        </p:txBody>
      </p:sp>
      <p:sp>
        <p:nvSpPr>
          <p:cNvPr id="1661" name="!!gv_6"/>
          <p:cNvSpPr/>
          <p:nvPr/>
        </p:nvSpPr>
        <p:spPr>
          <a:xfrm>
            <a:off x="10690226" y="5619758"/>
            <a:ext cx="18288" cy="112200"/>
          </a:xfrm>
          <a:prstGeom prst="roundRect">
            <a:avLst>
              <a:gd name="adj" fmla="val 30000"/>
            </a:avLst>
          </a:prstGeom>
          <a:solidFill>
            <a:srgbClr val="F3C9A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2" name="!!gv_7"/>
          <p:cNvSpPr/>
          <p:nvPr/>
        </p:nvSpPr>
        <p:spPr>
          <a:xfrm>
            <a:off x="8398000" y="5526198"/>
            <a:ext cx="18288"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3" name="!!gv_8"/>
          <p:cNvSpPr/>
          <p:nvPr/>
        </p:nvSpPr>
        <p:spPr>
          <a:xfrm>
            <a:off x="12409396" y="5526198"/>
            <a:ext cx="18288"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7" name="Google Shape;1667;p26"/>
          <p:cNvSpPr txBox="1"/>
          <p:nvPr/>
        </p:nvSpPr>
        <p:spPr>
          <a:xfrm>
            <a:off x="632499" y="591915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Gestión del cambio</a:t>
            </a:r>
            <a:endParaRPr lang="es-CL" sz="1432" noProof="0" dirty="0"/>
          </a:p>
        </p:txBody>
      </p:sp>
      <p:sp>
        <p:nvSpPr>
          <p:cNvPr id="1668" name="!!gv_9"/>
          <p:cNvSpPr/>
          <p:nvPr/>
        </p:nvSpPr>
        <p:spPr>
          <a:xfrm>
            <a:off x="4386604" y="5919151"/>
            <a:ext cx="18288" cy="299700"/>
          </a:xfrm>
          <a:prstGeom prst="roundRect">
            <a:avLst>
              <a:gd name="adj" fmla="val 30000"/>
            </a:avLst>
          </a:prstGeom>
          <a:solidFill>
            <a:srgbClr val="C7C7C7"/>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Operación → m56</a:t>
            </a:r>
            <a:endParaRPr lang="es-CL" sz="1432" noProof="0" dirty="0"/>
          </a:p>
        </p:txBody>
      </p:sp>
      <p:sp>
        <p:nvSpPr>
          <p:cNvPr id="1671" name="Google Shape;1671;p26"/>
          <p:cNvSpPr txBox="1"/>
          <p:nvPr/>
        </p:nvSpPr>
        <p:spPr>
          <a:xfrm>
            <a:off x="632499" y="6705057"/>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Cambios de software</a:t>
            </a:r>
            <a:endParaRPr lang="es-CL" sz="1432" noProof="0" dirty="0"/>
          </a:p>
        </p:txBody>
      </p:sp>
      <p:sp>
        <p:nvSpPr>
          <p:cNvPr id="1672" name="Google Shape;1672;p26"/>
          <p:cNvSpPr txBox="1"/>
          <p:nvPr/>
        </p:nvSpPr>
        <p:spPr>
          <a:xfrm>
            <a:off x="632499" y="709801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Hitos</a:t>
            </a:r>
            <a:endParaRPr lang="es-CL" sz="1432" noProof="0" dirty="0"/>
          </a:p>
        </p:txBody>
      </p:sp>
      <p:sp>
        <p:nvSpPr>
          <p:cNvPr id="1673" name="Google Shape;1673;p26"/>
          <p:cNvSpPr txBox="1"/>
          <p:nvPr/>
        </p:nvSpPr>
        <p:spPr>
          <a:xfrm>
            <a:off x="632499" y="765937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E8641B"/>
                </a:solidFill>
                <a:latin typeface="Inter SemiBold"/>
                <a:ea typeface="Inter SemiBold"/>
                <a:cs typeface="Inter SemiBold"/>
                <a:sym typeface="Inter SemiBold"/>
              </a:rPr>
              <a:t>Riesgos</a:t>
            </a:r>
            <a:endParaRPr lang="es-CL" sz="1432" noProof="0" dirty="0"/>
          </a:p>
        </p:txBody>
      </p:sp>
      <p:cxnSp>
        <p:nvCxnSpPr>
          <p:cNvPr id="1674" name="Google Shape;1674;p26"/>
          <p:cNvCxnSpPr/>
          <p:nvPr/>
        </p:nvCxnSpPr>
        <p:spPr>
          <a:xfrm>
            <a:off x="3813547" y="8071038"/>
            <a:ext cx="13753500" cy="0"/>
          </a:xfrm>
          <a:prstGeom prst="straightConnector1">
            <a:avLst/>
          </a:prstGeom>
          <a:noFill/>
          <a:ln w="26000" cap="flat" cmpd="sng">
            <a:solidFill>
              <a:srgbClr val="9A9A9A"/>
            </a:solidFill>
            <a:prstDash val="solid"/>
            <a:round/>
            <a:headEnd type="none" w="sm" len="sm"/>
            <a:tailEnd type="none" w="sm" len="sm"/>
          </a:ln>
          <a:effectLst>
            <a:outerShdw blurRad="81855" dist="40928" dir="5400000" rotWithShape="0">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a:t>
            </a:r>
            <a:endParaRPr lang="es-CL" sz="1432" noProof="0" dirty="0"/>
          </a:p>
        </p:txBody>
      </p:sp>
      <p:sp>
        <p:nvSpPr>
          <p:cNvPr id="1676" name="Google Shape;1676;p26"/>
          <p:cNvSpPr txBox="1"/>
          <p:nvPr/>
        </p:nvSpPr>
        <p:spPr>
          <a:xfrm>
            <a:off x="438660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a:t>
            </a:r>
            <a:endParaRPr lang="es-CL" sz="1432" noProof="0" dirty="0"/>
          </a:p>
        </p:txBody>
      </p:sp>
      <p:sp>
        <p:nvSpPr>
          <p:cNvPr id="1677" name="Google Shape;1677;p26"/>
          <p:cNvSpPr txBox="1"/>
          <p:nvPr/>
        </p:nvSpPr>
        <p:spPr>
          <a:xfrm>
            <a:off x="495966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3</a:t>
            </a:r>
            <a:endParaRPr lang="es-CL" sz="1432" noProof="0" dirty="0"/>
          </a:p>
        </p:txBody>
      </p:sp>
      <p:sp>
        <p:nvSpPr>
          <p:cNvPr id="1678" name="Google Shape;1678;p26"/>
          <p:cNvSpPr txBox="1"/>
          <p:nvPr/>
        </p:nvSpPr>
        <p:spPr>
          <a:xfrm>
            <a:off x="553271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4</a:t>
            </a:r>
            <a:endParaRPr lang="es-CL" sz="1432" noProof="0" dirty="0"/>
          </a:p>
        </p:txBody>
      </p:sp>
      <p:sp>
        <p:nvSpPr>
          <p:cNvPr id="1679" name="Google Shape;1679;p26"/>
          <p:cNvSpPr txBox="1"/>
          <p:nvPr/>
        </p:nvSpPr>
        <p:spPr>
          <a:xfrm>
            <a:off x="610577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5</a:t>
            </a:r>
            <a:endParaRPr lang="es-CL" sz="1432" noProof="0" dirty="0"/>
          </a:p>
        </p:txBody>
      </p:sp>
      <p:sp>
        <p:nvSpPr>
          <p:cNvPr id="1680" name="Google Shape;1680;p26"/>
          <p:cNvSpPr txBox="1"/>
          <p:nvPr/>
        </p:nvSpPr>
        <p:spPr>
          <a:xfrm>
            <a:off x="667882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6</a:t>
            </a:r>
            <a:endParaRPr lang="es-CL" sz="1432" noProof="0" dirty="0"/>
          </a:p>
        </p:txBody>
      </p:sp>
      <p:sp>
        <p:nvSpPr>
          <p:cNvPr id="1681" name="Google Shape;1681;p26"/>
          <p:cNvSpPr txBox="1"/>
          <p:nvPr/>
        </p:nvSpPr>
        <p:spPr>
          <a:xfrm>
            <a:off x="725188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7</a:t>
            </a:r>
            <a:endParaRPr lang="es-CL" sz="1432" noProof="0" dirty="0"/>
          </a:p>
        </p:txBody>
      </p:sp>
      <p:sp>
        <p:nvSpPr>
          <p:cNvPr id="1682" name="Google Shape;1682;p26"/>
          <p:cNvSpPr txBox="1"/>
          <p:nvPr/>
        </p:nvSpPr>
        <p:spPr>
          <a:xfrm>
            <a:off x="782494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8</a:t>
            </a:r>
            <a:endParaRPr lang="es-CL" sz="1432" noProof="0" dirty="0"/>
          </a:p>
        </p:txBody>
      </p:sp>
      <p:sp>
        <p:nvSpPr>
          <p:cNvPr id="1683" name="Google Shape;1683;p26"/>
          <p:cNvSpPr txBox="1"/>
          <p:nvPr/>
        </p:nvSpPr>
        <p:spPr>
          <a:xfrm>
            <a:off x="839800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9</a:t>
            </a:r>
            <a:endParaRPr lang="es-CL" sz="1432" noProof="0" dirty="0"/>
          </a:p>
        </p:txBody>
      </p:sp>
      <p:sp>
        <p:nvSpPr>
          <p:cNvPr id="1684" name="Google Shape;1684;p26"/>
          <p:cNvSpPr txBox="1"/>
          <p:nvPr/>
        </p:nvSpPr>
        <p:spPr>
          <a:xfrm>
            <a:off x="897105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10</a:t>
            </a:r>
            <a:endParaRPr lang="es-CL" sz="1432" noProof="0" dirty="0"/>
          </a:p>
        </p:txBody>
      </p:sp>
      <p:sp>
        <p:nvSpPr>
          <p:cNvPr id="1685" name="Google Shape;1685;p26"/>
          <p:cNvSpPr txBox="1"/>
          <p:nvPr/>
        </p:nvSpPr>
        <p:spPr>
          <a:xfrm>
            <a:off x="954411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11</a:t>
            </a:r>
            <a:endParaRPr lang="es-CL" sz="1432" noProof="0" dirty="0"/>
          </a:p>
        </p:txBody>
      </p:sp>
      <p:sp>
        <p:nvSpPr>
          <p:cNvPr id="1686" name="Google Shape;1686;p26"/>
          <p:cNvSpPr txBox="1"/>
          <p:nvPr/>
        </p:nvSpPr>
        <p:spPr>
          <a:xfrm>
            <a:off x="1011717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12</a:t>
            </a:r>
            <a:endParaRPr lang="es-CL" sz="1432" noProof="0" dirty="0"/>
          </a:p>
        </p:txBody>
      </p:sp>
      <p:sp>
        <p:nvSpPr>
          <p:cNvPr id="1687" name="Google Shape;1687;p26"/>
          <p:cNvSpPr txBox="1"/>
          <p:nvPr/>
        </p:nvSpPr>
        <p:spPr>
          <a:xfrm>
            <a:off x="1069022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13</a:t>
            </a:r>
            <a:endParaRPr lang="es-CL" sz="1432" noProof="0" dirty="0"/>
          </a:p>
        </p:txBody>
      </p:sp>
      <p:sp>
        <p:nvSpPr>
          <p:cNvPr id="1688" name="Google Shape;1688;p26"/>
          <p:cNvSpPr txBox="1"/>
          <p:nvPr/>
        </p:nvSpPr>
        <p:spPr>
          <a:xfrm>
            <a:off x="1126328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14</a:t>
            </a:r>
            <a:endParaRPr lang="es-CL" sz="1432" noProof="0" dirty="0"/>
          </a:p>
        </p:txBody>
      </p:sp>
      <p:sp>
        <p:nvSpPr>
          <p:cNvPr id="1689" name="Google Shape;1689;p26"/>
          <p:cNvSpPr txBox="1"/>
          <p:nvPr/>
        </p:nvSpPr>
        <p:spPr>
          <a:xfrm>
            <a:off x="11836338"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15</a:t>
            </a:r>
            <a:endParaRPr lang="es-CL" sz="1432" noProof="0" dirty="0"/>
          </a:p>
        </p:txBody>
      </p:sp>
      <p:sp>
        <p:nvSpPr>
          <p:cNvPr id="1690" name="Google Shape;1690;p26"/>
          <p:cNvSpPr txBox="1"/>
          <p:nvPr/>
        </p:nvSpPr>
        <p:spPr>
          <a:xfrm>
            <a:off x="1240939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16</a:t>
            </a:r>
            <a:endParaRPr lang="es-CL" sz="1432" noProof="0" dirty="0"/>
          </a:p>
        </p:txBody>
      </p:sp>
      <p:sp>
        <p:nvSpPr>
          <p:cNvPr id="1691" name="Google Shape;1691;p26"/>
          <p:cNvSpPr txBox="1"/>
          <p:nvPr/>
        </p:nvSpPr>
        <p:spPr>
          <a:xfrm>
            <a:off x="12982452"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17</a:t>
            </a:r>
            <a:endParaRPr lang="es-CL" sz="1432" noProof="0" dirty="0"/>
          </a:p>
        </p:txBody>
      </p:sp>
      <p:sp>
        <p:nvSpPr>
          <p:cNvPr id="1692" name="Google Shape;1692;p26"/>
          <p:cNvSpPr txBox="1"/>
          <p:nvPr/>
        </p:nvSpPr>
        <p:spPr>
          <a:xfrm>
            <a:off x="1355550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18</a:t>
            </a:r>
            <a:endParaRPr lang="es-CL" sz="1432" noProof="0" dirty="0"/>
          </a:p>
        </p:txBody>
      </p:sp>
      <p:sp>
        <p:nvSpPr>
          <p:cNvPr id="1693" name="Google Shape;1693;p26"/>
          <p:cNvSpPr txBox="1"/>
          <p:nvPr/>
        </p:nvSpPr>
        <p:spPr>
          <a:xfrm>
            <a:off x="1412856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19</a:t>
            </a:r>
            <a:endParaRPr lang="es-CL" sz="1432" noProof="0" dirty="0"/>
          </a:p>
        </p:txBody>
      </p:sp>
      <p:sp>
        <p:nvSpPr>
          <p:cNvPr id="1694" name="Google Shape;1694;p26"/>
          <p:cNvSpPr txBox="1"/>
          <p:nvPr/>
        </p:nvSpPr>
        <p:spPr>
          <a:xfrm>
            <a:off x="1470162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20</a:t>
            </a:r>
            <a:endParaRPr lang="es-CL" sz="1432" noProof="0" dirty="0"/>
          </a:p>
        </p:txBody>
      </p:sp>
      <p:sp>
        <p:nvSpPr>
          <p:cNvPr id="1695" name="Google Shape;1695;p26"/>
          <p:cNvSpPr txBox="1"/>
          <p:nvPr/>
        </p:nvSpPr>
        <p:spPr>
          <a:xfrm>
            <a:off x="1527467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21</a:t>
            </a:r>
            <a:endParaRPr lang="es-CL" sz="1432" noProof="0" dirty="0"/>
          </a:p>
        </p:txBody>
      </p:sp>
      <p:sp>
        <p:nvSpPr>
          <p:cNvPr id="1696" name="Google Shape;1696;p26"/>
          <p:cNvSpPr txBox="1"/>
          <p:nvPr/>
        </p:nvSpPr>
        <p:spPr>
          <a:xfrm>
            <a:off x="1584773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22</a:t>
            </a:r>
            <a:endParaRPr lang="es-CL" sz="1432" noProof="0" dirty="0"/>
          </a:p>
        </p:txBody>
      </p:sp>
      <p:sp>
        <p:nvSpPr>
          <p:cNvPr id="1697" name="Google Shape;1697;p26"/>
          <p:cNvSpPr txBox="1"/>
          <p:nvPr/>
        </p:nvSpPr>
        <p:spPr>
          <a:xfrm>
            <a:off x="1642079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23</a:t>
            </a:r>
            <a:endParaRPr lang="es-CL" sz="1432" noProof="0" dirty="0"/>
          </a:p>
        </p:txBody>
      </p:sp>
      <p:sp>
        <p:nvSpPr>
          <p:cNvPr id="1698" name="Google Shape;1698;p26"/>
          <p:cNvSpPr txBox="1"/>
          <p:nvPr/>
        </p:nvSpPr>
        <p:spPr>
          <a:xfrm>
            <a:off x="169938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24</a:t>
            </a:r>
            <a:endParaRPr lang="es-CL" sz="1432" noProof="0" dirty="0"/>
          </a:p>
        </p:txBody>
      </p:sp>
    </p:spTree>
  </p:cSld>
  <p:clrMapOvr>
    <a:masterClrMapping/>
  </p:clrMapOvr>
  <p:transition spd="med" advTm="100">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631" name="!!title"/>
          <p:cNvSpPr txBox="1"/>
          <p:nvPr/>
        </p:nvSpPr>
        <p:spPr>
          <a:xfrm>
            <a:off x="2223023" y="962040"/>
            <a:ext cx="14034000" cy="8505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525" b="1" i="0" u="none" strike="noStrike" cap="none" noProof="0" dirty="0">
                <a:solidFill>
                  <a:srgbClr val="111111"/>
                </a:solidFill>
                <a:latin typeface="Inter SemiBold"/>
                <a:ea typeface="Inter SemiBold"/>
                <a:cs typeface="Inter SemiBold"/>
                <a:sym typeface="Inter SemiBold"/>
              </a:rPr>
              <a:t>Gantt de implementación</a:t>
            </a:r>
            <a:endParaRPr lang="es-CL" sz="1432" noProof="0" dirty="0"/>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636" name="Google Shape;1636;p26"/>
          <p:cNvSpPr txBox="1"/>
          <p:nvPr/>
        </p:nvSpPr>
        <p:spPr>
          <a:xfrm>
            <a:off x="15085298" y="8875656"/>
            <a:ext cx="1994100" cy="2835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42" b="0" i="0" u="none" strike="noStrike" cap="none" noProof="0" dirty="0">
                <a:solidFill>
                  <a:srgbClr val="000000"/>
                </a:solidFill>
                <a:latin typeface="Inter"/>
                <a:ea typeface="Inter"/>
                <a:cs typeface="Inter"/>
                <a:sym typeface="Inter"/>
              </a:rPr>
              <a:t>Siguiente</a:t>
            </a:r>
            <a:endParaRPr lang="es-CL" sz="1432" noProof="0" dirty="0"/>
          </a:p>
        </p:txBody>
      </p:sp>
      <p:sp>
        <p:nvSpPr>
          <p:cNvPr id="1637" name="Google Shape;1637;p26"/>
          <p:cNvSpPr txBox="1"/>
          <p:nvPr/>
        </p:nvSpPr>
        <p:spPr>
          <a:xfrm>
            <a:off x="1755222" y="2346037"/>
            <a:ext cx="14969700" cy="3150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46" b="0" i="0" u="none" strike="noStrike" cap="none" noProof="0" dirty="0">
                <a:solidFill>
                  <a:srgbClr val="000000"/>
                </a:solidFill>
                <a:latin typeface="Inter"/>
                <a:ea typeface="Inter"/>
                <a:cs typeface="Inter"/>
                <a:sym typeface="Inter"/>
              </a:rPr>
              <a:t>Meses 1–24 · congelamientos, certificaciones, reversión y riesgos a la vista</a:t>
            </a:r>
            <a:endParaRPr lang="es-CL" sz="1432" noProof="0" dirty="0"/>
          </a:p>
        </p:txBody>
      </p:sp>
      <p:sp>
        <p:nvSpPr>
          <p:cNvPr id="1638" name="Google Shape;1638;p26"/>
          <p:cNvSpPr/>
          <p:nvPr/>
        </p:nvSpPr>
        <p:spPr>
          <a:xfrm>
            <a:off x="782494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err="1">
                <a:solidFill>
                  <a:srgbClr val="606060"/>
                </a:solidFill>
                <a:latin typeface="Inter SemiBold"/>
                <a:ea typeface="Inter SemiBold"/>
                <a:cs typeface="Inter SemiBold"/>
                <a:sym typeface="Inter SemiBold"/>
              </a:rPr>
              <a:t>Sep</a:t>
            </a:r>
            <a:endParaRPr lang="es-CL" sz="1432" noProof="0" dirty="0"/>
          </a:p>
        </p:txBody>
      </p:sp>
      <p:sp>
        <p:nvSpPr>
          <p:cNvPr id="1640" name="Google Shape;1640;p26"/>
          <p:cNvSpPr/>
          <p:nvPr/>
        </p:nvSpPr>
        <p:spPr>
          <a:xfrm>
            <a:off x="954411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606060"/>
                </a:solidFill>
                <a:latin typeface="Inter SemiBold"/>
                <a:ea typeface="Inter SemiBold"/>
                <a:cs typeface="Inter SemiBold"/>
                <a:sym typeface="Inter SemiBold"/>
              </a:rPr>
              <a:t>Dic</a:t>
            </a:r>
            <a:endParaRPr lang="es-CL" sz="1432" noProof="0" dirty="0"/>
          </a:p>
        </p:txBody>
      </p:sp>
      <p:sp>
        <p:nvSpPr>
          <p:cNvPr id="1642" name="Google Shape;1642;p26"/>
          <p:cNvSpPr/>
          <p:nvPr/>
        </p:nvSpPr>
        <p:spPr>
          <a:xfrm>
            <a:off x="1470162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err="1">
                <a:solidFill>
                  <a:srgbClr val="606060"/>
                </a:solidFill>
                <a:latin typeface="Inter SemiBold"/>
                <a:ea typeface="Inter SemiBold"/>
                <a:cs typeface="Inter SemiBold"/>
                <a:sym typeface="Inter SemiBold"/>
              </a:rPr>
              <a:t>Sep</a:t>
            </a:r>
            <a:endParaRPr lang="es-CL" sz="1432" noProof="0" dirty="0"/>
          </a:p>
        </p:txBody>
      </p:sp>
      <p:sp>
        <p:nvSpPr>
          <p:cNvPr id="1644" name="Google Shape;1644;p26"/>
          <p:cNvSpPr/>
          <p:nvPr/>
        </p:nvSpPr>
        <p:spPr>
          <a:xfrm>
            <a:off x="1642079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606060"/>
                </a:solidFill>
                <a:latin typeface="Inter SemiBold"/>
                <a:ea typeface="Inter SemiBold"/>
                <a:cs typeface="Inter SemiBold"/>
                <a:sym typeface="Inter SemiBold"/>
              </a:rPr>
              <a:t>Dic</a:t>
            </a:r>
            <a:endParaRPr lang="es-CL" sz="1432" noProof="0" dirty="0"/>
          </a:p>
        </p:txBody>
      </p:sp>
      <p:sp>
        <p:nvSpPr>
          <p:cNvPr id="1646" name="Google Shape;1646;p26"/>
          <p:cNvSpPr txBox="1"/>
          <p:nvPr/>
        </p:nvSpPr>
        <p:spPr>
          <a:xfrm>
            <a:off x="632499" y="2794238"/>
            <a:ext cx="30873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0" i="0" u="none" strike="noStrike" cap="none" noProof="0" dirty="0">
                <a:solidFill>
                  <a:srgbClr val="606060"/>
                </a:solidFill>
                <a:latin typeface="Inter"/>
                <a:ea typeface="Inter"/>
                <a:cs typeface="Inter"/>
                <a:sym typeface="Inter"/>
              </a:rPr>
              <a:t>Gris = congelamiento</a:t>
            </a:r>
            <a:endParaRPr lang="es-CL" sz="1432" noProof="0" dirty="0"/>
          </a:p>
        </p:txBody>
      </p:sp>
      <p:sp>
        <p:nvSpPr>
          <p:cNvPr id="1647" name="Google Shape;1647;p26"/>
          <p:cNvSpPr txBox="1"/>
          <p:nvPr/>
        </p:nvSpPr>
        <p:spPr>
          <a:xfrm>
            <a:off x="632499" y="3168479"/>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Diseño e infraestructura</a:t>
            </a:r>
            <a:endParaRPr lang="es-CL" sz="1432" noProof="0" dirty="0"/>
          </a:p>
        </p:txBody>
      </p:sp>
      <p:sp>
        <p:nvSpPr>
          <p:cNvPr id="1648" name="!!gv_0"/>
          <p:cNvSpPr/>
          <p:nvPr/>
        </p:nvSpPr>
        <p:spPr>
          <a:xfrm>
            <a:off x="3813547" y="3168479"/>
            <a:ext cx="6876300" cy="299700"/>
          </a:xfrm>
          <a:prstGeom prst="roundRect">
            <a:avLst>
              <a:gd name="adj" fmla="val 30000"/>
            </a:avLst>
          </a:prstGeom>
          <a:solidFill>
            <a:srgbClr val="606060"/>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Construcción y pruebas E1</a:t>
            </a:r>
            <a:endParaRPr lang="es-CL" sz="1432" noProof="0" dirty="0"/>
          </a:p>
        </p:txBody>
      </p:sp>
      <p:sp>
        <p:nvSpPr>
          <p:cNvPr id="1650" name="!!gv_1"/>
          <p:cNvSpPr/>
          <p:nvPr/>
        </p:nvSpPr>
        <p:spPr>
          <a:xfrm>
            <a:off x="6105774" y="3561432"/>
            <a:ext cx="3438600"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Migración de datos</a:t>
            </a:r>
            <a:endParaRPr lang="es-CL" sz="1432" noProof="0" dirty="0"/>
          </a:p>
        </p:txBody>
      </p:sp>
      <p:sp>
        <p:nvSpPr>
          <p:cNvPr id="1652" name="!!gv_2"/>
          <p:cNvSpPr/>
          <p:nvPr/>
        </p:nvSpPr>
        <p:spPr>
          <a:xfrm>
            <a:off x="7251887" y="3954385"/>
            <a:ext cx="3438600"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Marcha blanca E1</a:t>
            </a:r>
            <a:endParaRPr lang="es-CL" sz="1432" noProof="0" dirty="0"/>
          </a:p>
        </p:txBody>
      </p:sp>
      <p:sp>
        <p:nvSpPr>
          <p:cNvPr id="1654" name="!!gv_3"/>
          <p:cNvSpPr/>
          <p:nvPr/>
        </p:nvSpPr>
        <p:spPr>
          <a:xfrm>
            <a:off x="10690226" y="4347338"/>
            <a:ext cx="1719000" cy="299700"/>
          </a:xfrm>
          <a:prstGeom prst="roundRect">
            <a:avLst>
              <a:gd name="adj" fmla="val 30000"/>
            </a:avLst>
          </a:prstGeom>
          <a:solidFill>
            <a:srgbClr val="F29A5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5" name="Google Shape;1655;p26"/>
          <p:cNvSpPr txBox="1"/>
          <p:nvPr/>
        </p:nvSpPr>
        <p:spPr>
          <a:xfrm>
            <a:off x="10690226" y="4347338"/>
            <a:ext cx="17190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Olas 1·2·3</a:t>
            </a:r>
            <a:endParaRPr lang="es-CL" sz="1432" noProof="0" dirty="0"/>
          </a:p>
        </p:txBody>
      </p:sp>
      <p:sp>
        <p:nvSpPr>
          <p:cNvPr id="1656" name="Google Shape;1656;p26"/>
          <p:cNvSpPr txBox="1"/>
          <p:nvPr/>
        </p:nvSpPr>
        <p:spPr>
          <a:xfrm>
            <a:off x="632499" y="474029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Construcción y pruebas E2</a:t>
            </a:r>
            <a:endParaRPr lang="es-CL" sz="1432" noProof="0" dirty="0"/>
          </a:p>
        </p:txBody>
      </p:sp>
      <p:sp>
        <p:nvSpPr>
          <p:cNvPr id="1657" name="Google Shape;1657;p26"/>
          <p:cNvSpPr/>
          <p:nvPr/>
        </p:nvSpPr>
        <p:spPr>
          <a:xfrm>
            <a:off x="10690226" y="4740292"/>
            <a:ext cx="3438600" cy="299700"/>
          </a:xfrm>
          <a:prstGeom prst="roundRect">
            <a:avLst>
              <a:gd name="adj" fmla="val 30000"/>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Marcha blanca E2</a:t>
            </a:r>
            <a:endParaRPr lang="es-CL" sz="1432" noProof="0" dirty="0"/>
          </a:p>
        </p:txBody>
      </p:sp>
      <p:sp>
        <p:nvSpPr>
          <p:cNvPr id="1659" name="!!gv_5"/>
          <p:cNvSpPr/>
          <p:nvPr/>
        </p:nvSpPr>
        <p:spPr>
          <a:xfrm>
            <a:off x="14128565" y="5133245"/>
            <a:ext cx="1146300" cy="299700"/>
          </a:xfrm>
          <a:prstGeom prst="roundRect">
            <a:avLst>
              <a:gd name="adj" fmla="val 30000"/>
            </a:avLst>
          </a:prstGeom>
          <a:solidFill>
            <a:srgbClr val="9A9A9A"/>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B84A0F"/>
                </a:solidFill>
                <a:latin typeface="Inter SemiBold"/>
                <a:ea typeface="Inter SemiBold"/>
                <a:cs typeface="Inter SemiBold"/>
                <a:sym typeface="Inter SemiBold"/>
              </a:rPr>
              <a:t>Calidad</a:t>
            </a:r>
            <a:endParaRPr lang="es-CL" sz="1432" noProof="0" dirty="0"/>
          </a:p>
        </p:txBody>
      </p:sp>
      <p:sp>
        <p:nvSpPr>
          <p:cNvPr id="1661" name="!!gv_6"/>
          <p:cNvSpPr/>
          <p:nvPr/>
        </p:nvSpPr>
        <p:spPr>
          <a:xfrm>
            <a:off x="10690226" y="5619758"/>
            <a:ext cx="6876300" cy="112200"/>
          </a:xfrm>
          <a:prstGeom prst="roundRect">
            <a:avLst>
              <a:gd name="adj" fmla="val 30000"/>
            </a:avLst>
          </a:prstGeom>
          <a:solidFill>
            <a:srgbClr val="F3C9A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2" name="!!gv_7"/>
          <p:cNvSpPr/>
          <p:nvPr/>
        </p:nvSpPr>
        <p:spPr>
          <a:xfrm>
            <a:off x="8398000" y="5526198"/>
            <a:ext cx="1146300"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3" name="!!gv_8"/>
          <p:cNvSpPr/>
          <p:nvPr/>
        </p:nvSpPr>
        <p:spPr>
          <a:xfrm>
            <a:off x="12409396" y="5526198"/>
            <a:ext cx="1146300"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4" name="Google Shape;1664;p26"/>
          <p:cNvSpPr txBox="1"/>
          <p:nvPr/>
        </p:nvSpPr>
        <p:spPr>
          <a:xfrm>
            <a:off x="8398000" y="5526198"/>
            <a:ext cx="11463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dirty="0" err="1">
                <a:solidFill>
                  <a:srgbClr val="FFFFFF"/>
                </a:solidFill>
                <a:latin typeface="Inter SemiBold"/>
                <a:ea typeface="Inter SemiBold"/>
                <a:cs typeface="Inter SemiBold"/>
                <a:sym typeface="Inter SemiBold"/>
              </a:rPr>
              <a:t>Certif</a:t>
            </a:r>
            <a:r>
              <a:rPr lang="es-CL" sz="1432" b="1" i="0" u="none" strike="noStrike" cap="none" noProof="0" dirty="0">
                <a:solidFill>
                  <a:srgbClr val="FFFFFF"/>
                </a:solidFill>
                <a:latin typeface="Inter SemiBold"/>
                <a:ea typeface="Inter SemiBold"/>
                <a:cs typeface="Inter SemiBold"/>
                <a:sym typeface="Inter SemiBold"/>
              </a:rPr>
              <a:t>.</a:t>
            </a:r>
            <a:endParaRPr lang="es-CL" sz="1432" noProof="0" dirty="0"/>
          </a:p>
        </p:txBody>
      </p:sp>
      <p:sp>
        <p:nvSpPr>
          <p:cNvPr id="1665" name="Google Shape;1665;p26"/>
          <p:cNvSpPr txBox="1"/>
          <p:nvPr/>
        </p:nvSpPr>
        <p:spPr>
          <a:xfrm>
            <a:off x="12409396" y="5526198"/>
            <a:ext cx="11463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dirty="0" err="1">
                <a:solidFill>
                  <a:srgbClr val="FFFFFF"/>
                </a:solidFill>
                <a:latin typeface="Inter SemiBold"/>
                <a:ea typeface="Inter SemiBold"/>
                <a:cs typeface="Inter SemiBold"/>
                <a:sym typeface="Inter SemiBold"/>
              </a:rPr>
              <a:t>Certif</a:t>
            </a:r>
            <a:r>
              <a:rPr lang="es-CL" sz="1432" b="1" i="0" u="none" strike="noStrike" cap="none" noProof="0" dirty="0">
                <a:solidFill>
                  <a:srgbClr val="FFFFFF"/>
                </a:solidFill>
                <a:latin typeface="Inter SemiBold"/>
                <a:ea typeface="Inter SemiBold"/>
                <a:cs typeface="Inter SemiBold"/>
                <a:sym typeface="Inter SemiBold"/>
              </a:rPr>
              <a:t>.</a:t>
            </a:r>
            <a:endParaRPr lang="es-CL" sz="1432" noProof="0" dirty="0"/>
          </a:p>
        </p:txBody>
      </p:sp>
      <p:sp>
        <p:nvSpPr>
          <p:cNvPr id="1666" name="Google Shape;1666;p26"/>
          <p:cNvSpPr txBox="1"/>
          <p:nvPr/>
        </p:nvSpPr>
        <p:spPr>
          <a:xfrm>
            <a:off x="13555509" y="5526198"/>
            <a:ext cx="14328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dirty="0">
                <a:solidFill>
                  <a:srgbClr val="B84A0F"/>
                </a:solidFill>
                <a:latin typeface="Inter SemiBold"/>
                <a:ea typeface="Inter SemiBold"/>
                <a:cs typeface="Inter SemiBold"/>
                <a:sym typeface="Inter SemiBold"/>
              </a:rPr>
              <a:t>restauración</a:t>
            </a:r>
            <a:endParaRPr lang="es-CL" sz="1432" noProof="0" dirty="0"/>
          </a:p>
        </p:txBody>
      </p:sp>
      <p:sp>
        <p:nvSpPr>
          <p:cNvPr id="1667" name="Google Shape;1667;p26"/>
          <p:cNvSpPr txBox="1"/>
          <p:nvPr/>
        </p:nvSpPr>
        <p:spPr>
          <a:xfrm>
            <a:off x="632499" y="591915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Gestión del cambio</a:t>
            </a:r>
            <a:endParaRPr lang="es-CL" sz="1432" noProof="0" dirty="0"/>
          </a:p>
        </p:txBody>
      </p:sp>
      <p:sp>
        <p:nvSpPr>
          <p:cNvPr id="1668" name="!!gv_9"/>
          <p:cNvSpPr/>
          <p:nvPr/>
        </p:nvSpPr>
        <p:spPr>
          <a:xfrm>
            <a:off x="4386604" y="5919151"/>
            <a:ext cx="11461200" cy="299700"/>
          </a:xfrm>
          <a:prstGeom prst="roundRect">
            <a:avLst>
              <a:gd name="adj" fmla="val 30000"/>
            </a:avLst>
          </a:prstGeom>
          <a:solidFill>
            <a:srgbClr val="C7C7C7"/>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Operación → m56</a:t>
            </a:r>
            <a:endParaRPr lang="es-CL" sz="1432" noProof="0" dirty="0"/>
          </a:p>
        </p:txBody>
      </p:sp>
      <p:sp>
        <p:nvSpPr>
          <p:cNvPr id="1670" name="Google Shape;1670;p26"/>
          <p:cNvSpPr/>
          <p:nvPr/>
        </p:nvSpPr>
        <p:spPr>
          <a:xfrm>
            <a:off x="15274679" y="6312104"/>
            <a:ext cx="2292300" cy="299700"/>
          </a:xfrm>
          <a:prstGeom prst="homePlate">
            <a:avLst>
              <a:gd name="adj" fmla="val 50000"/>
            </a:avLst>
          </a:prstGeom>
          <a:solidFill>
            <a:srgbClr val="3C3C3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Cambios de software</a:t>
            </a:r>
            <a:endParaRPr lang="es-CL" sz="1432" noProof="0" dirty="0"/>
          </a:p>
        </p:txBody>
      </p:sp>
      <p:sp>
        <p:nvSpPr>
          <p:cNvPr id="1672" name="Google Shape;1672;p26"/>
          <p:cNvSpPr txBox="1"/>
          <p:nvPr/>
        </p:nvSpPr>
        <p:spPr>
          <a:xfrm>
            <a:off x="632499" y="709801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Hitos</a:t>
            </a:r>
            <a:endParaRPr lang="es-CL" sz="1432" noProof="0" dirty="0"/>
          </a:p>
        </p:txBody>
      </p:sp>
      <p:sp>
        <p:nvSpPr>
          <p:cNvPr id="1673" name="Google Shape;1673;p26"/>
          <p:cNvSpPr txBox="1"/>
          <p:nvPr/>
        </p:nvSpPr>
        <p:spPr>
          <a:xfrm>
            <a:off x="632499" y="765937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E8641B"/>
                </a:solidFill>
                <a:latin typeface="Inter SemiBold"/>
                <a:ea typeface="Inter SemiBold"/>
                <a:cs typeface="Inter SemiBold"/>
                <a:sym typeface="Inter SemiBold"/>
              </a:rPr>
              <a:t>Riesgos</a:t>
            </a:r>
            <a:endParaRPr lang="es-CL" sz="1432" noProof="0" dirty="0"/>
          </a:p>
        </p:txBody>
      </p:sp>
      <p:cxnSp>
        <p:nvCxnSpPr>
          <p:cNvPr id="1674" name="Google Shape;1674;p26"/>
          <p:cNvCxnSpPr/>
          <p:nvPr/>
        </p:nvCxnSpPr>
        <p:spPr>
          <a:xfrm>
            <a:off x="3813547" y="8071038"/>
            <a:ext cx="13753500" cy="0"/>
          </a:xfrm>
          <a:prstGeom prst="straightConnector1">
            <a:avLst/>
          </a:prstGeom>
          <a:noFill/>
          <a:ln w="26000" cap="flat" cmpd="sng">
            <a:solidFill>
              <a:srgbClr val="9A9A9A"/>
            </a:solidFill>
            <a:prstDash val="solid"/>
            <a:round/>
            <a:headEnd type="none" w="sm" len="sm"/>
            <a:tailEnd type="none" w="sm" len="sm"/>
          </a:ln>
          <a:effectLst>
            <a:outerShdw blurRad="81855" dist="40928" dir="5400000" rotWithShape="0">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a:t>
            </a:r>
            <a:endParaRPr lang="es-CL" sz="1432" noProof="0" dirty="0"/>
          </a:p>
        </p:txBody>
      </p:sp>
      <p:sp>
        <p:nvSpPr>
          <p:cNvPr id="1676" name="Google Shape;1676;p26"/>
          <p:cNvSpPr txBox="1"/>
          <p:nvPr/>
        </p:nvSpPr>
        <p:spPr>
          <a:xfrm>
            <a:off x="438660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a:t>
            </a:r>
            <a:endParaRPr lang="es-CL" sz="1432" noProof="0" dirty="0"/>
          </a:p>
        </p:txBody>
      </p:sp>
      <p:sp>
        <p:nvSpPr>
          <p:cNvPr id="1677" name="Google Shape;1677;p26"/>
          <p:cNvSpPr txBox="1"/>
          <p:nvPr/>
        </p:nvSpPr>
        <p:spPr>
          <a:xfrm>
            <a:off x="495966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3</a:t>
            </a:r>
            <a:endParaRPr lang="es-CL" sz="1432" noProof="0" dirty="0"/>
          </a:p>
        </p:txBody>
      </p:sp>
      <p:sp>
        <p:nvSpPr>
          <p:cNvPr id="1678" name="Google Shape;1678;p26"/>
          <p:cNvSpPr txBox="1"/>
          <p:nvPr/>
        </p:nvSpPr>
        <p:spPr>
          <a:xfrm>
            <a:off x="553271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4</a:t>
            </a:r>
            <a:endParaRPr lang="es-CL" sz="1432" noProof="0" dirty="0"/>
          </a:p>
        </p:txBody>
      </p:sp>
      <p:sp>
        <p:nvSpPr>
          <p:cNvPr id="1679" name="Google Shape;1679;p26"/>
          <p:cNvSpPr txBox="1"/>
          <p:nvPr/>
        </p:nvSpPr>
        <p:spPr>
          <a:xfrm>
            <a:off x="610577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5</a:t>
            </a:r>
            <a:endParaRPr lang="es-CL" sz="1432" noProof="0" dirty="0"/>
          </a:p>
        </p:txBody>
      </p:sp>
      <p:sp>
        <p:nvSpPr>
          <p:cNvPr id="1680" name="Google Shape;1680;p26"/>
          <p:cNvSpPr txBox="1"/>
          <p:nvPr/>
        </p:nvSpPr>
        <p:spPr>
          <a:xfrm>
            <a:off x="667882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6</a:t>
            </a:r>
            <a:endParaRPr lang="es-CL" sz="1432" noProof="0" dirty="0"/>
          </a:p>
        </p:txBody>
      </p:sp>
      <p:sp>
        <p:nvSpPr>
          <p:cNvPr id="1681" name="Google Shape;1681;p26"/>
          <p:cNvSpPr txBox="1"/>
          <p:nvPr/>
        </p:nvSpPr>
        <p:spPr>
          <a:xfrm>
            <a:off x="725188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7</a:t>
            </a:r>
            <a:endParaRPr lang="es-CL" sz="1432" noProof="0" dirty="0"/>
          </a:p>
        </p:txBody>
      </p:sp>
      <p:sp>
        <p:nvSpPr>
          <p:cNvPr id="1682" name="Google Shape;1682;p26"/>
          <p:cNvSpPr txBox="1"/>
          <p:nvPr/>
        </p:nvSpPr>
        <p:spPr>
          <a:xfrm>
            <a:off x="782494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8</a:t>
            </a:r>
            <a:endParaRPr lang="es-CL" sz="1432" noProof="0" dirty="0"/>
          </a:p>
        </p:txBody>
      </p:sp>
      <p:sp>
        <p:nvSpPr>
          <p:cNvPr id="1683" name="Google Shape;1683;p26"/>
          <p:cNvSpPr txBox="1"/>
          <p:nvPr/>
        </p:nvSpPr>
        <p:spPr>
          <a:xfrm>
            <a:off x="839800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9</a:t>
            </a:r>
            <a:endParaRPr lang="es-CL" sz="1432" noProof="0" dirty="0"/>
          </a:p>
        </p:txBody>
      </p:sp>
      <p:sp>
        <p:nvSpPr>
          <p:cNvPr id="1684" name="Google Shape;1684;p26"/>
          <p:cNvSpPr txBox="1"/>
          <p:nvPr/>
        </p:nvSpPr>
        <p:spPr>
          <a:xfrm>
            <a:off x="897105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10</a:t>
            </a:r>
            <a:endParaRPr lang="es-CL" sz="1432" noProof="0" dirty="0"/>
          </a:p>
        </p:txBody>
      </p:sp>
      <p:sp>
        <p:nvSpPr>
          <p:cNvPr id="1685" name="Google Shape;1685;p26"/>
          <p:cNvSpPr txBox="1"/>
          <p:nvPr/>
        </p:nvSpPr>
        <p:spPr>
          <a:xfrm>
            <a:off x="954411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11</a:t>
            </a:r>
            <a:endParaRPr lang="es-CL" sz="1432" noProof="0" dirty="0"/>
          </a:p>
        </p:txBody>
      </p:sp>
      <p:sp>
        <p:nvSpPr>
          <p:cNvPr id="1686" name="Google Shape;1686;p26"/>
          <p:cNvSpPr txBox="1"/>
          <p:nvPr/>
        </p:nvSpPr>
        <p:spPr>
          <a:xfrm>
            <a:off x="1011717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12</a:t>
            </a:r>
            <a:endParaRPr lang="es-CL" sz="1432" noProof="0" dirty="0"/>
          </a:p>
        </p:txBody>
      </p:sp>
      <p:sp>
        <p:nvSpPr>
          <p:cNvPr id="1687" name="Google Shape;1687;p26"/>
          <p:cNvSpPr txBox="1"/>
          <p:nvPr/>
        </p:nvSpPr>
        <p:spPr>
          <a:xfrm>
            <a:off x="1069022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13</a:t>
            </a:r>
            <a:endParaRPr lang="es-CL" sz="1432" noProof="0" dirty="0"/>
          </a:p>
        </p:txBody>
      </p:sp>
      <p:sp>
        <p:nvSpPr>
          <p:cNvPr id="1688" name="Google Shape;1688;p26"/>
          <p:cNvSpPr txBox="1"/>
          <p:nvPr/>
        </p:nvSpPr>
        <p:spPr>
          <a:xfrm>
            <a:off x="1126328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14</a:t>
            </a:r>
            <a:endParaRPr lang="es-CL" sz="1432" noProof="0" dirty="0"/>
          </a:p>
        </p:txBody>
      </p:sp>
      <p:sp>
        <p:nvSpPr>
          <p:cNvPr id="1689" name="Google Shape;1689;p26"/>
          <p:cNvSpPr txBox="1"/>
          <p:nvPr/>
        </p:nvSpPr>
        <p:spPr>
          <a:xfrm>
            <a:off x="11836338"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15</a:t>
            </a:r>
            <a:endParaRPr lang="es-CL" sz="1432" noProof="0" dirty="0"/>
          </a:p>
        </p:txBody>
      </p:sp>
      <p:sp>
        <p:nvSpPr>
          <p:cNvPr id="1690" name="Google Shape;1690;p26"/>
          <p:cNvSpPr txBox="1"/>
          <p:nvPr/>
        </p:nvSpPr>
        <p:spPr>
          <a:xfrm>
            <a:off x="1240939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16</a:t>
            </a:r>
            <a:endParaRPr lang="es-CL" sz="1432" noProof="0" dirty="0"/>
          </a:p>
        </p:txBody>
      </p:sp>
      <p:sp>
        <p:nvSpPr>
          <p:cNvPr id="1691" name="Google Shape;1691;p26"/>
          <p:cNvSpPr txBox="1"/>
          <p:nvPr/>
        </p:nvSpPr>
        <p:spPr>
          <a:xfrm>
            <a:off x="12982452"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17</a:t>
            </a:r>
            <a:endParaRPr lang="es-CL" sz="1432" noProof="0" dirty="0"/>
          </a:p>
        </p:txBody>
      </p:sp>
      <p:sp>
        <p:nvSpPr>
          <p:cNvPr id="1692" name="Google Shape;1692;p26"/>
          <p:cNvSpPr txBox="1"/>
          <p:nvPr/>
        </p:nvSpPr>
        <p:spPr>
          <a:xfrm>
            <a:off x="1355550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18</a:t>
            </a:r>
            <a:endParaRPr lang="es-CL" sz="1432" noProof="0" dirty="0"/>
          </a:p>
        </p:txBody>
      </p:sp>
      <p:sp>
        <p:nvSpPr>
          <p:cNvPr id="1693" name="Google Shape;1693;p26"/>
          <p:cNvSpPr txBox="1"/>
          <p:nvPr/>
        </p:nvSpPr>
        <p:spPr>
          <a:xfrm>
            <a:off x="1412856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19</a:t>
            </a:r>
            <a:endParaRPr lang="es-CL" sz="1432" noProof="0" dirty="0"/>
          </a:p>
        </p:txBody>
      </p:sp>
      <p:sp>
        <p:nvSpPr>
          <p:cNvPr id="1694" name="Google Shape;1694;p26"/>
          <p:cNvSpPr txBox="1"/>
          <p:nvPr/>
        </p:nvSpPr>
        <p:spPr>
          <a:xfrm>
            <a:off x="1470162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20</a:t>
            </a:r>
            <a:endParaRPr lang="es-CL" sz="1432" noProof="0" dirty="0"/>
          </a:p>
        </p:txBody>
      </p:sp>
      <p:sp>
        <p:nvSpPr>
          <p:cNvPr id="1695" name="Google Shape;1695;p26"/>
          <p:cNvSpPr txBox="1"/>
          <p:nvPr/>
        </p:nvSpPr>
        <p:spPr>
          <a:xfrm>
            <a:off x="1527467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21</a:t>
            </a:r>
            <a:endParaRPr lang="es-CL" sz="1432" noProof="0" dirty="0"/>
          </a:p>
        </p:txBody>
      </p:sp>
      <p:sp>
        <p:nvSpPr>
          <p:cNvPr id="1696" name="Google Shape;1696;p26"/>
          <p:cNvSpPr txBox="1"/>
          <p:nvPr/>
        </p:nvSpPr>
        <p:spPr>
          <a:xfrm>
            <a:off x="1584773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22</a:t>
            </a:r>
            <a:endParaRPr lang="es-CL" sz="1432" noProof="0" dirty="0"/>
          </a:p>
        </p:txBody>
      </p:sp>
      <p:sp>
        <p:nvSpPr>
          <p:cNvPr id="1697" name="Google Shape;1697;p26"/>
          <p:cNvSpPr txBox="1"/>
          <p:nvPr/>
        </p:nvSpPr>
        <p:spPr>
          <a:xfrm>
            <a:off x="1642079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23</a:t>
            </a:r>
            <a:endParaRPr lang="es-CL" sz="1432" noProof="0" dirty="0"/>
          </a:p>
        </p:txBody>
      </p:sp>
      <p:sp>
        <p:nvSpPr>
          <p:cNvPr id="1698" name="Google Shape;1698;p26"/>
          <p:cNvSpPr txBox="1"/>
          <p:nvPr/>
        </p:nvSpPr>
        <p:spPr>
          <a:xfrm>
            <a:off x="169938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24</a:t>
            </a:r>
            <a:endParaRPr lang="es-CL" sz="1432" noProof="0" dirty="0"/>
          </a:p>
        </p:txBody>
      </p:sp>
      <p:sp>
        <p:nvSpPr>
          <p:cNvPr id="1699" name="Google Shape;1699;p26"/>
          <p:cNvSpPr/>
          <p:nvPr/>
        </p:nvSpPr>
        <p:spPr>
          <a:xfrm>
            <a:off x="9544113" y="6705057"/>
            <a:ext cx="1604700" cy="299700"/>
          </a:xfrm>
          <a:prstGeom prst="roundRect">
            <a:avLst>
              <a:gd name="adj" fmla="val 50000"/>
            </a:avLst>
          </a:prstGeom>
          <a:solidFill>
            <a:srgbClr val="FFFFFF"/>
          </a:solidFill>
          <a:ln w="26000" cap="flat" cmpd="sng">
            <a:solidFill>
              <a:srgbClr val="111111"/>
            </a:solidFill>
            <a:prstDash val="solid"/>
            <a:round/>
            <a:headEnd type="none" w="sm" len="sm"/>
            <a:tailEnd type="none" w="sm" len="sm"/>
          </a:ln>
        </p:spPr>
        <p:txBody>
          <a:bodyPr spcFirstLastPara="1" wrap="square" lIns="18725" tIns="46750" rIns="18725" bIns="46750" anchor="ctr" anchorCtr="0">
            <a:no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 Reversión E1</a:t>
            </a:r>
            <a:endParaRPr lang="es-CL" sz="1432" noProof="0" dirty="0"/>
          </a:p>
        </p:txBody>
      </p:sp>
      <p:sp>
        <p:nvSpPr>
          <p:cNvPr id="1700" name="Google Shape;1700;p26"/>
          <p:cNvSpPr/>
          <p:nvPr/>
        </p:nvSpPr>
        <p:spPr>
          <a:xfrm>
            <a:off x="12982452" y="6705057"/>
            <a:ext cx="1604700" cy="299700"/>
          </a:xfrm>
          <a:prstGeom prst="roundRect">
            <a:avLst>
              <a:gd name="adj" fmla="val 50000"/>
            </a:avLst>
          </a:prstGeom>
          <a:solidFill>
            <a:srgbClr val="FFFFFF"/>
          </a:solidFill>
          <a:ln w="26000" cap="flat" cmpd="sng">
            <a:solidFill>
              <a:srgbClr val="111111"/>
            </a:solidFill>
            <a:prstDash val="solid"/>
            <a:round/>
            <a:headEnd type="none" w="sm" len="sm"/>
            <a:tailEnd type="none" w="sm" len="sm"/>
          </a:ln>
        </p:spPr>
        <p:txBody>
          <a:bodyPr spcFirstLastPara="1" wrap="square" lIns="18725" tIns="46750" rIns="18725" bIns="46750" anchor="ctr" anchorCtr="0">
            <a:no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 Reversión E2</a:t>
            </a:r>
            <a:endParaRPr lang="es-CL" sz="1432" noProof="0" dirty="0"/>
          </a:p>
        </p:txBody>
      </p:sp>
      <p:sp>
        <p:nvSpPr>
          <p:cNvPr id="1701" name="Google Shape;1701;p26"/>
          <p:cNvSpPr/>
          <p:nvPr/>
        </p:nvSpPr>
        <p:spPr>
          <a:xfrm>
            <a:off x="4560860"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H1</a:t>
            </a:r>
            <a:endParaRPr lang="es-CL" sz="1432" noProof="0" dirty="0"/>
          </a:p>
        </p:txBody>
      </p:sp>
      <p:sp>
        <p:nvSpPr>
          <p:cNvPr id="1703" name="Google Shape;1703;p26"/>
          <p:cNvSpPr/>
          <p:nvPr/>
        </p:nvSpPr>
        <p:spPr>
          <a:xfrm>
            <a:off x="5706973"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H2</a:t>
            </a:r>
            <a:endParaRPr lang="es-CL" sz="1432" noProof="0" dirty="0"/>
          </a:p>
        </p:txBody>
      </p:sp>
      <p:sp>
        <p:nvSpPr>
          <p:cNvPr id="1705" name="Google Shape;1705;p26"/>
          <p:cNvSpPr/>
          <p:nvPr/>
        </p:nvSpPr>
        <p:spPr>
          <a:xfrm>
            <a:off x="6853086"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H3</a:t>
            </a:r>
            <a:endParaRPr lang="es-CL" sz="1432" noProof="0" dirty="0"/>
          </a:p>
        </p:txBody>
      </p:sp>
      <p:sp>
        <p:nvSpPr>
          <p:cNvPr id="1707" name="Google Shape;1707;p26"/>
          <p:cNvSpPr/>
          <p:nvPr/>
        </p:nvSpPr>
        <p:spPr>
          <a:xfrm>
            <a:off x="914531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H4</a:t>
            </a:r>
            <a:endParaRPr lang="es-CL" sz="1432" noProof="0" dirty="0"/>
          </a:p>
        </p:txBody>
      </p:sp>
      <p:sp>
        <p:nvSpPr>
          <p:cNvPr id="1709" name="Google Shape;1709;p26"/>
          <p:cNvSpPr/>
          <p:nvPr/>
        </p:nvSpPr>
        <p:spPr>
          <a:xfrm>
            <a:off x="10291426"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H5</a:t>
            </a:r>
            <a:endParaRPr lang="es-CL" sz="1432" noProof="0" dirty="0"/>
          </a:p>
        </p:txBody>
      </p:sp>
      <p:sp>
        <p:nvSpPr>
          <p:cNvPr id="1711" name="Google Shape;1711;p26"/>
          <p:cNvSpPr/>
          <p:nvPr/>
        </p:nvSpPr>
        <p:spPr>
          <a:xfrm>
            <a:off x="1086448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H6</a:t>
            </a:r>
            <a:endParaRPr lang="es-CL" sz="1432" noProof="0" dirty="0"/>
          </a:p>
        </p:txBody>
      </p:sp>
      <p:sp>
        <p:nvSpPr>
          <p:cNvPr id="1713" name="Google Shape;1713;p26"/>
          <p:cNvSpPr/>
          <p:nvPr/>
        </p:nvSpPr>
        <p:spPr>
          <a:xfrm>
            <a:off x="11437539"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H8</a:t>
            </a:r>
            <a:endParaRPr lang="es-CL" sz="1432" noProof="0" dirty="0"/>
          </a:p>
        </p:txBody>
      </p:sp>
      <p:sp>
        <p:nvSpPr>
          <p:cNvPr id="1715" name="Google Shape;1715;p26"/>
          <p:cNvSpPr/>
          <p:nvPr/>
        </p:nvSpPr>
        <p:spPr>
          <a:xfrm>
            <a:off x="12583652" y="7116723"/>
            <a:ext cx="224700" cy="224700"/>
          </a:xfrm>
          <a:prstGeom prst="diamond">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E8641B"/>
                </a:solidFill>
                <a:latin typeface="Inter SemiBold"/>
                <a:ea typeface="Inter SemiBold"/>
                <a:cs typeface="Inter SemiBold"/>
                <a:sym typeface="Inter SemiBold"/>
              </a:rPr>
              <a:t>H7</a:t>
            </a:r>
            <a:endParaRPr lang="es-CL" sz="1432" noProof="0" dirty="0"/>
          </a:p>
        </p:txBody>
      </p:sp>
      <p:sp>
        <p:nvSpPr>
          <p:cNvPr id="1717" name="Google Shape;1717;p26"/>
          <p:cNvSpPr/>
          <p:nvPr/>
        </p:nvSpPr>
        <p:spPr>
          <a:xfrm>
            <a:off x="13156708"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H9</a:t>
            </a:r>
            <a:endParaRPr lang="es-CL" sz="1432" noProof="0" dirty="0"/>
          </a:p>
        </p:txBody>
      </p:sp>
      <p:sp>
        <p:nvSpPr>
          <p:cNvPr id="1719" name="Google Shape;1719;p26"/>
          <p:cNvSpPr/>
          <p:nvPr/>
        </p:nvSpPr>
        <p:spPr>
          <a:xfrm>
            <a:off x="13729765"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H10</a:t>
            </a:r>
            <a:endParaRPr lang="es-CL" sz="1432" noProof="0" dirty="0"/>
          </a:p>
        </p:txBody>
      </p:sp>
      <p:sp>
        <p:nvSpPr>
          <p:cNvPr id="1721" name="Google Shape;1721;p26"/>
          <p:cNvSpPr/>
          <p:nvPr/>
        </p:nvSpPr>
        <p:spPr>
          <a:xfrm>
            <a:off x="1430282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H11</a:t>
            </a:r>
            <a:endParaRPr lang="es-CL" sz="1432" noProof="0" dirty="0"/>
          </a:p>
        </p:txBody>
      </p:sp>
      <p:sp>
        <p:nvSpPr>
          <p:cNvPr id="1723" name="Google Shape;1723;p26"/>
          <p:cNvSpPr/>
          <p:nvPr/>
        </p:nvSpPr>
        <p:spPr>
          <a:xfrm>
            <a:off x="15448934" y="7116723"/>
            <a:ext cx="224700" cy="224700"/>
          </a:xfrm>
          <a:prstGeom prst="diamond">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E8641B"/>
                </a:solidFill>
                <a:latin typeface="Inter SemiBold"/>
                <a:ea typeface="Inter SemiBold"/>
                <a:cs typeface="Inter SemiBold"/>
                <a:sym typeface="Inter SemiBold"/>
              </a:rPr>
              <a:t>H12</a:t>
            </a:r>
            <a:endParaRPr lang="es-CL" sz="1432" noProof="0" dirty="0"/>
          </a:p>
        </p:txBody>
      </p:sp>
      <p:sp>
        <p:nvSpPr>
          <p:cNvPr id="1725" name="Google Shape;1725;p26"/>
          <p:cNvSpPr/>
          <p:nvPr/>
        </p:nvSpPr>
        <p:spPr>
          <a:xfrm>
            <a:off x="4523436"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1</a:t>
            </a:r>
            <a:endParaRPr lang="es-CL" sz="1432" noProof="0" dirty="0"/>
          </a:p>
        </p:txBody>
      </p:sp>
      <p:sp>
        <p:nvSpPr>
          <p:cNvPr id="1726" name="Google Shape;1726;p26"/>
          <p:cNvSpPr/>
          <p:nvPr/>
        </p:nvSpPr>
        <p:spPr>
          <a:xfrm>
            <a:off x="5669549"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1</a:t>
            </a:r>
            <a:endParaRPr lang="es-CL" sz="1432" noProof="0" dirty="0"/>
          </a:p>
        </p:txBody>
      </p:sp>
      <p:sp>
        <p:nvSpPr>
          <p:cNvPr id="1727" name="Google Shape;1727;p26"/>
          <p:cNvSpPr/>
          <p:nvPr/>
        </p:nvSpPr>
        <p:spPr>
          <a:xfrm>
            <a:off x="6815662"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1</a:t>
            </a:r>
            <a:endParaRPr lang="es-CL" sz="1432" noProof="0" dirty="0"/>
          </a:p>
        </p:txBody>
      </p:sp>
      <p:sp>
        <p:nvSpPr>
          <p:cNvPr id="1728" name="Google Shape;1728;p26"/>
          <p:cNvSpPr/>
          <p:nvPr/>
        </p:nvSpPr>
        <p:spPr>
          <a:xfrm>
            <a:off x="7961775"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2</a:t>
            </a:r>
            <a:endParaRPr lang="es-CL" sz="1432" noProof="0" dirty="0"/>
          </a:p>
        </p:txBody>
      </p:sp>
      <p:sp>
        <p:nvSpPr>
          <p:cNvPr id="1729" name="Google Shape;1729;p26"/>
          <p:cNvSpPr/>
          <p:nvPr/>
        </p:nvSpPr>
        <p:spPr>
          <a:xfrm>
            <a:off x="9680945"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4</a:t>
            </a:r>
            <a:endParaRPr lang="es-CL" sz="1432" noProof="0" dirty="0"/>
          </a:p>
        </p:txBody>
      </p:sp>
      <p:sp>
        <p:nvSpPr>
          <p:cNvPr id="1730" name="Google Shape;1730;p26"/>
          <p:cNvSpPr/>
          <p:nvPr/>
        </p:nvSpPr>
        <p:spPr>
          <a:xfrm>
            <a:off x="10254001"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1</a:t>
            </a:r>
            <a:endParaRPr lang="es-CL" sz="1432" noProof="0" dirty="0"/>
          </a:p>
        </p:txBody>
      </p:sp>
      <p:sp>
        <p:nvSpPr>
          <p:cNvPr id="1731" name="Google Shape;1731;p26"/>
          <p:cNvSpPr txBox="1"/>
          <p:nvPr/>
        </p:nvSpPr>
        <p:spPr>
          <a:xfrm>
            <a:off x="3813547" y="8426567"/>
            <a:ext cx="110400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1" i="0" u="none" strike="noStrike" cap="none" noProof="0" dirty="0">
                <a:solidFill>
                  <a:srgbClr val="E8641B"/>
                </a:solidFill>
                <a:latin typeface="Inter SemiBold"/>
                <a:ea typeface="Inter SemiBold"/>
                <a:cs typeface="Inter SemiBold"/>
                <a:sym typeface="Inter SemiBold"/>
              </a:rPr>
              <a:t>Riesgos: m2 R-001 · m4 R-014 · m6 R-006 · m8 R-005, R-011 · m11 R-003, R-013, R-015, R-016 · m12 R-012</a:t>
            </a:r>
            <a:endParaRPr lang="es-CL" sz="1432" noProof="0" dirty="0"/>
          </a:p>
        </p:txBody>
      </p:sp>
      <p:sp>
        <p:nvSpPr>
          <p:cNvPr id="173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38"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739"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740" name="!!title"/>
          <p:cNvSpPr txBox="1"/>
          <p:nvPr/>
        </p:nvSpPr>
        <p:spPr>
          <a:xfrm>
            <a:off x="9389512" y="1188720"/>
            <a:ext cx="5669280" cy="237744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dirty="0">
                <a:solidFill>
                  <a:srgbClr val="111111"/>
                </a:solidFill>
                <a:latin typeface="Inter SemiBold"/>
                <a:ea typeface="Inter SemiBold"/>
                <a:cs typeface="Inter SemiBold"/>
                <a:sym typeface="Inter SemiBold"/>
              </a:rPr>
              <a:t>Esfuerzo por mes</a:t>
            </a:r>
            <a:endParaRPr lang="es-CL" noProof="0" dirty="0"/>
          </a:p>
        </p:txBody>
      </p:sp>
      <p:sp>
        <p:nvSpPr>
          <p:cNvPr id="1741" name="!!brand"/>
          <p:cNvSpPr txBox="1"/>
          <p:nvPr/>
        </p:nvSpPr>
        <p:spPr>
          <a:xfrm>
            <a:off x="13217409" y="1000125"/>
            <a:ext cx="3328659"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b="1" noProof="0" dirty="0">
                <a:solidFill>
                  <a:srgbClr val="000000"/>
                </a:solidFill>
                <a:latin typeface="Inter SemiBold"/>
                <a:ea typeface="Inter SemiBold"/>
                <a:cs typeface="Inter SemiBold"/>
                <a:sym typeface="Inter SemiBold"/>
              </a:rPr>
              <a:t>LafroX </a:t>
            </a:r>
            <a:r>
              <a:rPr lang="es-CL" sz="1800" b="1" noProof="0" dirty="0" err="1">
                <a:solidFill>
                  <a:srgbClr val="000000"/>
                </a:solidFill>
                <a:latin typeface="Inter SemiBold"/>
                <a:ea typeface="Inter SemiBold"/>
                <a:cs typeface="Inter SemiBold"/>
                <a:sym typeface="Inter SemiBold"/>
              </a:rPr>
              <a:t>SpA</a:t>
            </a:r>
            <a:endParaRPr lang="es-CL" noProof="0" dirty="0"/>
          </a:p>
        </p:txBody>
      </p:sp>
      <p:pic>
        <p:nvPicPr>
          <p:cNvPr id="1742" name="!!logo" descr="Isotipo LafroX"/>
          <p:cNvPicPr preferRelativeResize="0"/>
          <p:nvPr/>
        </p:nvPicPr>
        <p:blipFill rotWithShape="1">
          <a:blip r:embed="rId5">
            <a:alphaModFix/>
          </a:blip>
          <a:srcRect/>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dirty="0">
                <a:solidFill>
                  <a:srgbClr val="E8641B"/>
                </a:solidFill>
                <a:latin typeface="Inter SemiBold"/>
                <a:ea typeface="Inter SemiBold"/>
                <a:cs typeface="Inter SemiBold"/>
                <a:sym typeface="Inter SemiBold"/>
              </a:rPr>
              <a:t>8.106 HH</a:t>
            </a:r>
            <a:endParaRPr lang="es-CL" noProof="0" dirty="0"/>
          </a:p>
        </p:txBody>
      </p:sp>
      <p:sp>
        <p:nvSpPr>
          <p:cNvPr id="1744" name="Google Shape;1744;p27"/>
          <p:cNvSpPr txBox="1"/>
          <p:nvPr/>
        </p:nvSpPr>
        <p:spPr>
          <a:xfrm>
            <a:off x="9390888" y="4389120"/>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máximo mensual · mes 15</a:t>
            </a:r>
            <a:endParaRPr lang="es-CL" noProof="0" dirty="0"/>
          </a:p>
        </p:txBody>
      </p:sp>
      <p:sp>
        <p:nvSpPr>
          <p:cNvPr id="1745" name="Google Shape;1745;p27"/>
          <p:cNvSpPr txBox="1"/>
          <p:nvPr/>
        </p:nvSpPr>
        <p:spPr>
          <a:xfrm>
            <a:off x="9390888" y="4956048"/>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dirty="0">
                <a:solidFill>
                  <a:srgbClr val="E8641B"/>
                </a:solidFill>
                <a:latin typeface="Inter SemiBold"/>
                <a:ea typeface="Inter SemiBold"/>
                <a:cs typeface="Inter SemiBold"/>
                <a:sym typeface="Inter SemiBold"/>
              </a:rPr>
              <a:t>69 personas</a:t>
            </a:r>
            <a:endParaRPr lang="es-CL" noProof="0" dirty="0"/>
          </a:p>
        </p:txBody>
      </p:sp>
      <p:sp>
        <p:nvSpPr>
          <p:cNvPr id="1746" name="Google Shape;1746;p27"/>
          <p:cNvSpPr txBox="1"/>
          <p:nvPr/>
        </p:nvSpPr>
        <p:spPr>
          <a:xfrm>
            <a:off x="9390888" y="5504688"/>
            <a:ext cx="53035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equivalentes · </a:t>
            </a:r>
            <a:r>
              <a:rPr lang="es-CL" sz="1700" b="0" noProof="0" dirty="0" err="1">
                <a:solidFill>
                  <a:srgbClr val="606060"/>
                </a:solidFill>
                <a:latin typeface="Inter"/>
                <a:ea typeface="Inter"/>
                <a:cs typeface="Inter"/>
                <a:sym typeface="Inter"/>
              </a:rPr>
              <a:t>peak</a:t>
            </a:r>
            <a:r>
              <a:rPr lang="es-CL" sz="1700" b="0" noProof="0" dirty="0">
                <a:solidFill>
                  <a:srgbClr val="606060"/>
                </a:solidFill>
                <a:latin typeface="Inter"/>
                <a:ea typeface="Inter"/>
                <a:cs typeface="Inter"/>
                <a:sym typeface="Inter"/>
              </a:rPr>
              <a:t> del mes 15</a:t>
            </a:r>
          </a:p>
        </p:txBody>
      </p:sp>
      <p:sp>
        <p:nvSpPr>
          <p:cNvPr id="1747" name="Google Shape;1747;p27"/>
          <p:cNvSpPr txBox="1"/>
          <p:nvPr/>
        </p:nvSpPr>
        <p:spPr>
          <a:xfrm>
            <a:off x="9390888" y="6071616"/>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dirty="0">
                <a:solidFill>
                  <a:srgbClr val="E8641B"/>
                </a:solidFill>
                <a:latin typeface="Inter SemiBold"/>
                <a:ea typeface="Inter SemiBold"/>
                <a:cs typeface="Inter SemiBold"/>
                <a:sym typeface="Inter SemiBold"/>
              </a:rPr>
              <a:t>≈3.200–3.900</a:t>
            </a:r>
            <a:endParaRPr lang="es-CL" noProof="0" dirty="0"/>
          </a:p>
        </p:txBody>
      </p:sp>
      <p:sp>
        <p:nvSpPr>
          <p:cNvPr id="1748" name="Google Shape;1748;p27"/>
          <p:cNvSpPr txBox="1"/>
          <p:nvPr/>
        </p:nvSpPr>
        <p:spPr>
          <a:xfrm>
            <a:off x="9390888" y="6620256"/>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HH/mes en operación</a:t>
            </a:r>
            <a:endParaRPr lang="es-CL" noProof="0" dirty="0"/>
          </a:p>
        </p:txBody>
      </p:sp>
      <p:sp>
        <p:nvSpPr>
          <p:cNvPr id="1749" name="Google Shape;1749;p27"/>
          <p:cNvSpPr txBox="1"/>
          <p:nvPr/>
        </p:nvSpPr>
        <p:spPr>
          <a:xfrm>
            <a:off x="9390888" y="7187184"/>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dirty="0">
                <a:solidFill>
                  <a:srgbClr val="E8641B"/>
                </a:solidFill>
                <a:latin typeface="Inter SemiBold"/>
                <a:ea typeface="Inter SemiBold"/>
                <a:cs typeface="Inter SemiBold"/>
                <a:sym typeface="Inter SemiBold"/>
              </a:rPr>
              <a:t>217.543 HH</a:t>
            </a:r>
            <a:endParaRPr lang="es-CL" noProof="0" dirty="0"/>
          </a:p>
        </p:txBody>
      </p:sp>
      <p:sp>
        <p:nvSpPr>
          <p:cNvPr id="1750" name="Google Shape;1750;p27"/>
          <p:cNvSpPr txBox="1"/>
          <p:nvPr/>
        </p:nvSpPr>
        <p:spPr>
          <a:xfrm>
            <a:off x="9390888" y="7735824"/>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programadas en total</a:t>
            </a:r>
            <a:endParaRPr lang="es-CL" noProof="0" dirty="0"/>
          </a:p>
        </p:txBody>
      </p:sp>
      <p:graphicFrame>
        <p:nvGraphicFramePr>
          <p:cNvPr id="1751" name="Google Shape;1751;p27"/>
          <p:cNvGraphicFramePr/>
          <p:nvPr>
            <p:extLst>
              <p:ext uri="{D42A27DB-BD31-4B8C-83A1-F6EECF244321}">
                <p14:modId xmlns:p14="http://schemas.microsoft.com/office/powerpoint/2010/main" val="2178433334"/>
              </p:ext>
            </p:extLst>
          </p:nvPr>
        </p:nvGraphicFramePr>
        <p:xfrm>
          <a:off x="457200" y="1188720"/>
          <a:ext cx="8686800" cy="7863840"/>
        </p:xfrm>
        <a:graphic>
          <a:graphicData uri="http://schemas.openxmlformats.org/drawingml/2006/chart">
            <c:chart xmlns:c="http://schemas.openxmlformats.org/drawingml/2006/chart" xmlns:r="http://schemas.openxmlformats.org/officeDocument/2006/relationships" r:id="rId6"/>
          </a:graphicData>
        </a:graphic>
      </p:graphicFrame>
      <p:sp>
        <p:nvSpPr>
          <p:cNvPr id="175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67"/>
        <p:cNvGrpSpPr/>
        <p:nvPr/>
      </p:nvGrpSpPr>
      <p:grpSpPr>
        <a:xfrm>
          <a:off x="0" y="0"/>
          <a:ext cx="0" cy="0"/>
          <a:chOff x="0" y="0"/>
          <a:chExt cx="0" cy="0"/>
        </a:xfrm>
      </p:grpSpPr>
      <p:sp>
        <p:nvSpPr>
          <p:cNvPr id="1768"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769"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770"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771"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dirty="0"/>
          </a:p>
        </p:txBody>
      </p:sp>
      <p:sp>
        <p:nvSpPr>
          <p:cNvPr id="1772" name="!!title"/>
          <p:cNvSpPr txBox="1"/>
          <p:nvPr/>
        </p:nvSpPr>
        <p:spPr>
          <a:xfrm>
            <a:off x="1435608" y="2788920"/>
            <a:ext cx="7772400" cy="14406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200" b="1" noProof="0" dirty="0">
                <a:solidFill>
                  <a:srgbClr val="111111"/>
                </a:solidFill>
                <a:latin typeface="Inter SemiBold"/>
                <a:ea typeface="Inter SemiBold"/>
                <a:cs typeface="Inter SemiBold"/>
                <a:sym typeface="Inter SemiBold"/>
              </a:rPr>
              <a:t>RBS: de dónde vienen los riesgos</a:t>
            </a:r>
            <a:endParaRPr lang="es-CL" noProof="0" dirty="0"/>
          </a:p>
        </p:txBody>
      </p:sp>
      <p:sp>
        <p:nvSpPr>
          <p:cNvPr id="1773" name="Google Shape;1773;hc7cc306779174be_6_2"/>
          <p:cNvSpPr txBox="1"/>
          <p:nvPr/>
        </p:nvSpPr>
        <p:spPr>
          <a:xfrm>
            <a:off x="1435608" y="4846320"/>
            <a:ext cx="75894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400" b="0" noProof="0" dirty="0">
                <a:solidFill>
                  <a:srgbClr val="3C3C3C"/>
                </a:solidFill>
                <a:latin typeface="Inter"/>
                <a:ea typeface="Inter"/>
                <a:cs typeface="Inter"/>
                <a:sym typeface="Inter"/>
              </a:rPr>
              <a:t>7 ramas · 45 riesgos · ISO 31000</a:t>
            </a:r>
            <a:endParaRPr lang="es-CL" noProof="0" dirty="0"/>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2 críticos · 23 altos · 19 medios · 1 bajo</a:t>
            </a:r>
            <a:endParaRPr lang="es-CL" noProof="0" dirty="0"/>
          </a:p>
        </p:txBody>
      </p:sp>
      <p:sp>
        <p:nvSpPr>
          <p:cNvPr id="1779" name="Google Shape;1779;hc7cc306779174be_6_2"/>
          <p:cNvSpPr/>
          <p:nvPr/>
        </p:nvSpPr>
        <p:spPr>
          <a:xfrm>
            <a:off x="9326880" y="914400"/>
            <a:ext cx="1737300" cy="7370100"/>
          </a:xfrm>
          <a:prstGeom prst="roundRect">
            <a:avLst>
              <a:gd name="adj" fmla="val 8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4400" b="1" noProof="0" dirty="0">
                <a:solidFill>
                  <a:srgbClr val="FFFFFF"/>
                </a:solidFill>
                <a:latin typeface="Inter SemiBold"/>
                <a:ea typeface="Inter SemiBold"/>
                <a:cs typeface="Inter SemiBold"/>
                <a:sym typeface="Inter SemiBold"/>
              </a:rPr>
              <a:t>45</a:t>
            </a:r>
            <a:endParaRPr lang="es-CL" noProof="0" dirty="0"/>
          </a:p>
          <a:p>
            <a:pPr marL="0" marR="0" lvl="0" indent="0" algn="ctr" rtl="0">
              <a:spcBef>
                <a:spcPts val="0"/>
              </a:spcBef>
              <a:spcAft>
                <a:spcPts val="0"/>
              </a:spcAft>
              <a:buNone/>
            </a:pPr>
            <a:r>
              <a:rPr lang="es-CL" sz="1700" b="0" noProof="0" dirty="0">
                <a:solidFill>
                  <a:srgbClr val="C7C7C7"/>
                </a:solidFill>
                <a:latin typeface="Inter"/>
                <a:ea typeface="Inter"/>
                <a:cs typeface="Inter"/>
                <a:sym typeface="Inter"/>
              </a:rPr>
              <a:t>riesgos</a:t>
            </a:r>
            <a:endParaRPr lang="es-CL" noProof="0" dirty="0"/>
          </a:p>
        </p:txBody>
      </p:sp>
      <p:cxnSp>
        <p:nvCxnSpPr>
          <p:cNvPr id="1780" name="Google Shape;1780;hc7cc306779174be_6_2"/>
          <p:cNvCxnSpPr/>
          <p:nvPr/>
        </p:nvCxnSpPr>
        <p:spPr>
          <a:xfrm>
            <a:off x="11064240" y="1362456"/>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81" name="Google Shape;1781;hc7cc306779174be_6_2"/>
          <p:cNvSpPr/>
          <p:nvPr/>
        </p:nvSpPr>
        <p:spPr>
          <a:xfrm>
            <a:off x="11430000" y="914400"/>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82" name="!!rama1"/>
          <p:cNvSpPr/>
          <p:nvPr/>
        </p:nvSpPr>
        <p:spPr>
          <a:xfrm>
            <a:off x="11567160" y="1042416"/>
            <a:ext cx="640200" cy="64020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14</a:t>
            </a:r>
            <a:endParaRPr lang="es-CL" noProof="0" dirty="0"/>
          </a:p>
        </p:txBody>
      </p:sp>
      <p:sp>
        <p:nvSpPr>
          <p:cNvPr id="1783" name="Google Shape;1783;hc7cc306779174be_6_2"/>
          <p:cNvSpPr txBox="1"/>
          <p:nvPr/>
        </p:nvSpPr>
        <p:spPr>
          <a:xfrm>
            <a:off x="12390120" y="987552"/>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1 · Solución y tecnología</a:t>
            </a:r>
            <a:endParaRPr lang="es-CL" noProof="0" dirty="0"/>
          </a:p>
        </p:txBody>
      </p:sp>
      <p:sp>
        <p:nvSpPr>
          <p:cNvPr id="1784" name="Google Shape;1784;hc7cc306779174be_6_2"/>
          <p:cNvSpPr txBox="1"/>
          <p:nvPr/>
        </p:nvSpPr>
        <p:spPr>
          <a:xfrm>
            <a:off x="12390120" y="1389888"/>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R-012 Retiro · R-015 RTO/RPO</a:t>
            </a:r>
            <a:endParaRPr lang="es-CL" noProof="0" dirty="0"/>
          </a:p>
        </p:txBody>
      </p:sp>
      <p:cxnSp>
        <p:nvCxnSpPr>
          <p:cNvPr id="1785" name="Google Shape;1785;hc7cc306779174be_6_2"/>
          <p:cNvCxnSpPr/>
          <p:nvPr/>
        </p:nvCxnSpPr>
        <p:spPr>
          <a:xfrm>
            <a:off x="11064240" y="2441448"/>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86" name="Google Shape;1786;hc7cc306779174be_6_2"/>
          <p:cNvSpPr/>
          <p:nvPr/>
        </p:nvSpPr>
        <p:spPr>
          <a:xfrm>
            <a:off x="11430000" y="1993391"/>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87" name="!!rama2"/>
          <p:cNvSpPr/>
          <p:nvPr/>
        </p:nvSpPr>
        <p:spPr>
          <a:xfrm>
            <a:off x="11567160" y="2121408"/>
            <a:ext cx="640200" cy="640200"/>
          </a:xfrm>
          <a:prstGeom prst="ellipse">
            <a:avLst/>
          </a:prstGeom>
          <a:solidFill>
            <a:srgbClr val="11111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7</a:t>
            </a:r>
            <a:endParaRPr lang="es-CL" noProof="0" dirty="0"/>
          </a:p>
        </p:txBody>
      </p:sp>
      <p:sp>
        <p:nvSpPr>
          <p:cNvPr id="1788" name="Google Shape;1788;hc7cc306779174be_6_2"/>
          <p:cNvSpPr txBox="1"/>
          <p:nvPr/>
        </p:nvSpPr>
        <p:spPr>
          <a:xfrm>
            <a:off x="12390120" y="2066543"/>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2 · Integración y legado</a:t>
            </a:r>
            <a:endParaRPr lang="es-CL" noProof="0" dirty="0"/>
          </a:p>
        </p:txBody>
      </p:sp>
      <p:sp>
        <p:nvSpPr>
          <p:cNvPr id="1789" name="Google Shape;1789;hc7cc306779174be_6_2"/>
          <p:cNvSpPr txBox="1"/>
          <p:nvPr/>
        </p:nvSpPr>
        <p:spPr>
          <a:xfrm>
            <a:off x="12390120" y="2468879"/>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R-001 Interfaces ERP · R-003 WMS</a:t>
            </a:r>
            <a:endParaRPr lang="es-CL" noProof="0" dirty="0"/>
          </a:p>
        </p:txBody>
      </p:sp>
      <p:cxnSp>
        <p:nvCxnSpPr>
          <p:cNvPr id="1790" name="Google Shape;1790;hc7cc306779174be_6_2"/>
          <p:cNvCxnSpPr/>
          <p:nvPr/>
        </p:nvCxnSpPr>
        <p:spPr>
          <a:xfrm>
            <a:off x="11064240" y="3520439"/>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91" name="Google Shape;1791;hc7cc306779174be_6_2"/>
          <p:cNvSpPr/>
          <p:nvPr/>
        </p:nvSpPr>
        <p:spPr>
          <a:xfrm>
            <a:off x="11430000" y="3072384"/>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92" name="!!rama3"/>
          <p:cNvSpPr/>
          <p:nvPr/>
        </p:nvSpPr>
        <p:spPr>
          <a:xfrm>
            <a:off x="11567160" y="3200400"/>
            <a:ext cx="640200" cy="640200"/>
          </a:xfrm>
          <a:prstGeom prst="ellipse">
            <a:avLst/>
          </a:prstGeom>
          <a:solidFill>
            <a:srgbClr val="F29A5E"/>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8</a:t>
            </a:r>
            <a:endParaRPr lang="es-CL" noProof="0" dirty="0"/>
          </a:p>
        </p:txBody>
      </p:sp>
      <p:sp>
        <p:nvSpPr>
          <p:cNvPr id="1793" name="Google Shape;1793;hc7cc306779174be_6_2"/>
          <p:cNvSpPr txBox="1"/>
          <p:nvPr/>
        </p:nvSpPr>
        <p:spPr>
          <a:xfrm>
            <a:off x="12390120" y="3145536"/>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3 · Operación del cliente</a:t>
            </a:r>
            <a:endParaRPr lang="es-CL" noProof="0" dirty="0"/>
          </a:p>
        </p:txBody>
      </p:sp>
      <p:sp>
        <p:nvSpPr>
          <p:cNvPr id="1794" name="Google Shape;1794;hc7cc306779174be_6_2"/>
          <p:cNvSpPr txBox="1"/>
          <p:nvPr/>
        </p:nvSpPr>
        <p:spPr>
          <a:xfrm>
            <a:off x="12390120" y="3547872"/>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R-006 Enlaces · R-014 Sala y energía</a:t>
            </a:r>
            <a:endParaRPr lang="es-CL" noProof="0" dirty="0"/>
          </a:p>
        </p:txBody>
      </p:sp>
      <p:cxnSp>
        <p:nvCxnSpPr>
          <p:cNvPr id="1795" name="Google Shape;1795;hc7cc306779174be_6_2"/>
          <p:cNvCxnSpPr/>
          <p:nvPr/>
        </p:nvCxnSpPr>
        <p:spPr>
          <a:xfrm>
            <a:off x="11064240" y="4599432"/>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96" name="Google Shape;1796;hc7cc306779174be_6_2"/>
          <p:cNvSpPr/>
          <p:nvPr/>
        </p:nvSpPr>
        <p:spPr>
          <a:xfrm>
            <a:off x="11430000" y="4151376"/>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7</a:t>
            </a:r>
            <a:endParaRPr lang="es-CL" noProof="0" dirty="0"/>
          </a:p>
        </p:txBody>
      </p:sp>
      <p:sp>
        <p:nvSpPr>
          <p:cNvPr id="1798" name="Google Shape;1798;hc7cc306779174be_6_2"/>
          <p:cNvSpPr txBox="1"/>
          <p:nvPr/>
        </p:nvSpPr>
        <p:spPr>
          <a:xfrm>
            <a:off x="12390120" y="4224528"/>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4 · Personas y adopción</a:t>
            </a:r>
            <a:endParaRPr lang="es-CL" noProof="0" dirty="0"/>
          </a:p>
        </p:txBody>
      </p:sp>
      <p:sp>
        <p:nvSpPr>
          <p:cNvPr id="1799" name="Google Shape;1799;hc7cc306779174be_6_2"/>
          <p:cNvSpPr txBox="1"/>
          <p:nvPr/>
        </p:nvSpPr>
        <p:spPr>
          <a:xfrm>
            <a:off x="12390120" y="4626864"/>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R-017 Sindicato · R-021 Rutas</a:t>
            </a:r>
            <a:endParaRPr lang="es-CL" noProof="0" dirty="0"/>
          </a:p>
        </p:txBody>
      </p:sp>
      <p:cxnSp>
        <p:nvCxnSpPr>
          <p:cNvPr id="1800" name="Google Shape;1800;hc7cc306779174be_6_2"/>
          <p:cNvCxnSpPr/>
          <p:nvPr/>
        </p:nvCxnSpPr>
        <p:spPr>
          <a:xfrm>
            <a:off x="11064240" y="5678424"/>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01" name="Google Shape;1801;hc7cc306779174be_6_2"/>
          <p:cNvSpPr/>
          <p:nvPr/>
        </p:nvSpPr>
        <p:spPr>
          <a:xfrm>
            <a:off x="11430000" y="5230368"/>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802" name="!!rama5"/>
          <p:cNvSpPr/>
          <p:nvPr/>
        </p:nvSpPr>
        <p:spPr>
          <a:xfrm>
            <a:off x="11567160" y="5358383"/>
            <a:ext cx="640200" cy="640200"/>
          </a:xfrm>
          <a:prstGeom prst="ellipse">
            <a:avLst/>
          </a:prstGeom>
          <a:solidFill>
            <a:srgbClr val="606060"/>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4</a:t>
            </a:r>
            <a:endParaRPr lang="es-CL" noProof="0" dirty="0"/>
          </a:p>
        </p:txBody>
      </p:sp>
      <p:sp>
        <p:nvSpPr>
          <p:cNvPr id="1803" name="Google Shape;1803;hc7cc306779174be_6_2"/>
          <p:cNvSpPr txBox="1"/>
          <p:nvPr/>
        </p:nvSpPr>
        <p:spPr>
          <a:xfrm>
            <a:off x="12390120" y="5303520"/>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5 · Contrato y licitación</a:t>
            </a:r>
            <a:endParaRPr lang="es-CL" noProof="0" dirty="0"/>
          </a:p>
        </p:txBody>
      </p:sp>
      <p:sp>
        <p:nvSpPr>
          <p:cNvPr id="1804" name="Google Shape;1804;hc7cc306779174be_6_2"/>
          <p:cNvSpPr txBox="1"/>
          <p:nvPr/>
        </p:nvSpPr>
        <p:spPr>
          <a:xfrm>
            <a:off x="12390120" y="5705856"/>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R-026 Aceptación · R-027 Alcance</a:t>
            </a:r>
            <a:endParaRPr lang="es-CL" noProof="0" dirty="0"/>
          </a:p>
        </p:txBody>
      </p:sp>
      <p:cxnSp>
        <p:nvCxnSpPr>
          <p:cNvPr id="1805" name="Google Shape;1805;hc7cc306779174be_6_2"/>
          <p:cNvCxnSpPr/>
          <p:nvPr/>
        </p:nvCxnSpPr>
        <p:spPr>
          <a:xfrm>
            <a:off x="11064240" y="6757416"/>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06" name="Google Shape;1806;hc7cc306779174be_6_2"/>
          <p:cNvSpPr/>
          <p:nvPr/>
        </p:nvSpPr>
        <p:spPr>
          <a:xfrm>
            <a:off x="11430000" y="6309359"/>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807" name="!!rama6"/>
          <p:cNvSpPr/>
          <p:nvPr/>
        </p:nvSpPr>
        <p:spPr>
          <a:xfrm>
            <a:off x="11567160" y="6437375"/>
            <a:ext cx="640200" cy="640200"/>
          </a:xfrm>
          <a:prstGeom prst="ellipse">
            <a:avLst/>
          </a:prstGeom>
          <a:solidFill>
            <a:srgbClr val="9A9A9A"/>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2</a:t>
            </a:r>
            <a:endParaRPr lang="es-CL" noProof="0" dirty="0"/>
          </a:p>
        </p:txBody>
      </p:sp>
      <p:sp>
        <p:nvSpPr>
          <p:cNvPr id="1808" name="Google Shape;1808;hc7cc306779174be_6_2"/>
          <p:cNvSpPr txBox="1"/>
          <p:nvPr/>
        </p:nvSpPr>
        <p:spPr>
          <a:xfrm>
            <a:off x="12390120" y="6382512"/>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6 · Regulatorio y externo</a:t>
            </a:r>
            <a:endParaRPr lang="es-CL" noProof="0" dirty="0"/>
          </a:p>
        </p:txBody>
      </p:sp>
      <p:sp>
        <p:nvSpPr>
          <p:cNvPr id="1809" name="Google Shape;1809;hc7cc306779174be_6_2"/>
          <p:cNvSpPr txBox="1"/>
          <p:nvPr/>
        </p:nvSpPr>
        <p:spPr>
          <a:xfrm>
            <a:off x="12390120" y="6784848"/>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R-029 Evidencia · R-042 Normativa</a:t>
            </a:r>
            <a:endParaRPr lang="es-CL" noProof="0" dirty="0"/>
          </a:p>
        </p:txBody>
      </p:sp>
      <p:cxnSp>
        <p:nvCxnSpPr>
          <p:cNvPr id="1810" name="Google Shape;1810;hc7cc306779174be_6_2"/>
          <p:cNvCxnSpPr/>
          <p:nvPr/>
        </p:nvCxnSpPr>
        <p:spPr>
          <a:xfrm>
            <a:off x="11064240" y="7836408"/>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11" name="Google Shape;1811;hc7cc306779174be_6_2"/>
          <p:cNvSpPr/>
          <p:nvPr/>
        </p:nvSpPr>
        <p:spPr>
          <a:xfrm>
            <a:off x="11430000" y="7388352"/>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3</a:t>
            </a:r>
            <a:endParaRPr lang="es-CL" noProof="0" dirty="0"/>
          </a:p>
        </p:txBody>
      </p:sp>
      <p:sp>
        <p:nvSpPr>
          <p:cNvPr id="1813" name="Google Shape;1813;hc7cc306779174be_6_2"/>
          <p:cNvSpPr txBox="1"/>
          <p:nvPr/>
        </p:nvSpPr>
        <p:spPr>
          <a:xfrm>
            <a:off x="12390120" y="7461504"/>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7 · Empresa proveedora</a:t>
            </a:r>
            <a:endParaRPr lang="es-CL" noProof="0" dirty="0"/>
          </a:p>
        </p:txBody>
      </p:sp>
      <p:sp>
        <p:nvSpPr>
          <p:cNvPr id="1814" name="Google Shape;1814;hc7cc306779174be_6_2"/>
          <p:cNvSpPr txBox="1"/>
          <p:nvPr/>
        </p:nvSpPr>
        <p:spPr>
          <a:xfrm>
            <a:off x="12390120" y="7863840"/>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R-025 Dotación · R-034 Mesa y NOC</a:t>
            </a:r>
            <a:endParaRPr lang="es-CL" noProof="0" dirty="0"/>
          </a:p>
        </p:txBody>
      </p:sp>
      <p:sp>
        <p:nvSpPr>
          <p:cNvPr id="1815"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57"/>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764"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1765"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1766" name="Connector 1765"/>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7" name="Connector 1766"/>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8" name="Connector 1767"/>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69"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1</a:t>
            </a:r>
          </a:p>
          <a:p>
            <a:pPr algn="l"/>
            <a:r>
              <a:rPr lang="es-CL" sz="1500" b="1" noProof="0" dirty="0">
                <a:solidFill>
                  <a:srgbClr val="111111"/>
                </a:solidFill>
                <a:latin typeface="Inter SemiBold"/>
              </a:rPr>
              <a:t>Solución y tecnología</a:t>
            </a:r>
          </a:p>
        </p:txBody>
      </p:sp>
      <p:sp>
        <p:nvSpPr>
          <p:cNvPr id="1770"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14 riesgos</a:t>
            </a:r>
          </a:p>
        </p:txBody>
      </p:sp>
      <p:sp>
        <p:nvSpPr>
          <p:cNvPr id="1771" name="Oval 1770"/>
          <p:cNvSpPr/>
          <p:nvPr/>
        </p:nvSpPr>
        <p:spPr>
          <a:xfrm>
            <a:off x="96012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2" name="Oval 1771"/>
          <p:cNvSpPr/>
          <p:nvPr/>
        </p:nvSpPr>
        <p:spPr>
          <a:xfrm>
            <a:off x="125272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3" name="Oval 1772"/>
          <p:cNvSpPr/>
          <p:nvPr/>
        </p:nvSpPr>
        <p:spPr>
          <a:xfrm>
            <a:off x="15453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4" name="Oval 1773"/>
          <p:cNvSpPr/>
          <p:nvPr/>
        </p:nvSpPr>
        <p:spPr>
          <a:xfrm>
            <a:off x="183794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5" name="Oval 1774"/>
          <p:cNvSpPr/>
          <p:nvPr/>
        </p:nvSpPr>
        <p:spPr>
          <a:xfrm>
            <a:off x="213055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6" name="Oval 1775"/>
          <p:cNvSpPr/>
          <p:nvPr/>
        </p:nvSpPr>
        <p:spPr>
          <a:xfrm>
            <a:off x="242316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7" name="Oval 1776"/>
          <p:cNvSpPr/>
          <p:nvPr/>
        </p:nvSpPr>
        <p:spPr>
          <a:xfrm>
            <a:off x="2715768" y="4846320"/>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8" name="Oval 1777"/>
          <p:cNvSpPr/>
          <p:nvPr/>
        </p:nvSpPr>
        <p:spPr>
          <a:xfrm>
            <a:off x="960120"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9" name="Oval 1778"/>
          <p:cNvSpPr/>
          <p:nvPr/>
        </p:nvSpPr>
        <p:spPr>
          <a:xfrm>
            <a:off x="1252728" y="5138928"/>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0" name="Oval 1779"/>
          <p:cNvSpPr/>
          <p:nvPr/>
        </p:nvSpPr>
        <p:spPr>
          <a:xfrm>
            <a:off x="1545336"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1" name="Oval 1780"/>
          <p:cNvSpPr/>
          <p:nvPr/>
        </p:nvSpPr>
        <p:spPr>
          <a:xfrm>
            <a:off x="1837943"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2" name="Oval 1781"/>
          <p:cNvSpPr/>
          <p:nvPr/>
        </p:nvSpPr>
        <p:spPr>
          <a:xfrm>
            <a:off x="2130552"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3" name="Oval 1782"/>
          <p:cNvSpPr/>
          <p:nvPr/>
        </p:nvSpPr>
        <p:spPr>
          <a:xfrm>
            <a:off x="2423160"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4" name="Oval 1783"/>
          <p:cNvSpPr/>
          <p:nvPr/>
        </p:nvSpPr>
        <p:spPr>
          <a:xfrm>
            <a:off x="2715768"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785" name="Connector 1784"/>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86"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2</a:t>
            </a:r>
          </a:p>
          <a:p>
            <a:pPr algn="l"/>
            <a:r>
              <a:rPr lang="es-CL" sz="1500" b="1" noProof="0" dirty="0">
                <a:solidFill>
                  <a:srgbClr val="111111"/>
                </a:solidFill>
                <a:latin typeface="Inter SemiBold"/>
              </a:rPr>
              <a:t>Integración y legado</a:t>
            </a:r>
          </a:p>
        </p:txBody>
      </p:sp>
      <p:sp>
        <p:nvSpPr>
          <p:cNvPr id="1787"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7 riesgos</a:t>
            </a:r>
          </a:p>
        </p:txBody>
      </p:sp>
      <p:sp>
        <p:nvSpPr>
          <p:cNvPr id="1788" name="Oval 1787"/>
          <p:cNvSpPr/>
          <p:nvPr/>
        </p:nvSpPr>
        <p:spPr>
          <a:xfrm>
            <a:off x="33571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9" name="Oval 1788"/>
          <p:cNvSpPr/>
          <p:nvPr/>
        </p:nvSpPr>
        <p:spPr>
          <a:xfrm>
            <a:off x="36497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0" name="Oval 1789"/>
          <p:cNvSpPr/>
          <p:nvPr/>
        </p:nvSpPr>
        <p:spPr>
          <a:xfrm>
            <a:off x="394237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1" name="Oval 1790"/>
          <p:cNvSpPr/>
          <p:nvPr/>
        </p:nvSpPr>
        <p:spPr>
          <a:xfrm>
            <a:off x="423497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2" name="Oval 1791"/>
          <p:cNvSpPr/>
          <p:nvPr/>
        </p:nvSpPr>
        <p:spPr>
          <a:xfrm>
            <a:off x="452758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3" name="Oval 1792"/>
          <p:cNvSpPr/>
          <p:nvPr/>
        </p:nvSpPr>
        <p:spPr>
          <a:xfrm>
            <a:off x="4820194"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4" name="Oval 1793"/>
          <p:cNvSpPr/>
          <p:nvPr/>
        </p:nvSpPr>
        <p:spPr>
          <a:xfrm>
            <a:off x="511280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795" name="Connector 1794"/>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96"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3</a:t>
            </a:r>
          </a:p>
          <a:p>
            <a:pPr algn="l"/>
            <a:r>
              <a:rPr lang="es-CL" sz="1500" b="1" noProof="0" dirty="0">
                <a:solidFill>
                  <a:srgbClr val="111111"/>
                </a:solidFill>
                <a:latin typeface="Inter SemiBold"/>
              </a:rPr>
              <a:t>Operación del cliente</a:t>
            </a:r>
          </a:p>
        </p:txBody>
      </p:sp>
      <p:sp>
        <p:nvSpPr>
          <p:cNvPr id="1797"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8 riesgos</a:t>
            </a:r>
          </a:p>
        </p:txBody>
      </p:sp>
      <p:sp>
        <p:nvSpPr>
          <p:cNvPr id="1798" name="Oval 1797"/>
          <p:cNvSpPr/>
          <p:nvPr/>
        </p:nvSpPr>
        <p:spPr>
          <a:xfrm>
            <a:off x="575418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9" name="Oval 1798"/>
          <p:cNvSpPr/>
          <p:nvPr/>
        </p:nvSpPr>
        <p:spPr>
          <a:xfrm>
            <a:off x="6046796"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0" name="Oval 1799"/>
          <p:cNvSpPr/>
          <p:nvPr/>
        </p:nvSpPr>
        <p:spPr>
          <a:xfrm>
            <a:off x="633940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1" name="Oval 1800"/>
          <p:cNvSpPr/>
          <p:nvPr/>
        </p:nvSpPr>
        <p:spPr>
          <a:xfrm>
            <a:off x="663201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2" name="Oval 1801"/>
          <p:cNvSpPr/>
          <p:nvPr/>
        </p:nvSpPr>
        <p:spPr>
          <a:xfrm>
            <a:off x="692462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3" name="Oval 1802"/>
          <p:cNvSpPr/>
          <p:nvPr/>
        </p:nvSpPr>
        <p:spPr>
          <a:xfrm>
            <a:off x="721722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4" name="Oval 1803"/>
          <p:cNvSpPr/>
          <p:nvPr/>
        </p:nvSpPr>
        <p:spPr>
          <a:xfrm>
            <a:off x="75098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5" name="Oval 1804"/>
          <p:cNvSpPr/>
          <p:nvPr/>
        </p:nvSpPr>
        <p:spPr>
          <a:xfrm>
            <a:off x="5754188" y="5138928"/>
            <a:ext cx="219456" cy="219456"/>
          </a:xfrm>
          <a:prstGeom prst="ellipse">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806" name="Connector 1805"/>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07"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4</a:t>
            </a:r>
          </a:p>
          <a:p>
            <a:pPr algn="l"/>
            <a:r>
              <a:rPr lang="es-CL" sz="1500" b="1" noProof="0" dirty="0">
                <a:solidFill>
                  <a:srgbClr val="111111"/>
                </a:solidFill>
                <a:latin typeface="Inter SemiBold"/>
              </a:rPr>
              <a:t>Personas y adopción</a:t>
            </a:r>
          </a:p>
        </p:txBody>
      </p:sp>
      <p:sp>
        <p:nvSpPr>
          <p:cNvPr id="1808"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7 riesgos</a:t>
            </a:r>
          </a:p>
        </p:txBody>
      </p:sp>
      <p:sp>
        <p:nvSpPr>
          <p:cNvPr id="1809" name="Oval 1808"/>
          <p:cNvSpPr/>
          <p:nvPr/>
        </p:nvSpPr>
        <p:spPr>
          <a:xfrm>
            <a:off x="815122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0" name="Oval 1809"/>
          <p:cNvSpPr/>
          <p:nvPr/>
        </p:nvSpPr>
        <p:spPr>
          <a:xfrm>
            <a:off x="844383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1" name="Oval 1810"/>
          <p:cNvSpPr/>
          <p:nvPr/>
        </p:nvSpPr>
        <p:spPr>
          <a:xfrm>
            <a:off x="873643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2" name="Oval 1811"/>
          <p:cNvSpPr/>
          <p:nvPr/>
        </p:nvSpPr>
        <p:spPr>
          <a:xfrm>
            <a:off x="902904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3" name="Oval 1812"/>
          <p:cNvSpPr/>
          <p:nvPr/>
        </p:nvSpPr>
        <p:spPr>
          <a:xfrm>
            <a:off x="93216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4" name="Oval 1813"/>
          <p:cNvSpPr/>
          <p:nvPr/>
        </p:nvSpPr>
        <p:spPr>
          <a:xfrm>
            <a:off x="96142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5" name="Oval 1814"/>
          <p:cNvSpPr/>
          <p:nvPr/>
        </p:nvSpPr>
        <p:spPr>
          <a:xfrm>
            <a:off x="990687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816" name="Connector 1815"/>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17"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5</a:t>
            </a:r>
          </a:p>
          <a:p>
            <a:pPr algn="l"/>
            <a:r>
              <a:rPr lang="es-CL" sz="1500" b="1" noProof="0" dirty="0">
                <a:solidFill>
                  <a:srgbClr val="111111"/>
                </a:solidFill>
                <a:latin typeface="Inter SemiBold"/>
              </a:rPr>
              <a:t>Contrato y licitación</a:t>
            </a:r>
          </a:p>
        </p:txBody>
      </p:sp>
      <p:sp>
        <p:nvSpPr>
          <p:cNvPr id="1818"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4 riesgos</a:t>
            </a:r>
          </a:p>
        </p:txBody>
      </p:sp>
      <p:sp>
        <p:nvSpPr>
          <p:cNvPr id="1819" name="Oval 1818"/>
          <p:cNvSpPr/>
          <p:nvPr/>
        </p:nvSpPr>
        <p:spPr>
          <a:xfrm>
            <a:off x="10548257"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20" name="Oval 1819"/>
          <p:cNvSpPr/>
          <p:nvPr/>
        </p:nvSpPr>
        <p:spPr>
          <a:xfrm>
            <a:off x="10840865"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21" name="Oval 1820"/>
          <p:cNvSpPr/>
          <p:nvPr/>
        </p:nvSpPr>
        <p:spPr>
          <a:xfrm>
            <a:off x="1113347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22" name="Oval 1821"/>
          <p:cNvSpPr/>
          <p:nvPr/>
        </p:nvSpPr>
        <p:spPr>
          <a:xfrm>
            <a:off x="11426081"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823" name="Connector 1822"/>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4"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6</a:t>
            </a:r>
          </a:p>
          <a:p>
            <a:pPr algn="l"/>
            <a:r>
              <a:rPr lang="es-CL" sz="1500" b="1" noProof="0" dirty="0">
                <a:solidFill>
                  <a:srgbClr val="111111"/>
                </a:solidFill>
                <a:latin typeface="Inter SemiBold"/>
              </a:rPr>
              <a:t>Regulatorio y externo</a:t>
            </a:r>
          </a:p>
        </p:txBody>
      </p:sp>
      <p:sp>
        <p:nvSpPr>
          <p:cNvPr id="1825"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2 riesgos</a:t>
            </a:r>
          </a:p>
        </p:txBody>
      </p:sp>
      <p:sp>
        <p:nvSpPr>
          <p:cNvPr id="1826" name="Oval 1825"/>
          <p:cNvSpPr/>
          <p:nvPr/>
        </p:nvSpPr>
        <p:spPr>
          <a:xfrm>
            <a:off x="1294529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27" name="Oval 1826"/>
          <p:cNvSpPr/>
          <p:nvPr/>
        </p:nvSpPr>
        <p:spPr>
          <a:xfrm>
            <a:off x="13237899"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828" name="Connector 1827"/>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9"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7</a:t>
            </a:r>
          </a:p>
          <a:p>
            <a:pPr algn="l"/>
            <a:r>
              <a:rPr lang="es-CL" sz="1500" b="1" noProof="0" dirty="0">
                <a:solidFill>
                  <a:srgbClr val="111111"/>
                </a:solidFill>
                <a:latin typeface="Inter SemiBold"/>
              </a:rPr>
              <a:t>Empresa proveedora</a:t>
            </a:r>
          </a:p>
        </p:txBody>
      </p:sp>
      <p:sp>
        <p:nvSpPr>
          <p:cNvPr id="1830"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3 riesgos</a:t>
            </a:r>
          </a:p>
        </p:txBody>
      </p:sp>
      <p:sp>
        <p:nvSpPr>
          <p:cNvPr id="1831" name="Oval 1830"/>
          <p:cNvSpPr/>
          <p:nvPr/>
        </p:nvSpPr>
        <p:spPr>
          <a:xfrm>
            <a:off x="15342325"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32" name="Oval 1831"/>
          <p:cNvSpPr/>
          <p:nvPr/>
        </p:nvSpPr>
        <p:spPr>
          <a:xfrm>
            <a:off x="1563493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33" name="Oval 1832"/>
          <p:cNvSpPr/>
          <p:nvPr/>
        </p:nvSpPr>
        <p:spPr>
          <a:xfrm>
            <a:off x="1592754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34" name="TextBox 1833"/>
          <p:cNvSpPr txBox="1"/>
          <p:nvPr/>
        </p:nvSpPr>
        <p:spPr>
          <a:xfrm>
            <a:off x="822960" y="5943600"/>
            <a:ext cx="16642080" cy="365760"/>
          </a:xfrm>
          <a:prstGeom prst="rect">
            <a:avLst/>
          </a:prstGeom>
          <a:noFill/>
        </p:spPr>
        <p:txBody>
          <a:bodyPr wrap="square" lIns="0" tIns="0" rIns="0" bIns="0" anchor="t">
            <a:spAutoFit/>
          </a:bodyPr>
          <a:lstStyle/>
          <a:p>
            <a:pPr algn="ctr"/>
            <a:r>
              <a:rPr lang="es-CL" sz="1400" b="0" noProof="0" dirty="0">
                <a:solidFill>
                  <a:srgbClr val="606060"/>
                </a:solidFill>
                <a:latin typeface="Inter"/>
              </a:rPr>
              <a:t>Cada punto es un riesgo, coloreado por zona</a:t>
            </a:r>
          </a:p>
        </p:txBody>
      </p:sp>
      <p:sp>
        <p:nvSpPr>
          <p:cNvPr id="1835" name="Rounded Rectangle 1834"/>
          <p:cNvSpPr/>
          <p:nvPr/>
        </p:nvSpPr>
        <p:spPr>
          <a:xfrm>
            <a:off x="3291840" y="6812280"/>
            <a:ext cx="11704320" cy="14630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400" b="1" noProof="0" dirty="0">
                <a:solidFill>
                  <a:srgbClr val="111111"/>
                </a:solidFill>
                <a:latin typeface="Inter SemiBold"/>
              </a:rPr>
              <a:t>7 ramas · 45 riesgos</a:t>
            </a:r>
          </a:p>
          <a:p>
            <a:pPr algn="ctr"/>
            <a:r>
              <a:rPr lang="es-CL" sz="1500" b="0" noProof="0" dirty="0">
                <a:solidFill>
                  <a:srgbClr val="606060"/>
                </a:solidFill>
                <a:latin typeface="Inter"/>
              </a:rPr>
              <a:t>2 críticos · 23 altos · 19 medios · 1 bajo · todos con respuesta, responsable y disparador</a:t>
            </a:r>
          </a:p>
        </p:txBody>
      </p:sp>
      <p:sp>
        <p:nvSpPr>
          <p:cNvPr id="1836" name="TextBox 1835"/>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183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1</a:t>
            </a:r>
          </a:p>
          <a:p>
            <a:pPr algn="l"/>
            <a:r>
              <a:rPr lang="es-CL" sz="1700" b="1" noProof="0" dirty="0">
                <a:solidFill>
                  <a:srgbClr val="FFFFFF"/>
                </a:solidFill>
                <a:latin typeface="Inter SemiBold"/>
              </a:rPr>
              <a:t>Solución y tecnología</a:t>
            </a:r>
          </a:p>
        </p:txBody>
      </p:sp>
      <p:sp>
        <p:nvSpPr>
          <p:cNvPr id="795" name="!!brn1"/>
          <p:cNvSpPr txBox="1"/>
          <p:nvPr/>
        </p:nvSpPr>
        <p:spPr>
          <a:xfrm>
            <a:off x="960120"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1 · SOLUCIÓN Y TECNOLOGÍA · 14 RIESGOS</a:t>
            </a:r>
          </a:p>
        </p:txBody>
      </p:sp>
      <p:sp>
        <p:nvSpPr>
          <p:cNvPr id="815" name="Rounded Rectangle 814"/>
          <p:cNvSpPr/>
          <p:nvPr/>
        </p:nvSpPr>
        <p:spPr>
          <a:xfrm>
            <a:off x="822960"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R-005</a:t>
            </a:r>
            <a:r>
              <a:rPr lang="es-CL" sz="1300" b="0" noProof="0" dirty="0">
                <a:solidFill>
                  <a:srgbClr val="111111"/>
                </a:solidFill>
                <a:latin typeface="Inter"/>
              </a:rPr>
              <a:t>  · Alta</a:t>
            </a:r>
          </a:p>
          <a:p>
            <a:pPr algn="l"/>
            <a:r>
              <a:rPr lang="es-CL" sz="1600" b="1" noProof="0" dirty="0">
                <a:solidFill>
                  <a:srgbClr val="111111"/>
                </a:solidFill>
                <a:latin typeface="Inter SemiBold"/>
              </a:rPr>
              <a:t>Duplicados tras reconexión</a:t>
            </a:r>
          </a:p>
        </p:txBody>
      </p:sp>
      <p:sp>
        <p:nvSpPr>
          <p:cNvPr id="816" name="Rounded Rectangle 815"/>
          <p:cNvSpPr/>
          <p:nvPr/>
        </p:nvSpPr>
        <p:spPr>
          <a:xfrm>
            <a:off x="4178807"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R-008</a:t>
            </a:r>
            <a:r>
              <a:rPr lang="es-CL" sz="1300" b="0" noProof="0" dirty="0">
                <a:solidFill>
                  <a:srgbClr val="111111"/>
                </a:solidFill>
                <a:latin typeface="Inter"/>
              </a:rPr>
              <a:t>  · Media</a:t>
            </a:r>
          </a:p>
          <a:p>
            <a:pPr algn="l"/>
            <a:r>
              <a:rPr lang="es-CL" sz="1600" b="1" noProof="0" dirty="0">
                <a:solidFill>
                  <a:srgbClr val="111111"/>
                </a:solidFill>
                <a:latin typeface="Inter SemiBold"/>
              </a:rPr>
              <a:t>Turno sin señal o batería</a:t>
            </a:r>
          </a:p>
        </p:txBody>
      </p:sp>
      <p:sp>
        <p:nvSpPr>
          <p:cNvPr id="817" name="Rounded Rectangle 816"/>
          <p:cNvSpPr/>
          <p:nvPr/>
        </p:nvSpPr>
        <p:spPr>
          <a:xfrm>
            <a:off x="7534655"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R-009</a:t>
            </a:r>
            <a:r>
              <a:rPr lang="es-CL" sz="1300" b="0" noProof="0" dirty="0">
                <a:solidFill>
                  <a:srgbClr val="111111"/>
                </a:solidFill>
                <a:latin typeface="Inter"/>
              </a:rPr>
              <a:t>  · Media</a:t>
            </a:r>
          </a:p>
          <a:p>
            <a:pPr algn="l"/>
            <a:r>
              <a:rPr lang="es-CL" sz="1600" b="1" noProof="0" dirty="0">
                <a:solidFill>
                  <a:srgbClr val="111111"/>
                </a:solidFill>
                <a:latin typeface="Inter SemiBold"/>
              </a:rPr>
              <a:t>Relevo local en corte</a:t>
            </a:r>
          </a:p>
        </p:txBody>
      </p:sp>
      <p:sp>
        <p:nvSpPr>
          <p:cNvPr id="818" name="Rounded Rectangle 817"/>
          <p:cNvSpPr/>
          <p:nvPr/>
        </p:nvSpPr>
        <p:spPr>
          <a:xfrm>
            <a:off x="10890503"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R-010</a:t>
            </a:r>
            <a:r>
              <a:rPr lang="es-CL" sz="1300" b="0" noProof="0" dirty="0">
                <a:solidFill>
                  <a:srgbClr val="111111"/>
                </a:solidFill>
                <a:latin typeface="Inter"/>
              </a:rPr>
              <a:t>  · Media</a:t>
            </a:r>
          </a:p>
          <a:p>
            <a:pPr algn="l"/>
            <a:r>
              <a:rPr lang="es-CL" sz="1600" b="1" noProof="0" dirty="0">
                <a:solidFill>
                  <a:srgbClr val="111111"/>
                </a:solidFill>
                <a:latin typeface="Inter SemiBold"/>
              </a:rPr>
              <a:t>Terminales a −22 °C</a:t>
            </a:r>
          </a:p>
        </p:txBody>
      </p:sp>
      <p:sp>
        <p:nvSpPr>
          <p:cNvPr id="819" name="Rounded Rectangle 818"/>
          <p:cNvSpPr/>
          <p:nvPr/>
        </p:nvSpPr>
        <p:spPr>
          <a:xfrm>
            <a:off x="14246351"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R-004</a:t>
            </a:r>
            <a:r>
              <a:rPr lang="es-CL" sz="1300" b="0" noProof="0" dirty="0">
                <a:solidFill>
                  <a:srgbClr val="111111"/>
                </a:solidFill>
                <a:latin typeface="Inter"/>
              </a:rPr>
              <a:t>  · Alta</a:t>
            </a:r>
          </a:p>
          <a:p>
            <a:pPr algn="l"/>
            <a:r>
              <a:rPr lang="es-CL" sz="1600" b="1" noProof="0" dirty="0">
                <a:solidFill>
                  <a:srgbClr val="111111"/>
                </a:solidFill>
                <a:latin typeface="Inter SemiBold"/>
              </a:rPr>
              <a:t>Maestros e historia</a:t>
            </a:r>
          </a:p>
        </p:txBody>
      </p:sp>
      <p:sp>
        <p:nvSpPr>
          <p:cNvPr id="820" name="Rounded Rectangle 819"/>
          <p:cNvSpPr/>
          <p:nvPr/>
        </p:nvSpPr>
        <p:spPr>
          <a:xfrm>
            <a:off x="822960"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R-011</a:t>
            </a:r>
            <a:r>
              <a:rPr lang="es-CL" sz="1300" b="0" noProof="0" dirty="0">
                <a:solidFill>
                  <a:srgbClr val="111111"/>
                </a:solidFill>
                <a:latin typeface="Inter"/>
              </a:rPr>
              <a:t>  · Alta</a:t>
            </a:r>
          </a:p>
          <a:p>
            <a:pPr algn="l"/>
            <a:r>
              <a:rPr lang="es-CL" sz="1600" b="1" noProof="0" dirty="0">
                <a:solidFill>
                  <a:srgbClr val="111111"/>
                </a:solidFill>
                <a:latin typeface="Inter SemiBold"/>
              </a:rPr>
              <a:t>Regla o sensor térmico</a:t>
            </a:r>
          </a:p>
        </p:txBody>
      </p:sp>
      <p:sp>
        <p:nvSpPr>
          <p:cNvPr id="821" name="Rounded Rectangle 820"/>
          <p:cNvSpPr/>
          <p:nvPr/>
        </p:nvSpPr>
        <p:spPr>
          <a:xfrm>
            <a:off x="4178807"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FFFFFF"/>
                </a:solidFill>
                <a:latin typeface="Inter SemiBold"/>
              </a:rPr>
              <a:t>R-012</a:t>
            </a:r>
            <a:r>
              <a:rPr lang="es-CL" sz="1300" b="0" noProof="0" dirty="0">
                <a:solidFill>
                  <a:srgbClr val="FFFFFF"/>
                </a:solidFill>
                <a:latin typeface="Inter"/>
              </a:rPr>
              <a:t>  · Crítica</a:t>
            </a:r>
          </a:p>
          <a:p>
            <a:pPr algn="l"/>
            <a:r>
              <a:rPr lang="es-CL" sz="1600" b="1" noProof="0" dirty="0">
                <a:solidFill>
                  <a:srgbClr val="FFFFFF"/>
                </a:solidFill>
                <a:latin typeface="Inter SemiBold"/>
              </a:rPr>
              <a:t>Retiro sin trazabilidad</a:t>
            </a:r>
          </a:p>
        </p:txBody>
      </p:sp>
      <p:sp>
        <p:nvSpPr>
          <p:cNvPr id="822" name="Rounded Rectangle 821"/>
          <p:cNvSpPr/>
          <p:nvPr/>
        </p:nvSpPr>
        <p:spPr>
          <a:xfrm>
            <a:off x="7534655"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R-013</a:t>
            </a:r>
            <a:r>
              <a:rPr lang="es-CL" sz="1300" b="0" noProof="0" dirty="0">
                <a:solidFill>
                  <a:srgbClr val="111111"/>
                </a:solidFill>
                <a:latin typeface="Inter"/>
              </a:rPr>
              <a:t>  · Alta</a:t>
            </a:r>
          </a:p>
          <a:p>
            <a:pPr algn="l"/>
            <a:r>
              <a:rPr lang="es-CL" sz="1600" b="1" noProof="0" dirty="0">
                <a:solidFill>
                  <a:srgbClr val="111111"/>
                </a:solidFill>
                <a:latin typeface="Inter SemiBold"/>
              </a:rPr>
              <a:t>Peak sin capacidad</a:t>
            </a:r>
          </a:p>
        </p:txBody>
      </p:sp>
      <p:sp>
        <p:nvSpPr>
          <p:cNvPr id="823" name="Rounded Rectangle 822"/>
          <p:cNvSpPr/>
          <p:nvPr/>
        </p:nvSpPr>
        <p:spPr>
          <a:xfrm>
            <a:off x="10890503"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FFFFFF"/>
                </a:solidFill>
                <a:latin typeface="Inter SemiBold"/>
              </a:rPr>
              <a:t>R-015</a:t>
            </a:r>
            <a:r>
              <a:rPr lang="es-CL" sz="1300" b="0" noProof="0" dirty="0">
                <a:solidFill>
                  <a:srgbClr val="FFFFFF"/>
                </a:solidFill>
                <a:latin typeface="Inter"/>
              </a:rPr>
              <a:t>  · Crítica</a:t>
            </a:r>
          </a:p>
          <a:p>
            <a:pPr algn="l"/>
            <a:r>
              <a:rPr lang="es-CL" sz="1600" b="1" noProof="0" dirty="0">
                <a:solidFill>
                  <a:srgbClr val="FFFFFF"/>
                </a:solidFill>
                <a:latin typeface="Inter SemiBold"/>
              </a:rPr>
              <a:t>RTO/RPO excedidos</a:t>
            </a:r>
          </a:p>
        </p:txBody>
      </p:sp>
      <p:sp>
        <p:nvSpPr>
          <p:cNvPr id="824" name="Rounded Rectangle 823"/>
          <p:cNvSpPr/>
          <p:nvPr/>
        </p:nvSpPr>
        <p:spPr>
          <a:xfrm>
            <a:off x="14246351"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R-016</a:t>
            </a:r>
            <a:r>
              <a:rPr lang="es-CL" sz="1300" b="0" noProof="0" dirty="0">
                <a:solidFill>
                  <a:srgbClr val="111111"/>
                </a:solidFill>
                <a:latin typeface="Inter"/>
              </a:rPr>
              <a:t>  · Alta</a:t>
            </a:r>
          </a:p>
          <a:p>
            <a:pPr algn="l"/>
            <a:r>
              <a:rPr lang="es-CL" sz="1600" b="1" noProof="0" dirty="0">
                <a:solidFill>
                  <a:srgbClr val="111111"/>
                </a:solidFill>
                <a:latin typeface="Inter SemiBold"/>
              </a:rPr>
              <a:t>Uso indebido de privilegios</a:t>
            </a:r>
          </a:p>
        </p:txBody>
      </p:sp>
      <p:sp>
        <p:nvSpPr>
          <p:cNvPr id="825" name="Rounded Rectangle 824"/>
          <p:cNvSpPr/>
          <p:nvPr/>
        </p:nvSpPr>
        <p:spPr>
          <a:xfrm>
            <a:off x="822960"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R-032</a:t>
            </a:r>
            <a:r>
              <a:rPr lang="es-CL" sz="1300" b="0" noProof="0" dirty="0">
                <a:solidFill>
                  <a:srgbClr val="111111"/>
                </a:solidFill>
                <a:latin typeface="Inter"/>
              </a:rPr>
              <a:t>  · Media</a:t>
            </a:r>
          </a:p>
          <a:p>
            <a:pPr algn="l"/>
            <a:r>
              <a:rPr lang="es-CL" sz="1600" b="1" noProof="0" dirty="0">
                <a:solidFill>
                  <a:srgbClr val="111111"/>
                </a:solidFill>
                <a:latin typeface="Inter SemiBold"/>
              </a:rPr>
              <a:t>Bloqueo de nube o terceros</a:t>
            </a:r>
          </a:p>
        </p:txBody>
      </p:sp>
      <p:sp>
        <p:nvSpPr>
          <p:cNvPr id="826" name="Rounded Rectangle 825"/>
          <p:cNvSpPr/>
          <p:nvPr/>
        </p:nvSpPr>
        <p:spPr>
          <a:xfrm>
            <a:off x="4178807"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R-033</a:t>
            </a:r>
            <a:r>
              <a:rPr lang="es-CL" sz="1300" b="0" noProof="0" dirty="0">
                <a:solidFill>
                  <a:srgbClr val="111111"/>
                </a:solidFill>
                <a:latin typeface="Inter"/>
              </a:rPr>
              <a:t>  · Media</a:t>
            </a:r>
          </a:p>
          <a:p>
            <a:pPr algn="l"/>
            <a:r>
              <a:rPr lang="es-CL" sz="1600" b="1" noProof="0" dirty="0">
                <a:solidFill>
                  <a:srgbClr val="111111"/>
                </a:solidFill>
                <a:latin typeface="Inter SemiBold"/>
              </a:rPr>
              <a:t>Fin de soporte</a:t>
            </a:r>
          </a:p>
        </p:txBody>
      </p:sp>
      <p:sp>
        <p:nvSpPr>
          <p:cNvPr id="827" name="Rounded Rectangle 826"/>
          <p:cNvSpPr/>
          <p:nvPr/>
        </p:nvSpPr>
        <p:spPr>
          <a:xfrm>
            <a:off x="7534655"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R-037</a:t>
            </a:r>
            <a:r>
              <a:rPr lang="es-CL" sz="1300" b="0" noProof="0" dirty="0">
                <a:solidFill>
                  <a:srgbClr val="111111"/>
                </a:solidFill>
                <a:latin typeface="Inter"/>
              </a:rPr>
              <a:t>  · Media</a:t>
            </a:r>
          </a:p>
          <a:p>
            <a:pPr algn="l"/>
            <a:r>
              <a:rPr lang="es-CL" sz="1600" b="1" noProof="0" dirty="0">
                <a:solidFill>
                  <a:srgbClr val="111111"/>
                </a:solidFill>
                <a:latin typeface="Inter SemiBold"/>
              </a:rPr>
              <a:t>INN-02 no reproduce</a:t>
            </a:r>
          </a:p>
        </p:txBody>
      </p:sp>
      <p:sp>
        <p:nvSpPr>
          <p:cNvPr id="828" name="Rounded Rectangle 827"/>
          <p:cNvSpPr/>
          <p:nvPr/>
        </p:nvSpPr>
        <p:spPr>
          <a:xfrm>
            <a:off x="10890503" y="7717536"/>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R-038</a:t>
            </a:r>
            <a:r>
              <a:rPr lang="es-CL" sz="1300" b="0" noProof="0" dirty="0">
                <a:solidFill>
                  <a:srgbClr val="111111"/>
                </a:solidFill>
                <a:latin typeface="Inter"/>
              </a:rPr>
              <a:t>  · Alta</a:t>
            </a:r>
          </a:p>
          <a:p>
            <a:pPr algn="l"/>
            <a:r>
              <a:rPr lang="es-CL" sz="1600" b="1" noProof="0" dirty="0">
                <a:solidFill>
                  <a:srgbClr val="111111"/>
                </a:solidFill>
                <a:latin typeface="Inter SemiBold"/>
              </a:rPr>
              <a:t>INN-03 vida útil</a:t>
            </a:r>
          </a:p>
        </p:txBody>
      </p:sp>
      <p:sp>
        <p:nvSpPr>
          <p:cNvPr id="829" name="TextBox 828"/>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3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A16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2</a:t>
            </a:r>
          </a:p>
          <a:p>
            <a:pPr algn="l"/>
            <a:r>
              <a:rPr lang="es-CL" sz="1700" b="1" noProof="0" dirty="0">
                <a:solidFill>
                  <a:srgbClr val="FFFFFF"/>
                </a:solidFill>
                <a:latin typeface="Inter SemiBold"/>
              </a:rPr>
              <a:t>Integración y legado</a:t>
            </a:r>
          </a:p>
        </p:txBody>
      </p:sp>
      <p:sp>
        <p:nvSpPr>
          <p:cNvPr id="798" name="!!brn2"/>
          <p:cNvSpPr txBox="1"/>
          <p:nvPr/>
        </p:nvSpPr>
        <p:spPr>
          <a:xfrm>
            <a:off x="3357154"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2 · INTEGRACIÓN Y LEGADO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R-001</a:t>
            </a:r>
            <a:r>
              <a:rPr lang="es-CL" sz="1300" b="0" noProof="0" dirty="0">
                <a:solidFill>
                  <a:srgbClr val="111111"/>
                </a:solidFill>
                <a:latin typeface="Inter"/>
              </a:rPr>
              <a:t>  · Alta</a:t>
            </a:r>
          </a:p>
          <a:p>
            <a:pPr algn="l"/>
            <a:r>
              <a:rPr lang="es-CL" sz="1600" b="1" noProof="0" dirty="0">
                <a:solidFill>
                  <a:srgbClr val="111111"/>
                </a:solidFill>
                <a:latin typeface="Inter SemiBold"/>
              </a:rPr>
              <a:t>Interfaces del ERP</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R-002</a:t>
            </a:r>
            <a:r>
              <a:rPr lang="es-CL" sz="1300" b="0" noProof="0" dirty="0">
                <a:solidFill>
                  <a:srgbClr val="111111"/>
                </a:solidFill>
                <a:latin typeface="Inter"/>
              </a:rPr>
              <a:t>  · Media</a:t>
            </a:r>
          </a:p>
          <a:p>
            <a:pPr algn="l"/>
            <a:r>
              <a:rPr lang="es-CL" sz="1600" b="1" noProof="0" dirty="0">
                <a:solidFill>
                  <a:srgbClr val="111111"/>
                </a:solidFill>
                <a:latin typeface="Inter SemiBold"/>
              </a:rPr>
              <a:t>Telemetría del tercero</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R-003</a:t>
            </a:r>
            <a:r>
              <a:rPr lang="es-CL" sz="1300" b="0" noProof="0" dirty="0">
                <a:solidFill>
                  <a:srgbClr val="111111"/>
                </a:solidFill>
                <a:latin typeface="Inter"/>
              </a:rPr>
              <a:t>  · Alta</a:t>
            </a:r>
          </a:p>
          <a:p>
            <a:pPr algn="l"/>
            <a:r>
              <a:rPr lang="es-CL" sz="1600" b="1" noProof="0" dirty="0">
                <a:solidFill>
                  <a:srgbClr val="111111"/>
                </a:solidFill>
                <a:latin typeface="Inter SemiBold"/>
              </a:rPr>
              <a:t>Convivencia del WMS</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R-030</a:t>
            </a:r>
            <a:r>
              <a:rPr lang="es-CL" sz="1300" b="0" noProof="0" dirty="0">
                <a:solidFill>
                  <a:srgbClr val="111111"/>
                </a:solidFill>
                <a:latin typeface="Inter"/>
              </a:rPr>
              <a:t>  · Alta</a:t>
            </a:r>
          </a:p>
          <a:p>
            <a:pPr algn="l"/>
            <a:r>
              <a:rPr lang="es-CL" sz="1600" b="1" noProof="0" dirty="0">
                <a:solidFill>
                  <a:srgbClr val="111111"/>
                </a:solidFill>
                <a:latin typeface="Inter SemiBold"/>
              </a:rPr>
              <a:t>Certificación EDI</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R-031</a:t>
            </a:r>
            <a:r>
              <a:rPr lang="es-CL" sz="1300" b="0" noProof="0" dirty="0">
                <a:solidFill>
                  <a:srgbClr val="111111"/>
                </a:solidFill>
                <a:latin typeface="Inter"/>
              </a:rPr>
              <a:t>  · Media</a:t>
            </a:r>
          </a:p>
          <a:p>
            <a:pPr algn="l"/>
            <a:r>
              <a:rPr lang="es-CL" sz="1600" b="1" noProof="0" dirty="0">
                <a:solidFill>
                  <a:srgbClr val="111111"/>
                </a:solidFill>
                <a:latin typeface="Inter SemiBold"/>
              </a:rPr>
              <a:t>Avisos confusos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R-043</a:t>
            </a:r>
            <a:r>
              <a:rPr lang="es-CL" sz="1300" b="0" noProof="0" dirty="0">
                <a:solidFill>
                  <a:srgbClr val="111111"/>
                </a:solidFill>
                <a:latin typeface="Inter"/>
              </a:rPr>
              <a:t>  · Media</a:t>
            </a:r>
          </a:p>
          <a:p>
            <a:pPr algn="l"/>
            <a:r>
              <a:rPr lang="es-CL" sz="1600" b="1" noProof="0" dirty="0">
                <a:solidFill>
                  <a:srgbClr val="111111"/>
                </a:solidFill>
                <a:latin typeface="Inter SemiBold"/>
              </a:rPr>
              <a:t>Pago con doble cargo</a:t>
            </a:r>
          </a:p>
        </p:txBody>
      </p:sp>
      <p:sp>
        <p:nvSpPr>
          <p:cNvPr id="821" name="Rounded Rectangle 820"/>
          <p:cNvSpPr/>
          <p:nvPr/>
        </p:nvSpPr>
        <p:spPr>
          <a:xfrm>
            <a:off x="921258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R-045</a:t>
            </a:r>
            <a:r>
              <a:rPr lang="es-CL" sz="1300" b="0" noProof="0" dirty="0">
                <a:solidFill>
                  <a:srgbClr val="111111"/>
                </a:solidFill>
                <a:latin typeface="Inter"/>
              </a:rPr>
              <a:t>  · Alta</a:t>
            </a:r>
          </a:p>
          <a:p>
            <a:pPr algn="l"/>
            <a:r>
              <a:rPr lang="es-CL" sz="1600" b="1" noProof="0" dirty="0">
                <a:solidFill>
                  <a:srgbClr val="111111"/>
                </a:solidFill>
                <a:latin typeface="Inter SemiBold"/>
              </a:rPr>
              <a:t>Mapa no realista</a:t>
            </a:r>
          </a:p>
        </p:txBody>
      </p:sp>
      <p:sp>
        <p:nvSpPr>
          <p:cNvPr id="822" name="TextBox 821"/>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A17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3</a:t>
            </a:r>
          </a:p>
          <a:p>
            <a:pPr algn="l"/>
            <a:r>
              <a:rPr lang="es-CL" sz="1700" b="1" noProof="0" dirty="0">
                <a:solidFill>
                  <a:srgbClr val="FFFFFF"/>
                </a:solidFill>
                <a:latin typeface="Inter SemiBold"/>
              </a:rPr>
              <a:t>Operación del cliente</a:t>
            </a:r>
          </a:p>
        </p:txBody>
      </p:sp>
      <p:sp>
        <p:nvSpPr>
          <p:cNvPr id="801" name="!!brn3"/>
          <p:cNvSpPr txBox="1"/>
          <p:nvPr/>
        </p:nvSpPr>
        <p:spPr>
          <a:xfrm>
            <a:off x="5754188"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3 · OPERACIÓN DEL CLIENTE · 8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R-006</a:t>
            </a:r>
            <a:r>
              <a:rPr lang="es-CL" sz="1300" b="0" noProof="0" dirty="0">
                <a:solidFill>
                  <a:srgbClr val="111111"/>
                </a:solidFill>
                <a:latin typeface="Inter"/>
              </a:rPr>
              <a:t>  · Alta</a:t>
            </a:r>
          </a:p>
          <a:p>
            <a:pPr algn="l"/>
            <a:r>
              <a:rPr lang="es-CL" sz="1600" b="1" noProof="0" dirty="0">
                <a:solidFill>
                  <a:srgbClr val="111111"/>
                </a:solidFill>
                <a:latin typeface="Inter SemiBold"/>
              </a:rPr>
              <a:t>Enlaces de Concepción</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R-007</a:t>
            </a:r>
            <a:r>
              <a:rPr lang="es-CL" sz="1300" b="0" noProof="0" dirty="0">
                <a:solidFill>
                  <a:srgbClr val="111111"/>
                </a:solidFill>
                <a:latin typeface="Inter"/>
              </a:rPr>
              <a:t>  · Alta</a:t>
            </a:r>
          </a:p>
          <a:p>
            <a:pPr algn="l"/>
            <a:r>
              <a:rPr lang="es-CL" sz="1600" b="1" noProof="0" dirty="0">
                <a:solidFill>
                  <a:srgbClr val="111111"/>
                </a:solidFill>
                <a:latin typeface="Inter SemiBold"/>
              </a:rPr>
              <a:t>Cross-</a:t>
            </a:r>
            <a:r>
              <a:rPr lang="es-CL" sz="1600" b="1" noProof="0" dirty="0" err="1">
                <a:solidFill>
                  <a:srgbClr val="111111"/>
                </a:solidFill>
                <a:latin typeface="Inter SemiBold"/>
              </a:rPr>
              <a:t>docking</a:t>
            </a:r>
            <a:r>
              <a:rPr lang="es-CL" sz="1600" b="1" noProof="0" dirty="0">
                <a:solidFill>
                  <a:srgbClr val="111111"/>
                </a:solidFill>
                <a:latin typeface="Inter SemiBold"/>
              </a:rPr>
              <a:t> sin enlace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R-014</a:t>
            </a:r>
            <a:r>
              <a:rPr lang="es-CL" sz="1300" b="0" noProof="0" dirty="0">
                <a:solidFill>
                  <a:srgbClr val="111111"/>
                </a:solidFill>
                <a:latin typeface="Inter"/>
              </a:rPr>
              <a:t>  · Alta</a:t>
            </a:r>
          </a:p>
          <a:p>
            <a:pPr algn="l"/>
            <a:r>
              <a:rPr lang="es-CL" sz="1600" b="1" noProof="0" dirty="0">
                <a:solidFill>
                  <a:srgbClr val="111111"/>
                </a:solidFill>
                <a:latin typeface="Inter SemiBold"/>
              </a:rPr>
              <a:t>Sala y energía</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R-022</a:t>
            </a:r>
            <a:r>
              <a:rPr lang="es-CL" sz="1300" b="0" noProof="0" dirty="0">
                <a:solidFill>
                  <a:srgbClr val="111111"/>
                </a:solidFill>
                <a:latin typeface="Inter"/>
              </a:rPr>
              <a:t>  · Alta</a:t>
            </a:r>
          </a:p>
          <a:p>
            <a:pPr algn="l"/>
            <a:r>
              <a:rPr lang="es-CL" sz="1600" b="1" noProof="0" dirty="0">
                <a:solidFill>
                  <a:srgbClr val="111111"/>
                </a:solidFill>
                <a:latin typeface="Inter SemiBold"/>
              </a:rPr>
              <a:t>Contrapartes tardías</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R-023</a:t>
            </a:r>
            <a:r>
              <a:rPr lang="es-CL" sz="1300" b="0" noProof="0" dirty="0">
                <a:solidFill>
                  <a:srgbClr val="111111"/>
                </a:solidFill>
                <a:latin typeface="Inter"/>
              </a:rPr>
              <a:t>  · Media</a:t>
            </a:r>
          </a:p>
          <a:p>
            <a:pPr algn="l"/>
            <a:r>
              <a:rPr lang="es-CL" sz="1600" b="1" noProof="0" dirty="0">
                <a:solidFill>
                  <a:srgbClr val="111111"/>
                </a:solidFill>
                <a:latin typeface="Inter SemiBold"/>
              </a:rPr>
              <a:t>Choque con congelamientos</a:t>
            </a:r>
          </a:p>
        </p:txBody>
      </p:sp>
      <p:sp>
        <p:nvSpPr>
          <p:cNvPr id="820" name="Rounded Rectangle 819"/>
          <p:cNvSpPr/>
          <p:nvPr/>
        </p:nvSpPr>
        <p:spPr>
          <a:xfrm>
            <a:off x="501777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R-024</a:t>
            </a:r>
            <a:r>
              <a:rPr lang="es-CL" sz="1300" b="0" noProof="0" dirty="0">
                <a:solidFill>
                  <a:srgbClr val="111111"/>
                </a:solidFill>
                <a:latin typeface="Inter"/>
              </a:rPr>
              <a:t>  · Alta</a:t>
            </a:r>
          </a:p>
          <a:p>
            <a:pPr algn="l"/>
            <a:r>
              <a:rPr lang="es-CL" sz="1600" b="1" noProof="0" dirty="0">
                <a:solidFill>
                  <a:srgbClr val="111111"/>
                </a:solidFill>
                <a:latin typeface="Inter SemiBold"/>
              </a:rPr>
              <a:t>Terreno o instalación tarde</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R-028</a:t>
            </a:r>
            <a:r>
              <a:rPr lang="es-CL" sz="1300" b="0" noProof="0" dirty="0">
                <a:solidFill>
                  <a:srgbClr val="111111"/>
                </a:solidFill>
                <a:latin typeface="Inter"/>
              </a:rPr>
              <a:t>  · Media</a:t>
            </a:r>
          </a:p>
          <a:p>
            <a:pPr algn="l"/>
            <a:r>
              <a:rPr lang="es-CL" sz="1600" b="1" noProof="0" dirty="0">
                <a:solidFill>
                  <a:srgbClr val="111111"/>
                </a:solidFill>
                <a:latin typeface="Inter SemiBold"/>
              </a:rPr>
              <a:t>Rendición insuficiente</a:t>
            </a:r>
          </a:p>
        </p:txBody>
      </p:sp>
      <p:sp>
        <p:nvSpPr>
          <p:cNvPr id="822" name="Rounded Rectangle 821"/>
          <p:cNvSpPr/>
          <p:nvPr/>
        </p:nvSpPr>
        <p:spPr>
          <a:xfrm>
            <a:off x="13407390" y="6693408"/>
            <a:ext cx="4057650" cy="896112"/>
          </a:xfrm>
          <a:prstGeom prst="roundRect">
            <a:avLst>
              <a:gd name="adj" fmla="val 12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R-044</a:t>
            </a:r>
            <a:r>
              <a:rPr lang="es-CL" sz="1300" b="0" noProof="0" dirty="0">
                <a:solidFill>
                  <a:srgbClr val="111111"/>
                </a:solidFill>
                <a:latin typeface="Inter"/>
              </a:rPr>
              <a:t>  · Baja</a:t>
            </a:r>
          </a:p>
          <a:p>
            <a:pPr algn="l"/>
            <a:r>
              <a:rPr lang="es-CL" sz="1600" b="1" noProof="0" dirty="0">
                <a:solidFill>
                  <a:srgbClr val="111111"/>
                </a:solidFill>
                <a:latin typeface="Inter SemiBold"/>
              </a:rPr>
              <a:t>Envases y custodia</a:t>
            </a:r>
          </a:p>
        </p:txBody>
      </p:sp>
      <p:sp>
        <p:nvSpPr>
          <p:cNvPr id="823" name="TextBox 822"/>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2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A18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4</a:t>
            </a:r>
          </a:p>
          <a:p>
            <a:pPr algn="l"/>
            <a:r>
              <a:rPr lang="es-CL" sz="1700" b="1" noProof="0" dirty="0">
                <a:solidFill>
                  <a:srgbClr val="FFFFFF"/>
                </a:solidFill>
                <a:latin typeface="Inter SemiBold"/>
              </a:rPr>
              <a:t>Personas y adopción</a:t>
            </a:r>
          </a:p>
        </p:txBody>
      </p:sp>
      <p:sp>
        <p:nvSpPr>
          <p:cNvPr id="804" name="!!brn4"/>
          <p:cNvSpPr txBox="1"/>
          <p:nvPr/>
        </p:nvSpPr>
        <p:spPr>
          <a:xfrm>
            <a:off x="8151222"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4 · PERSONAS Y ADOPCIÓN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R-017</a:t>
            </a:r>
            <a:r>
              <a:rPr lang="es-CL" sz="1300" b="0" noProof="0" dirty="0">
                <a:solidFill>
                  <a:srgbClr val="111111"/>
                </a:solidFill>
                <a:latin typeface="Inter"/>
              </a:rPr>
              <a:t>  · Alta</a:t>
            </a:r>
          </a:p>
          <a:p>
            <a:pPr algn="l"/>
            <a:r>
              <a:rPr lang="es-CL" sz="1600" b="1" noProof="0" dirty="0">
                <a:solidFill>
                  <a:srgbClr val="111111"/>
                </a:solidFill>
                <a:latin typeface="Inter SemiBold"/>
              </a:rPr>
              <a:t>Objeción sindical</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R-018</a:t>
            </a:r>
            <a:r>
              <a:rPr lang="es-CL" sz="1300" b="0" noProof="0" dirty="0">
                <a:solidFill>
                  <a:srgbClr val="111111"/>
                </a:solidFill>
                <a:latin typeface="Inter"/>
              </a:rPr>
              <a:t>  · Alta</a:t>
            </a:r>
          </a:p>
          <a:p>
            <a:pPr algn="l"/>
            <a:r>
              <a:rPr lang="es-CL" sz="1600" b="1" noProof="0" dirty="0">
                <a:solidFill>
                  <a:srgbClr val="111111"/>
                </a:solidFill>
                <a:latin typeface="Inter SemiBold"/>
              </a:rPr>
              <a:t>Conductores rotativos</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R-019</a:t>
            </a:r>
            <a:r>
              <a:rPr lang="es-CL" sz="1300" b="0" noProof="0" dirty="0">
                <a:solidFill>
                  <a:srgbClr val="111111"/>
                </a:solidFill>
                <a:latin typeface="Inter"/>
              </a:rPr>
              <a:t>  · Media</a:t>
            </a:r>
          </a:p>
          <a:p>
            <a:pPr algn="l"/>
            <a:r>
              <a:rPr lang="es-CL" sz="1600" b="1" noProof="0" dirty="0">
                <a:solidFill>
                  <a:srgbClr val="111111"/>
                </a:solidFill>
                <a:latin typeface="Inter SemiBold"/>
              </a:rPr>
              <a:t>Bodega nocturna</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R-020</a:t>
            </a:r>
            <a:r>
              <a:rPr lang="es-CL" sz="1300" b="0" noProof="0" dirty="0">
                <a:solidFill>
                  <a:srgbClr val="111111"/>
                </a:solidFill>
                <a:latin typeface="Inter"/>
              </a:rPr>
              <a:t>  · Media</a:t>
            </a:r>
          </a:p>
          <a:p>
            <a:pPr algn="l"/>
            <a:r>
              <a:rPr lang="es-CL" sz="1600" b="1" noProof="0" dirty="0">
                <a:solidFill>
                  <a:srgbClr val="111111"/>
                </a:solidFill>
                <a:latin typeface="Inter SemiBold"/>
              </a:rPr>
              <a:t>Capacitación interrumpe</a:t>
            </a:r>
          </a:p>
        </p:txBody>
      </p:sp>
      <p:sp>
        <p:nvSpPr>
          <p:cNvPr id="819" name="Rounded Rectangle 818"/>
          <p:cNvSpPr/>
          <p:nvPr/>
        </p:nvSpPr>
        <p:spPr>
          <a:xfrm>
            <a:off x="82296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R-021</a:t>
            </a:r>
            <a:r>
              <a:rPr lang="es-CL" sz="1300" b="0" noProof="0" dirty="0">
                <a:solidFill>
                  <a:srgbClr val="111111"/>
                </a:solidFill>
                <a:latin typeface="Inter"/>
              </a:rPr>
              <a:t>  · Alta</a:t>
            </a:r>
          </a:p>
          <a:p>
            <a:pPr algn="l"/>
            <a:r>
              <a:rPr lang="es-CL" sz="1600" b="1" noProof="0" dirty="0">
                <a:solidFill>
                  <a:srgbClr val="111111"/>
                </a:solidFill>
                <a:latin typeface="Inter SemiBold"/>
              </a:rPr>
              <a:t>Conocimiento de rutas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R-036</a:t>
            </a:r>
            <a:r>
              <a:rPr lang="es-CL" sz="1300" b="0" noProof="0" dirty="0">
                <a:solidFill>
                  <a:srgbClr val="111111"/>
                </a:solidFill>
                <a:latin typeface="Inter"/>
              </a:rPr>
              <a:t>  · Media</a:t>
            </a:r>
          </a:p>
          <a:p>
            <a:pPr algn="l"/>
            <a:r>
              <a:rPr lang="es-CL" sz="1600" b="1" noProof="0" dirty="0">
                <a:solidFill>
                  <a:srgbClr val="111111"/>
                </a:solidFill>
                <a:latin typeface="Inter SemiBold"/>
              </a:rPr>
              <a:t>INN-01 sin confirmación</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R-040</a:t>
            </a:r>
            <a:r>
              <a:rPr lang="es-CL" sz="1300" b="0" noProof="0" dirty="0">
                <a:solidFill>
                  <a:srgbClr val="111111"/>
                </a:solidFill>
                <a:latin typeface="Inter"/>
              </a:rPr>
              <a:t>  · Media</a:t>
            </a:r>
          </a:p>
          <a:p>
            <a:pPr algn="l"/>
            <a:r>
              <a:rPr lang="es-CL" sz="1600" b="1" noProof="0" dirty="0">
                <a:solidFill>
                  <a:srgbClr val="111111"/>
                </a:solidFill>
                <a:latin typeface="Inter SemiBold"/>
              </a:rPr>
              <a:t>INN-05 hoja confusa</a:t>
            </a:r>
          </a:p>
        </p:txBody>
      </p:sp>
      <p:sp>
        <p:nvSpPr>
          <p:cNvPr id="822" name="TextBox 821"/>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A19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5</a:t>
            </a:r>
          </a:p>
          <a:p>
            <a:pPr algn="l"/>
            <a:r>
              <a:rPr lang="es-CL" sz="1700" b="1" noProof="0" dirty="0">
                <a:solidFill>
                  <a:srgbClr val="FFFFFF"/>
                </a:solidFill>
                <a:latin typeface="Inter SemiBold"/>
              </a:rPr>
              <a:t>Contrato y licitación</a:t>
            </a:r>
          </a:p>
        </p:txBody>
      </p:sp>
      <p:sp>
        <p:nvSpPr>
          <p:cNvPr id="807" name="!!brn5"/>
          <p:cNvSpPr txBox="1"/>
          <p:nvPr/>
        </p:nvSpPr>
        <p:spPr>
          <a:xfrm>
            <a:off x="10548257"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5 · CONTRATO Y LICITACIÓN · 4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R-026</a:t>
            </a:r>
            <a:r>
              <a:rPr lang="es-CL" sz="1300" b="0" noProof="0" dirty="0">
                <a:solidFill>
                  <a:srgbClr val="111111"/>
                </a:solidFill>
                <a:latin typeface="Inter"/>
              </a:rPr>
              <a:t>  · Alta</a:t>
            </a:r>
          </a:p>
          <a:p>
            <a:pPr algn="l"/>
            <a:r>
              <a:rPr lang="es-CL" sz="1600" b="1" noProof="0" dirty="0">
                <a:solidFill>
                  <a:srgbClr val="111111"/>
                </a:solidFill>
                <a:latin typeface="Inter SemiBold"/>
              </a:rPr>
              <a:t>Marcha blanca sin aceptación</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R-027</a:t>
            </a:r>
            <a:r>
              <a:rPr lang="es-CL" sz="1300" b="0" noProof="0" dirty="0">
                <a:solidFill>
                  <a:srgbClr val="111111"/>
                </a:solidFill>
                <a:latin typeface="Inter"/>
              </a:rPr>
              <a:t>  · Media</a:t>
            </a:r>
          </a:p>
          <a:p>
            <a:pPr algn="l"/>
            <a:r>
              <a:rPr lang="es-CL" sz="1600" b="1" noProof="0" dirty="0">
                <a:solidFill>
                  <a:srgbClr val="111111"/>
                </a:solidFill>
                <a:latin typeface="Inter SemiBold"/>
              </a:rPr>
              <a:t>Alcance sin aprobación</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R-039</a:t>
            </a:r>
            <a:r>
              <a:rPr lang="es-CL" sz="1300" b="0" noProof="0" dirty="0">
                <a:solidFill>
                  <a:srgbClr val="111111"/>
                </a:solidFill>
                <a:latin typeface="Inter"/>
              </a:rPr>
              <a:t>  · Media</a:t>
            </a:r>
          </a:p>
          <a:p>
            <a:pPr algn="l"/>
            <a:r>
              <a:rPr lang="es-CL" sz="1600" b="1" noProof="0" dirty="0">
                <a:solidFill>
                  <a:srgbClr val="111111"/>
                </a:solidFill>
                <a:latin typeface="Inter SemiBold"/>
              </a:rPr>
              <a:t>INN-04 costo de servir</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R-041</a:t>
            </a:r>
            <a:r>
              <a:rPr lang="es-CL" sz="1300" b="0" noProof="0" dirty="0">
                <a:solidFill>
                  <a:srgbClr val="111111"/>
                </a:solidFill>
                <a:latin typeface="Inter"/>
              </a:rPr>
              <a:t>  · Media</a:t>
            </a:r>
          </a:p>
          <a:p>
            <a:pPr algn="l"/>
            <a:r>
              <a:rPr lang="es-CL" sz="1600" b="1" noProof="0" dirty="0">
                <a:solidFill>
                  <a:srgbClr val="111111"/>
                </a:solidFill>
                <a:latin typeface="Inter SemiBold"/>
              </a:rPr>
              <a:t>Salida incompleta</a:t>
            </a:r>
          </a:p>
        </p:txBody>
      </p:sp>
      <p:sp>
        <p:nvSpPr>
          <p:cNvPr id="819" name="TextBox 818"/>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2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A20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6</a:t>
            </a:r>
          </a:p>
          <a:p>
            <a:pPr algn="l"/>
            <a:r>
              <a:rPr lang="es-CL" sz="1700" b="1" noProof="0" dirty="0">
                <a:solidFill>
                  <a:srgbClr val="FFFFFF"/>
                </a:solidFill>
                <a:latin typeface="Inter SemiBold"/>
              </a:rPr>
              <a:t>Regulatorio y externo</a:t>
            </a:r>
          </a:p>
        </p:txBody>
      </p:sp>
      <p:sp>
        <p:nvSpPr>
          <p:cNvPr id="810" name="!!brn6"/>
          <p:cNvSpPr txBox="1"/>
          <p:nvPr/>
        </p:nvSpPr>
        <p:spPr>
          <a:xfrm>
            <a:off x="12945291"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6 · REGULATORIO Y EXTERNO · 2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R-029</a:t>
            </a:r>
            <a:r>
              <a:rPr lang="es-CL" sz="1300" b="0" noProof="0" dirty="0">
                <a:solidFill>
                  <a:srgbClr val="111111"/>
                </a:solidFill>
                <a:latin typeface="Inter"/>
              </a:rPr>
              <a:t>  · Alta</a:t>
            </a:r>
          </a:p>
          <a:p>
            <a:pPr algn="l"/>
            <a:r>
              <a:rPr lang="es-CL" sz="1600" b="1" noProof="0" dirty="0">
                <a:solidFill>
                  <a:srgbClr val="111111"/>
                </a:solidFill>
                <a:latin typeface="Inter SemiBold"/>
              </a:rPr>
              <a:t>POD sin evidencia</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R-042</a:t>
            </a:r>
            <a:r>
              <a:rPr lang="es-CL" sz="1300" b="0" noProof="0" dirty="0">
                <a:solidFill>
                  <a:srgbClr val="111111"/>
                </a:solidFill>
                <a:latin typeface="Inter"/>
              </a:rPr>
              <a:t>  · Alta</a:t>
            </a:r>
          </a:p>
          <a:p>
            <a:pPr algn="l"/>
            <a:r>
              <a:rPr lang="es-CL" sz="1600" b="1" noProof="0" dirty="0">
                <a:solidFill>
                  <a:srgbClr val="111111"/>
                </a:solidFill>
                <a:latin typeface="Inter SemiBold"/>
              </a:rPr>
              <a:t>Cambio normativo</a:t>
            </a:r>
          </a:p>
        </p:txBody>
      </p:sp>
      <p:sp>
        <p:nvSpPr>
          <p:cNvPr id="817" name="TextBox 816"/>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1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A21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7</a:t>
            </a:r>
          </a:p>
          <a:p>
            <a:pPr algn="l"/>
            <a:r>
              <a:rPr lang="es-CL" sz="1700" b="1" noProof="0" dirty="0">
                <a:solidFill>
                  <a:srgbClr val="FFFFFF"/>
                </a:solidFill>
                <a:latin typeface="Inter SemiBold"/>
              </a:rPr>
              <a:t>Empresa proveedora</a:t>
            </a:r>
          </a:p>
        </p:txBody>
      </p:sp>
      <p:sp>
        <p:nvSpPr>
          <p:cNvPr id="813" name="!!brn7"/>
          <p:cNvSpPr txBox="1"/>
          <p:nvPr/>
        </p:nvSpPr>
        <p:spPr>
          <a:xfrm>
            <a:off x="15342325"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7 · EMPRESA PROVEEDORA · 3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R-025</a:t>
            </a:r>
            <a:r>
              <a:rPr lang="es-CL" sz="1300" b="0" noProof="0" dirty="0">
                <a:solidFill>
                  <a:srgbClr val="111111"/>
                </a:solidFill>
                <a:latin typeface="Inter"/>
              </a:rPr>
              <a:t>  · Alta</a:t>
            </a:r>
          </a:p>
          <a:p>
            <a:pPr algn="l"/>
            <a:r>
              <a:rPr lang="es-CL" sz="1600" b="1" noProof="0" dirty="0">
                <a:solidFill>
                  <a:srgbClr val="111111"/>
                </a:solidFill>
                <a:latin typeface="Inter SemiBold"/>
              </a:rPr>
              <a:t>Dotación compartida</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R-034</a:t>
            </a:r>
            <a:r>
              <a:rPr lang="es-CL" sz="1300" b="0" noProof="0" dirty="0">
                <a:solidFill>
                  <a:srgbClr val="111111"/>
                </a:solidFill>
                <a:latin typeface="Inter"/>
              </a:rPr>
              <a:t>  · Media</a:t>
            </a:r>
          </a:p>
          <a:p>
            <a:pPr algn="l"/>
            <a:r>
              <a:rPr lang="es-CL" sz="1600" b="1" noProof="0" dirty="0">
                <a:solidFill>
                  <a:srgbClr val="111111"/>
                </a:solidFill>
                <a:latin typeface="Inter SemiBold"/>
              </a:rPr>
              <a:t>Mesa o NOC insuficiente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R-035</a:t>
            </a:r>
            <a:r>
              <a:rPr lang="es-CL" sz="1300" b="0" noProof="0" dirty="0">
                <a:solidFill>
                  <a:srgbClr val="111111"/>
                </a:solidFill>
                <a:latin typeface="Inter"/>
              </a:rPr>
              <a:t>  · Alta</a:t>
            </a:r>
          </a:p>
          <a:p>
            <a:pPr algn="l"/>
            <a:r>
              <a:rPr lang="es-CL" sz="1600" b="1" noProof="0" dirty="0">
                <a:solidFill>
                  <a:srgbClr val="111111"/>
                </a:solidFill>
                <a:latin typeface="Inter SemiBold"/>
              </a:rPr>
              <a:t>Costos subestimados</a:t>
            </a:r>
          </a:p>
        </p:txBody>
      </p:sp>
      <p:sp>
        <p:nvSpPr>
          <p:cNvPr id="818" name="TextBox 817"/>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1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A22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820"/>
        <p:cNvGrpSpPr/>
        <p:nvPr/>
      </p:nvGrpSpPr>
      <p:grpSpPr>
        <a:xfrm>
          <a:off x="0" y="0"/>
          <a:ext cx="0" cy="0"/>
          <a:chOff x="0" y="0"/>
          <a:chExt cx="0" cy="0"/>
        </a:xfrm>
      </p:grpSpPr>
      <p:sp>
        <p:nvSpPr>
          <p:cNvPr id="1824"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lang="es-CL" noProof="0" dirty="0"/>
          </a:p>
        </p:txBody>
      </p:sp>
      <p:sp>
        <p:nvSpPr>
          <p:cNvPr id="1821" name="!!title"/>
          <p:cNvSpPr txBox="1"/>
          <p:nvPr/>
        </p:nvSpPr>
        <p:spPr>
          <a:xfrm>
            <a:off x="1463040" y="1188720"/>
            <a:ext cx="4572000" cy="21945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600" b="1" noProof="0" dirty="0">
                <a:solidFill>
                  <a:srgbClr val="111111"/>
                </a:solidFill>
                <a:latin typeface="Inter SemiBold"/>
                <a:ea typeface="Inter SemiBold"/>
                <a:cs typeface="Inter SemiBold"/>
                <a:sym typeface="Inter SemiBold"/>
              </a:rPr>
              <a:t>Riesgos principales</a:t>
            </a:r>
            <a:endParaRPr lang="es-CL" noProof="0" dirty="0"/>
          </a:p>
        </p:txBody>
      </p:sp>
      <p:sp>
        <p:nvSpPr>
          <p:cNvPr id="1826" name="TextBox 1825"/>
          <p:cNvSpPr txBox="1"/>
          <p:nvPr/>
        </p:nvSpPr>
        <p:spPr>
          <a:xfrm>
            <a:off x="1463040" y="3520440"/>
            <a:ext cx="4389120" cy="731520"/>
          </a:xfrm>
          <a:prstGeom prst="rect">
            <a:avLst/>
          </a:prstGeom>
          <a:noFill/>
        </p:spPr>
        <p:txBody>
          <a:bodyPr wrap="square" lIns="0" tIns="0" rIns="0" bIns="0" anchor="t">
            <a:spAutoFit/>
          </a:bodyPr>
          <a:lstStyle/>
          <a:p>
            <a:pPr algn="l"/>
            <a:r>
              <a:rPr lang="es-CL" sz="1600" b="0" noProof="0" dirty="0">
                <a:solidFill>
                  <a:srgbClr val="606060"/>
                </a:solidFill>
                <a:latin typeface="Inter"/>
              </a:rPr>
              <a:t>Los 10 de mayor exposición</a:t>
            </a:r>
          </a:p>
          <a:p>
            <a:pPr algn="l"/>
            <a:r>
              <a:rPr lang="es-CL" sz="1600" b="0" noProof="0" dirty="0">
                <a:solidFill>
                  <a:srgbClr val="606060"/>
                </a:solidFill>
                <a:latin typeface="Inter"/>
              </a:rPr>
              <a:t>Respuesta: mitigar</a:t>
            </a:r>
          </a:p>
        </p:txBody>
      </p:sp>
      <p:sp>
        <p:nvSpPr>
          <p:cNvPr id="1827" name="TextBox 1826"/>
          <p:cNvSpPr txBox="1"/>
          <p:nvPr/>
        </p:nvSpPr>
        <p:spPr>
          <a:xfrm>
            <a:off x="1463040" y="4754880"/>
            <a:ext cx="4389120" cy="548640"/>
          </a:xfrm>
          <a:prstGeom prst="rect">
            <a:avLst/>
          </a:prstGeom>
          <a:noFill/>
        </p:spPr>
        <p:txBody>
          <a:bodyPr wrap="square" lIns="0" tIns="0" rIns="0" bIns="0" anchor="t">
            <a:spAutoFit/>
          </a:bodyPr>
          <a:lstStyle/>
          <a:p>
            <a:pPr algn="l"/>
            <a:r>
              <a:rPr lang="es-CL" sz="3400" b="1" noProof="0" dirty="0">
                <a:solidFill>
                  <a:srgbClr val="E8641B"/>
                </a:solidFill>
                <a:latin typeface="Inter SemiBold"/>
              </a:rPr>
              <a:t>2.058 HH</a:t>
            </a:r>
          </a:p>
        </p:txBody>
      </p:sp>
      <p:sp>
        <p:nvSpPr>
          <p:cNvPr id="1828" name="TextBox 1827"/>
          <p:cNvSpPr txBox="1"/>
          <p:nvPr/>
        </p:nvSpPr>
        <p:spPr>
          <a:xfrm>
            <a:off x="1463040" y="5349240"/>
            <a:ext cx="438912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de contingencia</a:t>
            </a:r>
          </a:p>
        </p:txBody>
      </p:sp>
      <p:sp>
        <p:nvSpPr>
          <p:cNvPr id="1829" name="TextBox 1828"/>
          <p:cNvSpPr txBox="1"/>
          <p:nvPr/>
        </p:nvSpPr>
        <p:spPr>
          <a:xfrm>
            <a:off x="1463040" y="5989320"/>
            <a:ext cx="4389120" cy="548640"/>
          </a:xfrm>
          <a:prstGeom prst="rect">
            <a:avLst/>
          </a:prstGeom>
          <a:noFill/>
        </p:spPr>
        <p:txBody>
          <a:bodyPr wrap="square" lIns="0" tIns="0" rIns="0" bIns="0" anchor="t">
            <a:spAutoFit/>
          </a:bodyPr>
          <a:lstStyle/>
          <a:p>
            <a:pPr algn="l"/>
            <a:r>
              <a:rPr lang="es-CL" sz="3400" b="1" noProof="0" dirty="0">
                <a:solidFill>
                  <a:srgbClr val="111111"/>
                </a:solidFill>
                <a:latin typeface="Inter SemiBold"/>
              </a:rPr>
              <a:t>1.600 HH</a:t>
            </a:r>
          </a:p>
        </p:txBody>
      </p:sp>
      <p:sp>
        <p:nvSpPr>
          <p:cNvPr id="1830" name="TextBox 1829"/>
          <p:cNvSpPr txBox="1"/>
          <p:nvPr/>
        </p:nvSpPr>
        <p:spPr>
          <a:xfrm>
            <a:off x="1463040" y="6583679"/>
            <a:ext cx="438912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de reserva de gestión</a:t>
            </a:r>
          </a:p>
        </p:txBody>
      </p:sp>
      <p:sp>
        <p:nvSpPr>
          <p:cNvPr id="1831" name="TextBox 1830"/>
          <p:cNvSpPr txBox="1"/>
          <p:nvPr/>
        </p:nvSpPr>
        <p:spPr>
          <a:xfrm>
            <a:off x="1463040" y="7315200"/>
            <a:ext cx="4206240" cy="731520"/>
          </a:xfrm>
          <a:prstGeom prst="rect">
            <a:avLst/>
          </a:prstGeom>
          <a:noFill/>
        </p:spPr>
        <p:txBody>
          <a:bodyPr wrap="square" lIns="0" tIns="0" rIns="0" bIns="0" anchor="t">
            <a:spAutoFit/>
          </a:bodyPr>
          <a:lstStyle/>
          <a:p>
            <a:pPr algn="l"/>
            <a:r>
              <a:rPr lang="es-CL" sz="1300" b="0" noProof="0" dirty="0" err="1">
                <a:solidFill>
                  <a:srgbClr val="9A9A9A"/>
                </a:solidFill>
                <a:latin typeface="Inter"/>
              </a:rPr>
              <a:t>Prob</a:t>
            </a:r>
            <a:r>
              <a:rPr lang="es-CL" sz="1300" b="0" noProof="0" dirty="0">
                <a:solidFill>
                  <a:srgbClr val="9A9A9A"/>
                </a:solidFill>
                <a:latin typeface="Inter"/>
              </a:rPr>
              <a:t>. objetivo condicionada a validación</a:t>
            </a:r>
          </a:p>
        </p:txBody>
      </p:sp>
      <p:sp>
        <p:nvSpPr>
          <p:cNvPr id="1832" name="TextBox 1831"/>
          <p:cNvSpPr txBox="1"/>
          <p:nvPr/>
        </p:nvSpPr>
        <p:spPr>
          <a:xfrm>
            <a:off x="6949440" y="502920"/>
            <a:ext cx="3200400" cy="274320"/>
          </a:xfrm>
          <a:prstGeom prst="rect">
            <a:avLst/>
          </a:prstGeom>
          <a:noFill/>
        </p:spPr>
        <p:txBody>
          <a:bodyPr wrap="square" lIns="0" tIns="0" rIns="0" bIns="0" anchor="t">
            <a:spAutoFit/>
          </a:bodyPr>
          <a:lstStyle/>
          <a:p>
            <a:pPr algn="l"/>
            <a:r>
              <a:rPr lang="es-CL" sz="1300" b="1" noProof="0" dirty="0">
                <a:solidFill>
                  <a:srgbClr val="9A9A9A"/>
                </a:solidFill>
                <a:latin typeface="Inter SemiBold"/>
              </a:rPr>
              <a:t>RIESGO</a:t>
            </a:r>
          </a:p>
        </p:txBody>
      </p:sp>
      <p:sp>
        <p:nvSpPr>
          <p:cNvPr id="1833" name="TextBox 1832"/>
          <p:cNvSpPr txBox="1"/>
          <p:nvPr/>
        </p:nvSpPr>
        <p:spPr>
          <a:xfrm>
            <a:off x="10744200" y="502920"/>
            <a:ext cx="3200400" cy="274320"/>
          </a:xfrm>
          <a:prstGeom prst="rect">
            <a:avLst/>
          </a:prstGeom>
          <a:noFill/>
        </p:spPr>
        <p:txBody>
          <a:bodyPr wrap="square" lIns="0" tIns="0" rIns="0" bIns="0" anchor="t">
            <a:spAutoFit/>
          </a:bodyPr>
          <a:lstStyle/>
          <a:p>
            <a:pPr algn="l"/>
            <a:r>
              <a:rPr lang="es-CL" sz="1300" b="1" noProof="0" dirty="0">
                <a:solidFill>
                  <a:srgbClr val="9A9A9A"/>
                </a:solidFill>
                <a:latin typeface="Inter SemiBold"/>
              </a:rPr>
              <a:t>EXPOSICIÓN  P × I</a:t>
            </a:r>
          </a:p>
        </p:txBody>
      </p:sp>
      <p:sp>
        <p:nvSpPr>
          <p:cNvPr id="1834" name="TextBox 1833"/>
          <p:cNvSpPr txBox="1"/>
          <p:nvPr/>
        </p:nvSpPr>
        <p:spPr>
          <a:xfrm>
            <a:off x="13624560" y="502920"/>
            <a:ext cx="3200400" cy="274320"/>
          </a:xfrm>
          <a:prstGeom prst="rect">
            <a:avLst/>
          </a:prstGeom>
          <a:noFill/>
        </p:spPr>
        <p:txBody>
          <a:bodyPr wrap="square" lIns="0" tIns="0" rIns="0" bIns="0" anchor="t">
            <a:spAutoFit/>
          </a:bodyPr>
          <a:lstStyle/>
          <a:p>
            <a:pPr algn="l"/>
            <a:r>
              <a:rPr lang="es-CL" sz="1300" b="1" noProof="0" dirty="0">
                <a:solidFill>
                  <a:srgbClr val="9A9A9A"/>
                </a:solidFill>
                <a:latin typeface="Inter SemiBold"/>
              </a:rPr>
              <a:t>ZONA</a:t>
            </a:r>
          </a:p>
        </p:txBody>
      </p:sp>
      <p:sp>
        <p:nvSpPr>
          <p:cNvPr id="1835" name="TextBox 1834"/>
          <p:cNvSpPr txBox="1"/>
          <p:nvPr/>
        </p:nvSpPr>
        <p:spPr>
          <a:xfrm>
            <a:off x="14721840" y="502920"/>
            <a:ext cx="3200400" cy="274320"/>
          </a:xfrm>
          <a:prstGeom prst="rect">
            <a:avLst/>
          </a:prstGeom>
          <a:noFill/>
        </p:spPr>
        <p:txBody>
          <a:bodyPr wrap="square" lIns="0" tIns="0" rIns="0" bIns="0" anchor="t">
            <a:spAutoFit/>
          </a:bodyPr>
          <a:lstStyle/>
          <a:p>
            <a:pPr algn="l"/>
            <a:r>
              <a:rPr lang="es-CL" sz="1300" b="1" noProof="0" dirty="0">
                <a:solidFill>
                  <a:srgbClr val="9A9A9A"/>
                </a:solidFill>
                <a:latin typeface="Inter SemiBold"/>
              </a:rPr>
              <a:t>RESPUESTA · PROB.</a:t>
            </a:r>
          </a:p>
        </p:txBody>
      </p:sp>
      <p:sp>
        <p:nvSpPr>
          <p:cNvPr id="1836" name="Rounded Rectangle 1835"/>
          <p:cNvSpPr/>
          <p:nvPr/>
        </p:nvSpPr>
        <p:spPr>
          <a:xfrm>
            <a:off x="6309360" y="868680"/>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37" name="Oval 1836"/>
          <p:cNvSpPr/>
          <p:nvPr/>
        </p:nvSpPr>
        <p:spPr>
          <a:xfrm>
            <a:off x="6419088" y="1024127"/>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1</a:t>
            </a:r>
          </a:p>
        </p:txBody>
      </p:sp>
      <p:sp>
        <p:nvSpPr>
          <p:cNvPr id="1838" name="TextBox 1837"/>
          <p:cNvSpPr txBox="1"/>
          <p:nvPr/>
        </p:nvSpPr>
        <p:spPr>
          <a:xfrm>
            <a:off x="6995160" y="941832"/>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R-012  </a:t>
            </a:r>
            <a:r>
              <a:rPr lang="es-CL" sz="1500" b="1" noProof="0" dirty="0">
                <a:solidFill>
                  <a:srgbClr val="111111"/>
                </a:solidFill>
                <a:latin typeface="Inter SemiBold"/>
              </a:rPr>
              <a:t>Retiro sin trazabilidad</a:t>
            </a:r>
          </a:p>
        </p:txBody>
      </p:sp>
      <p:sp>
        <p:nvSpPr>
          <p:cNvPr id="1839" name="TextBox 1838"/>
          <p:cNvSpPr txBox="1"/>
          <p:nvPr/>
        </p:nvSpPr>
        <p:spPr>
          <a:xfrm>
            <a:off x="6995160" y="1289304"/>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M. Miño</a:t>
            </a:r>
          </a:p>
        </p:txBody>
      </p:sp>
      <p:sp>
        <p:nvSpPr>
          <p:cNvPr id="1840" name="Rectangle 1839"/>
          <p:cNvSpPr/>
          <p:nvPr/>
        </p:nvSpPr>
        <p:spPr>
          <a:xfrm>
            <a:off x="10744200" y="1051560"/>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41" name="TextBox 1840"/>
          <p:cNvSpPr txBox="1"/>
          <p:nvPr/>
        </p:nvSpPr>
        <p:spPr>
          <a:xfrm>
            <a:off x="10744200" y="1307592"/>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0,50 × 0,80 = 0,40</a:t>
            </a:r>
          </a:p>
        </p:txBody>
      </p:sp>
      <p:sp>
        <p:nvSpPr>
          <p:cNvPr id="1842" name="Rounded Rectangle 1841"/>
          <p:cNvSpPr/>
          <p:nvPr/>
        </p:nvSpPr>
        <p:spPr>
          <a:xfrm>
            <a:off x="13624560" y="1069848"/>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FFFFFF"/>
                </a:solidFill>
                <a:latin typeface="Inter SemiBold"/>
              </a:rPr>
              <a:t>Crítica</a:t>
            </a:r>
          </a:p>
        </p:txBody>
      </p:sp>
      <p:sp>
        <p:nvSpPr>
          <p:cNvPr id="1843" name="TextBox 1842"/>
          <p:cNvSpPr txBox="1"/>
          <p:nvPr/>
        </p:nvSpPr>
        <p:spPr>
          <a:xfrm>
            <a:off x="14721840" y="941832"/>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Retiro simulado de punta a punta</a:t>
            </a:r>
          </a:p>
        </p:txBody>
      </p:sp>
      <p:sp>
        <p:nvSpPr>
          <p:cNvPr id="1844" name="TextBox 1843"/>
          <p:cNvSpPr txBox="1"/>
          <p:nvPr/>
        </p:nvSpPr>
        <p:spPr>
          <a:xfrm>
            <a:off x="14721840" y="1325880"/>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35 % → 10 %</a:t>
            </a:r>
          </a:p>
        </p:txBody>
      </p:sp>
      <p:sp>
        <p:nvSpPr>
          <p:cNvPr id="1845" name="Rounded Rectangle 1844"/>
          <p:cNvSpPr/>
          <p:nvPr/>
        </p:nvSpPr>
        <p:spPr>
          <a:xfrm>
            <a:off x="6309360" y="1728216"/>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46" name="Oval 1845"/>
          <p:cNvSpPr/>
          <p:nvPr/>
        </p:nvSpPr>
        <p:spPr>
          <a:xfrm>
            <a:off x="6419088" y="1883664"/>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2</a:t>
            </a:r>
          </a:p>
        </p:txBody>
      </p:sp>
      <p:sp>
        <p:nvSpPr>
          <p:cNvPr id="1847" name="TextBox 1846"/>
          <p:cNvSpPr txBox="1"/>
          <p:nvPr/>
        </p:nvSpPr>
        <p:spPr>
          <a:xfrm>
            <a:off x="6995160" y="1801368"/>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R-015  </a:t>
            </a:r>
            <a:r>
              <a:rPr lang="es-CL" sz="1500" b="1" noProof="0" dirty="0">
                <a:solidFill>
                  <a:srgbClr val="111111"/>
                </a:solidFill>
                <a:latin typeface="Inter SemiBold"/>
              </a:rPr>
              <a:t>RTO/RPO excedidos</a:t>
            </a:r>
          </a:p>
        </p:txBody>
      </p:sp>
      <p:sp>
        <p:nvSpPr>
          <p:cNvPr id="1848" name="TextBox 1847"/>
          <p:cNvSpPr txBox="1"/>
          <p:nvPr/>
        </p:nvSpPr>
        <p:spPr>
          <a:xfrm>
            <a:off x="6995160" y="2148840"/>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G. Castillo</a:t>
            </a:r>
          </a:p>
        </p:txBody>
      </p:sp>
      <p:sp>
        <p:nvSpPr>
          <p:cNvPr id="1849" name="Rectangle 1848"/>
          <p:cNvSpPr/>
          <p:nvPr/>
        </p:nvSpPr>
        <p:spPr>
          <a:xfrm>
            <a:off x="10744200" y="1911095"/>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50" name="TextBox 1849"/>
          <p:cNvSpPr txBox="1"/>
          <p:nvPr/>
        </p:nvSpPr>
        <p:spPr>
          <a:xfrm>
            <a:off x="10744200" y="2167128"/>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0,50 × 0,80 = 0,40</a:t>
            </a:r>
          </a:p>
        </p:txBody>
      </p:sp>
      <p:sp>
        <p:nvSpPr>
          <p:cNvPr id="1851" name="Rounded Rectangle 1850"/>
          <p:cNvSpPr/>
          <p:nvPr/>
        </p:nvSpPr>
        <p:spPr>
          <a:xfrm>
            <a:off x="13624560" y="1929384"/>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FFFFFF"/>
                </a:solidFill>
                <a:latin typeface="Inter SemiBold"/>
              </a:rPr>
              <a:t>Crítica</a:t>
            </a:r>
          </a:p>
        </p:txBody>
      </p:sp>
      <p:sp>
        <p:nvSpPr>
          <p:cNvPr id="1852" name="TextBox 1851"/>
          <p:cNvSpPr txBox="1"/>
          <p:nvPr/>
        </p:nvSpPr>
        <p:spPr>
          <a:xfrm>
            <a:off x="14721840" y="1801368"/>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Ensayo de desastre total</a:t>
            </a:r>
          </a:p>
        </p:txBody>
      </p:sp>
      <p:sp>
        <p:nvSpPr>
          <p:cNvPr id="1853" name="TextBox 1852"/>
          <p:cNvSpPr txBox="1"/>
          <p:nvPr/>
        </p:nvSpPr>
        <p:spPr>
          <a:xfrm>
            <a:off x="14721840" y="2185415"/>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35 % → 10 %</a:t>
            </a:r>
          </a:p>
        </p:txBody>
      </p:sp>
      <p:sp>
        <p:nvSpPr>
          <p:cNvPr id="1854" name="Rounded Rectangle 1853"/>
          <p:cNvSpPr/>
          <p:nvPr/>
        </p:nvSpPr>
        <p:spPr>
          <a:xfrm>
            <a:off x="6309360" y="2587752"/>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55" name="Oval 1854"/>
          <p:cNvSpPr/>
          <p:nvPr/>
        </p:nvSpPr>
        <p:spPr>
          <a:xfrm>
            <a:off x="6419088" y="274320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3</a:t>
            </a:r>
          </a:p>
        </p:txBody>
      </p:sp>
      <p:sp>
        <p:nvSpPr>
          <p:cNvPr id="1856" name="TextBox 1855"/>
          <p:cNvSpPr txBox="1"/>
          <p:nvPr/>
        </p:nvSpPr>
        <p:spPr>
          <a:xfrm>
            <a:off x="6995160" y="2660904"/>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R-005  </a:t>
            </a:r>
            <a:r>
              <a:rPr lang="es-CL" sz="1500" b="1" noProof="0" dirty="0">
                <a:solidFill>
                  <a:srgbClr val="111111"/>
                </a:solidFill>
                <a:latin typeface="Inter SemiBold"/>
              </a:rPr>
              <a:t>Duplicados tras reconexión</a:t>
            </a:r>
          </a:p>
        </p:txBody>
      </p:sp>
      <p:sp>
        <p:nvSpPr>
          <p:cNvPr id="1857" name="TextBox 1856"/>
          <p:cNvSpPr txBox="1"/>
          <p:nvPr/>
        </p:nvSpPr>
        <p:spPr>
          <a:xfrm>
            <a:off x="6995160" y="3008376"/>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T. Pérez</a:t>
            </a:r>
          </a:p>
        </p:txBody>
      </p:sp>
      <p:sp>
        <p:nvSpPr>
          <p:cNvPr id="1858" name="Rectangle 1857"/>
          <p:cNvSpPr/>
          <p:nvPr/>
        </p:nvSpPr>
        <p:spPr>
          <a:xfrm>
            <a:off x="10744200" y="277063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59" name="TextBox 1858"/>
          <p:cNvSpPr txBox="1"/>
          <p:nvPr/>
        </p:nvSpPr>
        <p:spPr>
          <a:xfrm>
            <a:off x="10744200" y="3026664"/>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860" name="Rounded Rectangle 1859"/>
          <p:cNvSpPr/>
          <p:nvPr/>
        </p:nvSpPr>
        <p:spPr>
          <a:xfrm>
            <a:off x="13624560" y="278892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861" name="TextBox 1860"/>
          <p:cNvSpPr txBox="1"/>
          <p:nvPr/>
        </p:nvSpPr>
        <p:spPr>
          <a:xfrm>
            <a:off x="14721840" y="2660904"/>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Inyección de fallas</a:t>
            </a:r>
          </a:p>
        </p:txBody>
      </p:sp>
      <p:sp>
        <p:nvSpPr>
          <p:cNvPr id="1862" name="TextBox 1861"/>
          <p:cNvSpPr txBox="1"/>
          <p:nvPr/>
        </p:nvSpPr>
        <p:spPr>
          <a:xfrm>
            <a:off x="14721840" y="3044952"/>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30 % → 10 %</a:t>
            </a:r>
          </a:p>
        </p:txBody>
      </p:sp>
      <p:sp>
        <p:nvSpPr>
          <p:cNvPr id="1863" name="Rounded Rectangle 1862"/>
          <p:cNvSpPr/>
          <p:nvPr/>
        </p:nvSpPr>
        <p:spPr>
          <a:xfrm>
            <a:off x="6309360" y="3447287"/>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64" name="Oval 1863"/>
          <p:cNvSpPr/>
          <p:nvPr/>
        </p:nvSpPr>
        <p:spPr>
          <a:xfrm>
            <a:off x="6419088" y="360273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4</a:t>
            </a:r>
          </a:p>
        </p:txBody>
      </p:sp>
      <p:sp>
        <p:nvSpPr>
          <p:cNvPr id="1865" name="TextBox 1864"/>
          <p:cNvSpPr txBox="1"/>
          <p:nvPr/>
        </p:nvSpPr>
        <p:spPr>
          <a:xfrm>
            <a:off x="6995160" y="3520439"/>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R-006  </a:t>
            </a:r>
            <a:r>
              <a:rPr lang="es-CL" sz="1500" b="1" noProof="0" dirty="0">
                <a:solidFill>
                  <a:srgbClr val="111111"/>
                </a:solidFill>
                <a:latin typeface="Inter SemiBold"/>
              </a:rPr>
              <a:t>Enlaces de Concepción</a:t>
            </a:r>
          </a:p>
        </p:txBody>
      </p:sp>
      <p:sp>
        <p:nvSpPr>
          <p:cNvPr id="1866" name="TextBox 1865"/>
          <p:cNvSpPr txBox="1"/>
          <p:nvPr/>
        </p:nvSpPr>
        <p:spPr>
          <a:xfrm>
            <a:off x="6995160" y="3867911"/>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3 · G. Castillo</a:t>
            </a:r>
          </a:p>
        </p:txBody>
      </p:sp>
      <p:sp>
        <p:nvSpPr>
          <p:cNvPr id="1867" name="Rectangle 1866"/>
          <p:cNvSpPr/>
          <p:nvPr/>
        </p:nvSpPr>
        <p:spPr>
          <a:xfrm>
            <a:off x="10744200" y="3630168"/>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68" name="TextBox 1867"/>
          <p:cNvSpPr txBox="1"/>
          <p:nvPr/>
        </p:nvSpPr>
        <p:spPr>
          <a:xfrm>
            <a:off x="10744200" y="3886200"/>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869" name="Rounded Rectangle 1868"/>
          <p:cNvSpPr/>
          <p:nvPr/>
        </p:nvSpPr>
        <p:spPr>
          <a:xfrm>
            <a:off x="13624560" y="364845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870" name="TextBox 1869"/>
          <p:cNvSpPr txBox="1"/>
          <p:nvPr/>
        </p:nvSpPr>
        <p:spPr>
          <a:xfrm>
            <a:off x="14721840" y="3520439"/>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Simulacro de caída de enlaces</a:t>
            </a:r>
          </a:p>
        </p:txBody>
      </p:sp>
      <p:sp>
        <p:nvSpPr>
          <p:cNvPr id="1871" name="TextBox 1870"/>
          <p:cNvSpPr txBox="1"/>
          <p:nvPr/>
        </p:nvSpPr>
        <p:spPr>
          <a:xfrm>
            <a:off x="14721840" y="3904487"/>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25 % → 10 %</a:t>
            </a:r>
          </a:p>
        </p:txBody>
      </p:sp>
      <p:sp>
        <p:nvSpPr>
          <p:cNvPr id="1872" name="Rounded Rectangle 1871"/>
          <p:cNvSpPr/>
          <p:nvPr/>
        </p:nvSpPr>
        <p:spPr>
          <a:xfrm>
            <a:off x="6309360" y="4306824"/>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73" name="Oval 1872"/>
          <p:cNvSpPr/>
          <p:nvPr/>
        </p:nvSpPr>
        <p:spPr>
          <a:xfrm>
            <a:off x="6419088" y="4462272"/>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5</a:t>
            </a:r>
          </a:p>
        </p:txBody>
      </p:sp>
      <p:sp>
        <p:nvSpPr>
          <p:cNvPr id="1874" name="TextBox 1873"/>
          <p:cNvSpPr txBox="1"/>
          <p:nvPr/>
        </p:nvSpPr>
        <p:spPr>
          <a:xfrm>
            <a:off x="6995160" y="4379976"/>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R-011  </a:t>
            </a:r>
            <a:r>
              <a:rPr lang="es-CL" sz="1500" b="1" noProof="0" dirty="0">
                <a:solidFill>
                  <a:srgbClr val="111111"/>
                </a:solidFill>
                <a:latin typeface="Inter SemiBold"/>
              </a:rPr>
              <a:t>Regla o sensor térmico</a:t>
            </a:r>
          </a:p>
        </p:txBody>
      </p:sp>
      <p:sp>
        <p:nvSpPr>
          <p:cNvPr id="1875" name="TextBox 1874"/>
          <p:cNvSpPr txBox="1"/>
          <p:nvPr/>
        </p:nvSpPr>
        <p:spPr>
          <a:xfrm>
            <a:off x="6995160" y="4727448"/>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M. Miño</a:t>
            </a:r>
          </a:p>
        </p:txBody>
      </p:sp>
      <p:sp>
        <p:nvSpPr>
          <p:cNvPr id="1876" name="Rectangle 1875"/>
          <p:cNvSpPr/>
          <p:nvPr/>
        </p:nvSpPr>
        <p:spPr>
          <a:xfrm>
            <a:off x="10744200" y="4489704"/>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77" name="TextBox 1876"/>
          <p:cNvSpPr txBox="1"/>
          <p:nvPr/>
        </p:nvSpPr>
        <p:spPr>
          <a:xfrm>
            <a:off x="10744200" y="4745736"/>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878" name="Rounded Rectangle 1877"/>
          <p:cNvSpPr/>
          <p:nvPr/>
        </p:nvSpPr>
        <p:spPr>
          <a:xfrm>
            <a:off x="13624560" y="450799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879" name="TextBox 1878"/>
          <p:cNvSpPr txBox="1"/>
          <p:nvPr/>
        </p:nvSpPr>
        <p:spPr>
          <a:xfrm>
            <a:off x="14721840" y="4379976"/>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Validar rangos y sensor</a:t>
            </a:r>
          </a:p>
        </p:txBody>
      </p:sp>
      <p:sp>
        <p:nvSpPr>
          <p:cNvPr id="1880" name="TextBox 1879"/>
          <p:cNvSpPr txBox="1"/>
          <p:nvPr/>
        </p:nvSpPr>
        <p:spPr>
          <a:xfrm>
            <a:off x="14721840" y="4764024"/>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30 % → 10 %</a:t>
            </a:r>
          </a:p>
        </p:txBody>
      </p:sp>
      <p:sp>
        <p:nvSpPr>
          <p:cNvPr id="1881" name="Rounded Rectangle 1880"/>
          <p:cNvSpPr/>
          <p:nvPr/>
        </p:nvSpPr>
        <p:spPr>
          <a:xfrm>
            <a:off x="6309360" y="5166359"/>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82" name="Oval 1881"/>
          <p:cNvSpPr/>
          <p:nvPr/>
        </p:nvSpPr>
        <p:spPr>
          <a:xfrm>
            <a:off x="6419088" y="5321807"/>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6</a:t>
            </a:r>
          </a:p>
        </p:txBody>
      </p:sp>
      <p:sp>
        <p:nvSpPr>
          <p:cNvPr id="1883" name="TextBox 1882"/>
          <p:cNvSpPr txBox="1"/>
          <p:nvPr/>
        </p:nvSpPr>
        <p:spPr>
          <a:xfrm>
            <a:off x="6995160" y="5239512"/>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R-013  </a:t>
            </a:r>
            <a:r>
              <a:rPr lang="es-CL" sz="1500" b="1" noProof="0" dirty="0">
                <a:solidFill>
                  <a:srgbClr val="111111"/>
                </a:solidFill>
                <a:latin typeface="Inter SemiBold"/>
              </a:rPr>
              <a:t>Peak sin capacidad</a:t>
            </a:r>
          </a:p>
        </p:txBody>
      </p:sp>
      <p:sp>
        <p:nvSpPr>
          <p:cNvPr id="1884" name="TextBox 1883"/>
          <p:cNvSpPr txBox="1"/>
          <p:nvPr/>
        </p:nvSpPr>
        <p:spPr>
          <a:xfrm>
            <a:off x="6995160" y="5586983"/>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G. Castillo</a:t>
            </a:r>
          </a:p>
        </p:txBody>
      </p:sp>
      <p:sp>
        <p:nvSpPr>
          <p:cNvPr id="1885" name="Rectangle 1884"/>
          <p:cNvSpPr/>
          <p:nvPr/>
        </p:nvSpPr>
        <p:spPr>
          <a:xfrm>
            <a:off x="10744200" y="5349240"/>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86" name="TextBox 1885"/>
          <p:cNvSpPr txBox="1"/>
          <p:nvPr/>
        </p:nvSpPr>
        <p:spPr>
          <a:xfrm>
            <a:off x="10744200" y="5605271"/>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887" name="Rounded Rectangle 1886"/>
          <p:cNvSpPr/>
          <p:nvPr/>
        </p:nvSpPr>
        <p:spPr>
          <a:xfrm>
            <a:off x="13624560" y="5367527"/>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888" name="TextBox 1887"/>
          <p:cNvSpPr txBox="1"/>
          <p:nvPr/>
        </p:nvSpPr>
        <p:spPr>
          <a:xfrm>
            <a:off x="14721840" y="5239512"/>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Prueba de carga en despacho</a:t>
            </a:r>
          </a:p>
        </p:txBody>
      </p:sp>
      <p:sp>
        <p:nvSpPr>
          <p:cNvPr id="1889" name="TextBox 1888"/>
          <p:cNvSpPr txBox="1"/>
          <p:nvPr/>
        </p:nvSpPr>
        <p:spPr>
          <a:xfrm>
            <a:off x="14721840" y="5623559"/>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30 % → 10 %</a:t>
            </a:r>
          </a:p>
        </p:txBody>
      </p:sp>
      <p:sp>
        <p:nvSpPr>
          <p:cNvPr id="1890" name="Rounded Rectangle 1889"/>
          <p:cNvSpPr/>
          <p:nvPr/>
        </p:nvSpPr>
        <p:spPr>
          <a:xfrm>
            <a:off x="6309360" y="6025896"/>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91" name="Oval 1890"/>
          <p:cNvSpPr/>
          <p:nvPr/>
        </p:nvSpPr>
        <p:spPr>
          <a:xfrm>
            <a:off x="6419088" y="6181344"/>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7</a:t>
            </a:r>
          </a:p>
        </p:txBody>
      </p:sp>
      <p:sp>
        <p:nvSpPr>
          <p:cNvPr id="1892" name="TextBox 1891"/>
          <p:cNvSpPr txBox="1"/>
          <p:nvPr/>
        </p:nvSpPr>
        <p:spPr>
          <a:xfrm>
            <a:off x="6995160" y="6099048"/>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R-014  </a:t>
            </a:r>
            <a:r>
              <a:rPr lang="es-CL" sz="1500" b="1" noProof="0" dirty="0">
                <a:solidFill>
                  <a:srgbClr val="111111"/>
                </a:solidFill>
                <a:latin typeface="Inter SemiBold"/>
              </a:rPr>
              <a:t>Sala y energía</a:t>
            </a:r>
          </a:p>
        </p:txBody>
      </p:sp>
      <p:sp>
        <p:nvSpPr>
          <p:cNvPr id="1893" name="TextBox 1892"/>
          <p:cNvSpPr txBox="1"/>
          <p:nvPr/>
        </p:nvSpPr>
        <p:spPr>
          <a:xfrm>
            <a:off x="6995160" y="6446520"/>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3 · G. Castillo</a:t>
            </a:r>
          </a:p>
        </p:txBody>
      </p:sp>
      <p:sp>
        <p:nvSpPr>
          <p:cNvPr id="1894" name="Rectangle 1893"/>
          <p:cNvSpPr/>
          <p:nvPr/>
        </p:nvSpPr>
        <p:spPr>
          <a:xfrm>
            <a:off x="10744200" y="6208776"/>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95" name="TextBox 1894"/>
          <p:cNvSpPr txBox="1"/>
          <p:nvPr/>
        </p:nvSpPr>
        <p:spPr>
          <a:xfrm>
            <a:off x="10744200" y="6464808"/>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896" name="Rounded Rectangle 1895"/>
          <p:cNvSpPr/>
          <p:nvPr/>
        </p:nvSpPr>
        <p:spPr>
          <a:xfrm>
            <a:off x="13624560" y="6227064"/>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897" name="TextBox 1896"/>
          <p:cNvSpPr txBox="1"/>
          <p:nvPr/>
        </p:nvSpPr>
        <p:spPr>
          <a:xfrm>
            <a:off x="14721840" y="6099048"/>
            <a:ext cx="2880360" cy="411480"/>
          </a:xfrm>
          <a:prstGeom prst="rect">
            <a:avLst/>
          </a:prstGeom>
          <a:noFill/>
        </p:spPr>
        <p:txBody>
          <a:bodyPr wrap="square" lIns="0" tIns="0" rIns="0" bIns="0" anchor="t">
            <a:spAutoFit/>
          </a:bodyPr>
          <a:lstStyle/>
          <a:p>
            <a:pPr algn="l"/>
            <a:r>
              <a:rPr lang="es-CL" sz="1400" b="1" noProof="0" dirty="0" err="1">
                <a:solidFill>
                  <a:srgbClr val="111111"/>
                </a:solidFill>
                <a:latin typeface="Inter SemiBold"/>
              </a:rPr>
              <a:t>Recepcionar</a:t>
            </a:r>
            <a:r>
              <a:rPr lang="es-CL" sz="1400" b="1" noProof="0" dirty="0">
                <a:solidFill>
                  <a:srgbClr val="111111"/>
                </a:solidFill>
                <a:latin typeface="Inter SemiBold"/>
              </a:rPr>
              <a:t> energía y clima</a:t>
            </a:r>
          </a:p>
        </p:txBody>
      </p:sp>
      <p:sp>
        <p:nvSpPr>
          <p:cNvPr id="1898" name="TextBox 1897"/>
          <p:cNvSpPr txBox="1"/>
          <p:nvPr/>
        </p:nvSpPr>
        <p:spPr>
          <a:xfrm>
            <a:off x="14721840" y="6483096"/>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20 % → 10 %</a:t>
            </a:r>
          </a:p>
        </p:txBody>
      </p:sp>
      <p:sp>
        <p:nvSpPr>
          <p:cNvPr id="1899" name="Rounded Rectangle 1898"/>
          <p:cNvSpPr/>
          <p:nvPr/>
        </p:nvSpPr>
        <p:spPr>
          <a:xfrm>
            <a:off x="6309360" y="6885432"/>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00" name="Oval 1899"/>
          <p:cNvSpPr/>
          <p:nvPr/>
        </p:nvSpPr>
        <p:spPr>
          <a:xfrm>
            <a:off x="6419088" y="704088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8</a:t>
            </a:r>
          </a:p>
        </p:txBody>
      </p:sp>
      <p:sp>
        <p:nvSpPr>
          <p:cNvPr id="1901" name="TextBox 1900"/>
          <p:cNvSpPr txBox="1"/>
          <p:nvPr/>
        </p:nvSpPr>
        <p:spPr>
          <a:xfrm>
            <a:off x="6995160" y="6958584"/>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R-016  </a:t>
            </a:r>
            <a:r>
              <a:rPr lang="es-CL" sz="1500" b="1" noProof="0" dirty="0">
                <a:solidFill>
                  <a:srgbClr val="111111"/>
                </a:solidFill>
                <a:latin typeface="Inter SemiBold"/>
              </a:rPr>
              <a:t>Uso indebido de privilegios</a:t>
            </a:r>
          </a:p>
        </p:txBody>
      </p:sp>
      <p:sp>
        <p:nvSpPr>
          <p:cNvPr id="1902" name="TextBox 1901"/>
          <p:cNvSpPr txBox="1"/>
          <p:nvPr/>
        </p:nvSpPr>
        <p:spPr>
          <a:xfrm>
            <a:off x="6995160" y="7306056"/>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Á. Catalán</a:t>
            </a:r>
          </a:p>
        </p:txBody>
      </p:sp>
      <p:sp>
        <p:nvSpPr>
          <p:cNvPr id="1903" name="Rectangle 1902"/>
          <p:cNvSpPr/>
          <p:nvPr/>
        </p:nvSpPr>
        <p:spPr>
          <a:xfrm>
            <a:off x="10744200" y="706831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04" name="TextBox 1903"/>
          <p:cNvSpPr txBox="1"/>
          <p:nvPr/>
        </p:nvSpPr>
        <p:spPr>
          <a:xfrm>
            <a:off x="10744200" y="7324344"/>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905" name="Rounded Rectangle 1904"/>
          <p:cNvSpPr/>
          <p:nvPr/>
        </p:nvSpPr>
        <p:spPr>
          <a:xfrm>
            <a:off x="13624560" y="708660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906" name="TextBox 1905"/>
          <p:cNvSpPr txBox="1"/>
          <p:nvPr/>
        </p:nvSpPr>
        <p:spPr>
          <a:xfrm>
            <a:off x="14721840" y="6958584"/>
            <a:ext cx="2880360" cy="411480"/>
          </a:xfrm>
          <a:prstGeom prst="rect">
            <a:avLst/>
          </a:prstGeom>
          <a:noFill/>
        </p:spPr>
        <p:txBody>
          <a:bodyPr wrap="square" lIns="0" tIns="0" rIns="0" bIns="0" anchor="t">
            <a:spAutoFit/>
          </a:bodyPr>
          <a:lstStyle/>
          <a:p>
            <a:pPr algn="l"/>
            <a:r>
              <a:rPr lang="es-CL" sz="1400" b="1" noProof="0" dirty="0" err="1">
                <a:solidFill>
                  <a:srgbClr val="111111"/>
                </a:solidFill>
                <a:latin typeface="Inter SemiBold"/>
              </a:rPr>
              <a:t>Pentest</a:t>
            </a:r>
            <a:r>
              <a:rPr lang="es-CL" sz="1400" b="1" noProof="0" dirty="0">
                <a:solidFill>
                  <a:srgbClr val="111111"/>
                </a:solidFill>
                <a:latin typeface="Inter SemiBold"/>
              </a:rPr>
              <a:t> y contención</a:t>
            </a:r>
          </a:p>
        </p:txBody>
      </p:sp>
      <p:sp>
        <p:nvSpPr>
          <p:cNvPr id="1907" name="TextBox 1906"/>
          <p:cNvSpPr txBox="1"/>
          <p:nvPr/>
        </p:nvSpPr>
        <p:spPr>
          <a:xfrm>
            <a:off x="14721840" y="7342632"/>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30 % → 10 %</a:t>
            </a:r>
          </a:p>
        </p:txBody>
      </p:sp>
      <p:sp>
        <p:nvSpPr>
          <p:cNvPr id="1908" name="Rounded Rectangle 1907"/>
          <p:cNvSpPr/>
          <p:nvPr/>
        </p:nvSpPr>
        <p:spPr>
          <a:xfrm>
            <a:off x="6309360" y="7744967"/>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09" name="Oval 1908"/>
          <p:cNvSpPr/>
          <p:nvPr/>
        </p:nvSpPr>
        <p:spPr>
          <a:xfrm>
            <a:off x="6419088" y="790041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9</a:t>
            </a:r>
          </a:p>
        </p:txBody>
      </p:sp>
      <p:sp>
        <p:nvSpPr>
          <p:cNvPr id="1910" name="TextBox 1909"/>
          <p:cNvSpPr txBox="1"/>
          <p:nvPr/>
        </p:nvSpPr>
        <p:spPr>
          <a:xfrm>
            <a:off x="6995160" y="7818119"/>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R-001  </a:t>
            </a:r>
            <a:r>
              <a:rPr lang="es-CL" sz="1500" b="1" noProof="0" dirty="0">
                <a:solidFill>
                  <a:srgbClr val="111111"/>
                </a:solidFill>
                <a:latin typeface="Inter SemiBold"/>
              </a:rPr>
              <a:t>Interfaces del ERP</a:t>
            </a:r>
          </a:p>
        </p:txBody>
      </p:sp>
      <p:sp>
        <p:nvSpPr>
          <p:cNvPr id="1911" name="TextBox 1910"/>
          <p:cNvSpPr txBox="1"/>
          <p:nvPr/>
        </p:nvSpPr>
        <p:spPr>
          <a:xfrm>
            <a:off x="6995160" y="8165592"/>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2 · B. Trejo</a:t>
            </a:r>
          </a:p>
        </p:txBody>
      </p:sp>
      <p:sp>
        <p:nvSpPr>
          <p:cNvPr id="1912" name="Rectangle 1911"/>
          <p:cNvSpPr/>
          <p:nvPr/>
        </p:nvSpPr>
        <p:spPr>
          <a:xfrm>
            <a:off x="10744200" y="7927847"/>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13" name="TextBox 1912"/>
          <p:cNvSpPr txBox="1"/>
          <p:nvPr/>
        </p:nvSpPr>
        <p:spPr>
          <a:xfrm>
            <a:off x="10744200" y="8183879"/>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0,50 × 0,40 = 0,20</a:t>
            </a:r>
          </a:p>
        </p:txBody>
      </p:sp>
      <p:sp>
        <p:nvSpPr>
          <p:cNvPr id="1914" name="Rounded Rectangle 1913"/>
          <p:cNvSpPr/>
          <p:nvPr/>
        </p:nvSpPr>
        <p:spPr>
          <a:xfrm>
            <a:off x="13624560" y="794613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915" name="TextBox 1914"/>
          <p:cNvSpPr txBox="1"/>
          <p:nvPr/>
        </p:nvSpPr>
        <p:spPr>
          <a:xfrm>
            <a:off x="14721840" y="7818119"/>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Contrato de interfaz probado</a:t>
            </a:r>
          </a:p>
        </p:txBody>
      </p:sp>
      <p:sp>
        <p:nvSpPr>
          <p:cNvPr id="1916" name="TextBox 1915"/>
          <p:cNvSpPr txBox="1"/>
          <p:nvPr/>
        </p:nvSpPr>
        <p:spPr>
          <a:xfrm>
            <a:off x="14721840" y="8202167"/>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45 % → 20 %</a:t>
            </a:r>
          </a:p>
        </p:txBody>
      </p:sp>
      <p:sp>
        <p:nvSpPr>
          <p:cNvPr id="1917" name="Rounded Rectangle 1916"/>
          <p:cNvSpPr/>
          <p:nvPr/>
        </p:nvSpPr>
        <p:spPr>
          <a:xfrm>
            <a:off x="6309360" y="8604503"/>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18" name="Oval 1917"/>
          <p:cNvSpPr/>
          <p:nvPr/>
        </p:nvSpPr>
        <p:spPr>
          <a:xfrm>
            <a:off x="6419088" y="8759951"/>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10</a:t>
            </a:r>
          </a:p>
        </p:txBody>
      </p:sp>
      <p:sp>
        <p:nvSpPr>
          <p:cNvPr id="1919" name="TextBox 1918"/>
          <p:cNvSpPr txBox="1"/>
          <p:nvPr/>
        </p:nvSpPr>
        <p:spPr>
          <a:xfrm>
            <a:off x="6995160" y="8677655"/>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R-003  </a:t>
            </a:r>
            <a:r>
              <a:rPr lang="es-CL" sz="1500" b="1" noProof="0" dirty="0">
                <a:solidFill>
                  <a:srgbClr val="111111"/>
                </a:solidFill>
                <a:latin typeface="Inter SemiBold"/>
              </a:rPr>
              <a:t>Convivencia del WMS</a:t>
            </a:r>
          </a:p>
        </p:txBody>
      </p:sp>
      <p:sp>
        <p:nvSpPr>
          <p:cNvPr id="1920" name="TextBox 1919"/>
          <p:cNvSpPr txBox="1"/>
          <p:nvPr/>
        </p:nvSpPr>
        <p:spPr>
          <a:xfrm>
            <a:off x="6995160" y="9025128"/>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2 · L. Chamorro</a:t>
            </a:r>
          </a:p>
        </p:txBody>
      </p:sp>
      <p:sp>
        <p:nvSpPr>
          <p:cNvPr id="1921" name="Rectangle 1920"/>
          <p:cNvSpPr/>
          <p:nvPr/>
        </p:nvSpPr>
        <p:spPr>
          <a:xfrm>
            <a:off x="10744200" y="8787383"/>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22" name="TextBox 1921"/>
          <p:cNvSpPr txBox="1"/>
          <p:nvPr/>
        </p:nvSpPr>
        <p:spPr>
          <a:xfrm>
            <a:off x="10744200" y="9043415"/>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0,50 × 0,40 = 0,20</a:t>
            </a:r>
          </a:p>
        </p:txBody>
      </p:sp>
      <p:sp>
        <p:nvSpPr>
          <p:cNvPr id="1923" name="Rounded Rectangle 1922"/>
          <p:cNvSpPr/>
          <p:nvPr/>
        </p:nvSpPr>
        <p:spPr>
          <a:xfrm>
            <a:off x="13624560" y="880567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924" name="TextBox 1923"/>
          <p:cNvSpPr txBox="1"/>
          <p:nvPr/>
        </p:nvSpPr>
        <p:spPr>
          <a:xfrm>
            <a:off x="14721840" y="8677655"/>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Ensayo de delta y reversión</a:t>
            </a:r>
          </a:p>
        </p:txBody>
      </p:sp>
      <p:sp>
        <p:nvSpPr>
          <p:cNvPr id="1925" name="TextBox 1924"/>
          <p:cNvSpPr txBox="1"/>
          <p:nvPr/>
        </p:nvSpPr>
        <p:spPr>
          <a:xfrm>
            <a:off x="14721840" y="9061703"/>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40 % → 20 %</a:t>
            </a:r>
          </a:p>
        </p:txBody>
      </p:sp>
      <p:sp>
        <p:nvSpPr>
          <p:cNvPr id="192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827"/>
        <p:cNvGrpSpPr/>
        <p:nvPr/>
      </p:nvGrpSpPr>
      <p:grpSpPr>
        <a:xfrm>
          <a:off x="0" y="0"/>
          <a:ext cx="0" cy="0"/>
          <a:chOff x="0" y="0"/>
          <a:chExt cx="0" cy="0"/>
        </a:xfrm>
      </p:grpSpPr>
      <p:sp>
        <p:nvSpPr>
          <p:cNvPr id="1830"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lang="es-CL" noProof="0" dirty="0"/>
          </a:p>
        </p:txBody>
      </p:sp>
      <p:sp>
        <p:nvSpPr>
          <p:cNvPr id="1828" name="!!title"/>
          <p:cNvSpPr txBox="1"/>
          <p:nvPr/>
        </p:nvSpPr>
        <p:spPr>
          <a:xfrm>
            <a:off x="1463040" y="411480"/>
            <a:ext cx="10972800" cy="8229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4400" b="1" noProof="0" dirty="0">
                <a:solidFill>
                  <a:srgbClr val="111111"/>
                </a:solidFill>
                <a:latin typeface="Inter SemiBold"/>
                <a:ea typeface="Inter SemiBold"/>
                <a:cs typeface="Inter SemiBold"/>
                <a:sym typeface="Inter SemiBold"/>
              </a:rPr>
              <a:t>Matriz de exposición</a:t>
            </a:r>
            <a:endParaRPr lang="es-CL" noProof="0" dirty="0"/>
          </a:p>
        </p:txBody>
      </p:sp>
      <p:sp>
        <p:nvSpPr>
          <p:cNvPr id="1832" name="TextBox 1831"/>
          <p:cNvSpPr txBox="1"/>
          <p:nvPr/>
        </p:nvSpPr>
        <p:spPr>
          <a:xfrm>
            <a:off x="1417320" y="1325880"/>
            <a:ext cx="457200" cy="7379208"/>
          </a:xfrm>
          <a:prstGeom prst="rect">
            <a:avLst/>
          </a:prstGeom>
          <a:noFill/>
        </p:spPr>
        <p:txBody>
          <a:bodyPr vert="vert270" wrap="square" lIns="0" tIns="0" rIns="0" bIns="0" anchor="ctr">
            <a:spAutoFit/>
          </a:bodyPr>
          <a:lstStyle/>
          <a:p>
            <a:pPr algn="ctr"/>
            <a:r>
              <a:rPr lang="es-CL" sz="1500" b="1" noProof="0" dirty="0">
                <a:solidFill>
                  <a:srgbClr val="E8641B"/>
                </a:solidFill>
                <a:latin typeface="Inter SemiBold"/>
              </a:rPr>
              <a:t>PROBABILIDAD</a:t>
            </a:r>
          </a:p>
        </p:txBody>
      </p:sp>
      <p:sp>
        <p:nvSpPr>
          <p:cNvPr id="1833" name="TextBox 1832"/>
          <p:cNvSpPr txBox="1"/>
          <p:nvPr/>
        </p:nvSpPr>
        <p:spPr>
          <a:xfrm>
            <a:off x="1965960" y="1325880"/>
            <a:ext cx="1463040" cy="1417320"/>
          </a:xfrm>
          <a:prstGeom prst="rect">
            <a:avLst/>
          </a:prstGeom>
          <a:noFill/>
        </p:spPr>
        <p:txBody>
          <a:bodyPr wrap="square" lIns="0" tIns="0" rIns="0" bIns="0" anchor="ctr">
            <a:spAutoFit/>
          </a:bodyPr>
          <a:lstStyle/>
          <a:p>
            <a:pPr algn="r"/>
            <a:r>
              <a:rPr lang="es-CL" sz="1400" b="1" noProof="0" dirty="0">
                <a:solidFill>
                  <a:srgbClr val="3C3C3C"/>
                </a:solidFill>
                <a:latin typeface="Inter SemiBold"/>
              </a:rPr>
              <a:t>Muy alta</a:t>
            </a:r>
          </a:p>
          <a:p>
            <a:pPr algn="r"/>
            <a:r>
              <a:rPr lang="es-CL" sz="1400" b="1" noProof="0" dirty="0">
                <a:solidFill>
                  <a:srgbClr val="3C3C3C"/>
                </a:solidFill>
                <a:latin typeface="Inter SemiBold"/>
              </a:rPr>
              <a:t>0,9</a:t>
            </a:r>
          </a:p>
        </p:txBody>
      </p:sp>
      <p:sp>
        <p:nvSpPr>
          <p:cNvPr id="1834" name="!!cell00"/>
          <p:cNvSpPr/>
          <p:nvPr/>
        </p:nvSpPr>
        <p:spPr>
          <a:xfrm>
            <a:off x="3566160" y="1325880"/>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35" name="!!cell01"/>
          <p:cNvSpPr/>
          <p:nvPr/>
        </p:nvSpPr>
        <p:spPr>
          <a:xfrm>
            <a:off x="6355080" y="1325880"/>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36" name="!!cell02"/>
          <p:cNvSpPr/>
          <p:nvPr/>
        </p:nvSpPr>
        <p:spPr>
          <a:xfrm>
            <a:off x="914400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37" name="!!cell03"/>
          <p:cNvSpPr/>
          <p:nvPr/>
        </p:nvSpPr>
        <p:spPr>
          <a:xfrm>
            <a:off x="1193292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38" name="!!cell04"/>
          <p:cNvSpPr/>
          <p:nvPr/>
        </p:nvSpPr>
        <p:spPr>
          <a:xfrm>
            <a:off x="1472184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39" name="TextBox 1838"/>
          <p:cNvSpPr txBox="1"/>
          <p:nvPr/>
        </p:nvSpPr>
        <p:spPr>
          <a:xfrm>
            <a:off x="1965960" y="2816352"/>
            <a:ext cx="1463040" cy="1417320"/>
          </a:xfrm>
          <a:prstGeom prst="rect">
            <a:avLst/>
          </a:prstGeom>
          <a:noFill/>
        </p:spPr>
        <p:txBody>
          <a:bodyPr wrap="square" lIns="0" tIns="0" rIns="0" bIns="0" anchor="ctr">
            <a:spAutoFit/>
          </a:bodyPr>
          <a:lstStyle/>
          <a:p>
            <a:pPr algn="r"/>
            <a:r>
              <a:rPr lang="es-CL" sz="1400" b="1" noProof="0" dirty="0">
                <a:solidFill>
                  <a:srgbClr val="3C3C3C"/>
                </a:solidFill>
                <a:latin typeface="Inter SemiBold"/>
              </a:rPr>
              <a:t>Alta</a:t>
            </a:r>
          </a:p>
          <a:p>
            <a:pPr algn="r"/>
            <a:r>
              <a:rPr lang="es-CL" sz="1400" b="1" noProof="0" dirty="0">
                <a:solidFill>
                  <a:srgbClr val="3C3C3C"/>
                </a:solidFill>
                <a:latin typeface="Inter SemiBold"/>
              </a:rPr>
              <a:t>0,7</a:t>
            </a:r>
          </a:p>
        </p:txBody>
      </p:sp>
      <p:sp>
        <p:nvSpPr>
          <p:cNvPr id="1840" name="!!cell10"/>
          <p:cNvSpPr/>
          <p:nvPr/>
        </p:nvSpPr>
        <p:spPr>
          <a:xfrm>
            <a:off x="3566160" y="2816352"/>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1" name="!!cell11"/>
          <p:cNvSpPr/>
          <p:nvPr/>
        </p:nvSpPr>
        <p:spPr>
          <a:xfrm>
            <a:off x="6355080" y="2816352"/>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2" name="!!cell12"/>
          <p:cNvSpPr/>
          <p:nvPr/>
        </p:nvSpPr>
        <p:spPr>
          <a:xfrm>
            <a:off x="914400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3" name="!!cell13"/>
          <p:cNvSpPr/>
          <p:nvPr/>
        </p:nvSpPr>
        <p:spPr>
          <a:xfrm>
            <a:off x="1193292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4" name="!!cell14"/>
          <p:cNvSpPr/>
          <p:nvPr/>
        </p:nvSpPr>
        <p:spPr>
          <a:xfrm>
            <a:off x="1472184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5" name="TextBox 1844"/>
          <p:cNvSpPr txBox="1"/>
          <p:nvPr/>
        </p:nvSpPr>
        <p:spPr>
          <a:xfrm>
            <a:off x="1965960" y="4306824"/>
            <a:ext cx="1463040" cy="1417320"/>
          </a:xfrm>
          <a:prstGeom prst="rect">
            <a:avLst/>
          </a:prstGeom>
          <a:noFill/>
        </p:spPr>
        <p:txBody>
          <a:bodyPr wrap="square" lIns="0" tIns="0" rIns="0" bIns="0" anchor="ctr">
            <a:spAutoFit/>
          </a:bodyPr>
          <a:lstStyle/>
          <a:p>
            <a:pPr algn="r"/>
            <a:r>
              <a:rPr lang="es-CL" sz="1400" b="1" noProof="0" dirty="0">
                <a:solidFill>
                  <a:srgbClr val="3C3C3C"/>
                </a:solidFill>
                <a:latin typeface="Inter SemiBold"/>
              </a:rPr>
              <a:t>Media</a:t>
            </a:r>
          </a:p>
          <a:p>
            <a:pPr algn="r"/>
            <a:r>
              <a:rPr lang="es-CL" sz="1400" b="1" noProof="0" dirty="0">
                <a:solidFill>
                  <a:srgbClr val="3C3C3C"/>
                </a:solidFill>
                <a:latin typeface="Inter SemiBold"/>
              </a:rPr>
              <a:t>0,5</a:t>
            </a:r>
          </a:p>
        </p:txBody>
      </p:sp>
      <p:sp>
        <p:nvSpPr>
          <p:cNvPr id="1846" name="!!cell20"/>
          <p:cNvSpPr/>
          <p:nvPr/>
        </p:nvSpPr>
        <p:spPr>
          <a:xfrm>
            <a:off x="3566160" y="4306824"/>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111111"/>
                </a:solidFill>
                <a:latin typeface="Inter SemiBold"/>
              </a:rPr>
              <a:t>10</a:t>
            </a:r>
          </a:p>
          <a:p>
            <a:pPr algn="l"/>
            <a:r>
              <a:rPr lang="es-CL" sz="1300" b="0" noProof="0" dirty="0">
                <a:solidFill>
                  <a:srgbClr val="111111"/>
                </a:solidFill>
                <a:latin typeface="Inter"/>
              </a:rPr>
              <a:t>R-002 · R-019 · R-020 · R-027 · R-031 · R-033 · R-036 · R-037 · R-039 · R-040</a:t>
            </a:r>
          </a:p>
        </p:txBody>
      </p:sp>
      <p:sp>
        <p:nvSpPr>
          <p:cNvPr id="1847" name="!!cell21"/>
          <p:cNvSpPr/>
          <p:nvPr/>
        </p:nvSpPr>
        <p:spPr>
          <a:xfrm>
            <a:off x="6355080" y="4306824"/>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111111"/>
                </a:solidFill>
                <a:latin typeface="Inter SemiBold"/>
              </a:rPr>
              <a:t>17</a:t>
            </a:r>
          </a:p>
          <a:p>
            <a:pPr algn="l"/>
            <a:r>
              <a:rPr lang="es-CL" sz="1300" b="0" noProof="0" dirty="0">
                <a:solidFill>
                  <a:srgbClr val="111111"/>
                </a:solidFill>
                <a:latin typeface="Inter"/>
              </a:rPr>
              <a:t>R-001 · R-003 · R-004 · R-007 · R-017 · R-018 · R-021 · R-022 · R-024 · R-025 · R-026 · R-029 · R-030 · R-035 · R-038 · R-042 · R-045</a:t>
            </a:r>
          </a:p>
        </p:txBody>
      </p:sp>
      <p:sp>
        <p:nvSpPr>
          <p:cNvPr id="1848" name="!!cell22"/>
          <p:cNvSpPr/>
          <p:nvPr/>
        </p:nvSpPr>
        <p:spPr>
          <a:xfrm>
            <a:off x="9144000" y="4306824"/>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9" name="!!cell23"/>
          <p:cNvSpPr/>
          <p:nvPr/>
        </p:nvSpPr>
        <p:spPr>
          <a:xfrm>
            <a:off x="11932920" y="4306824"/>
            <a:ext cx="2697480" cy="141732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FFFFFF"/>
                </a:solidFill>
                <a:latin typeface="Inter SemiBold"/>
              </a:rPr>
              <a:t>2</a:t>
            </a:r>
          </a:p>
          <a:p>
            <a:pPr algn="l"/>
            <a:r>
              <a:rPr lang="es-CL" sz="1300" b="0" noProof="0" dirty="0">
                <a:solidFill>
                  <a:srgbClr val="FFFFFF"/>
                </a:solidFill>
                <a:latin typeface="Inter"/>
              </a:rPr>
              <a:t>R-012 · R-015</a:t>
            </a:r>
          </a:p>
        </p:txBody>
      </p:sp>
      <p:sp>
        <p:nvSpPr>
          <p:cNvPr id="1850" name="!!cell24"/>
          <p:cNvSpPr/>
          <p:nvPr/>
        </p:nvSpPr>
        <p:spPr>
          <a:xfrm>
            <a:off x="14721840" y="4306824"/>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51" name="TextBox 1850"/>
          <p:cNvSpPr txBox="1"/>
          <p:nvPr/>
        </p:nvSpPr>
        <p:spPr>
          <a:xfrm>
            <a:off x="1965960" y="5797296"/>
            <a:ext cx="1463040" cy="1417320"/>
          </a:xfrm>
          <a:prstGeom prst="rect">
            <a:avLst/>
          </a:prstGeom>
          <a:noFill/>
        </p:spPr>
        <p:txBody>
          <a:bodyPr wrap="square" lIns="0" tIns="0" rIns="0" bIns="0" anchor="ctr">
            <a:spAutoFit/>
          </a:bodyPr>
          <a:lstStyle/>
          <a:p>
            <a:pPr algn="r"/>
            <a:r>
              <a:rPr lang="es-CL" sz="1400" b="1" noProof="0" dirty="0">
                <a:solidFill>
                  <a:srgbClr val="3C3C3C"/>
                </a:solidFill>
                <a:latin typeface="Inter SemiBold"/>
              </a:rPr>
              <a:t>Baja</a:t>
            </a:r>
          </a:p>
          <a:p>
            <a:pPr algn="r"/>
            <a:r>
              <a:rPr lang="es-CL" sz="1400" b="1" noProof="0" dirty="0">
                <a:solidFill>
                  <a:srgbClr val="3C3C3C"/>
                </a:solidFill>
                <a:latin typeface="Inter SemiBold"/>
              </a:rPr>
              <a:t>0,3</a:t>
            </a:r>
          </a:p>
        </p:txBody>
      </p:sp>
      <p:sp>
        <p:nvSpPr>
          <p:cNvPr id="1852" name="!!cell30"/>
          <p:cNvSpPr/>
          <p:nvPr/>
        </p:nvSpPr>
        <p:spPr>
          <a:xfrm>
            <a:off x="3566160" y="5797296"/>
            <a:ext cx="2697480" cy="141732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111111"/>
                </a:solidFill>
                <a:latin typeface="Inter SemiBold"/>
              </a:rPr>
              <a:t>1</a:t>
            </a:r>
          </a:p>
          <a:p>
            <a:pPr algn="l"/>
            <a:r>
              <a:rPr lang="es-CL" sz="1300" b="0" noProof="0" dirty="0">
                <a:solidFill>
                  <a:srgbClr val="111111"/>
                </a:solidFill>
                <a:latin typeface="Inter"/>
              </a:rPr>
              <a:t>R-044</a:t>
            </a:r>
          </a:p>
        </p:txBody>
      </p:sp>
      <p:sp>
        <p:nvSpPr>
          <p:cNvPr id="1853" name="!!cell31"/>
          <p:cNvSpPr/>
          <p:nvPr/>
        </p:nvSpPr>
        <p:spPr>
          <a:xfrm>
            <a:off x="6355080" y="5797296"/>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111111"/>
                </a:solidFill>
                <a:latin typeface="Inter SemiBold"/>
              </a:rPr>
              <a:t>9</a:t>
            </a:r>
          </a:p>
          <a:p>
            <a:pPr algn="l"/>
            <a:r>
              <a:rPr lang="es-CL" sz="1300" b="0" noProof="0" dirty="0">
                <a:solidFill>
                  <a:srgbClr val="111111"/>
                </a:solidFill>
                <a:latin typeface="Inter"/>
              </a:rPr>
              <a:t>R-008 · R-009 · R-010 · R-023 · R-028 · R-032 · R-034 · R-041 · R-043</a:t>
            </a:r>
          </a:p>
        </p:txBody>
      </p:sp>
      <p:sp>
        <p:nvSpPr>
          <p:cNvPr id="1854" name="!!cell32"/>
          <p:cNvSpPr/>
          <p:nvPr/>
        </p:nvSpPr>
        <p:spPr>
          <a:xfrm>
            <a:off x="9144000" y="5797296"/>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55" name="!!cell33"/>
          <p:cNvSpPr/>
          <p:nvPr/>
        </p:nvSpPr>
        <p:spPr>
          <a:xfrm>
            <a:off x="11932920" y="5797296"/>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111111"/>
                </a:solidFill>
                <a:latin typeface="Inter SemiBold"/>
              </a:rPr>
              <a:t>6</a:t>
            </a:r>
          </a:p>
          <a:p>
            <a:pPr algn="l"/>
            <a:r>
              <a:rPr lang="es-CL" sz="1300" b="0" noProof="0" dirty="0">
                <a:solidFill>
                  <a:srgbClr val="111111"/>
                </a:solidFill>
                <a:latin typeface="Inter"/>
              </a:rPr>
              <a:t>R-005 · R-006 · R-011 · R-013 · R-014 · R-016</a:t>
            </a:r>
          </a:p>
        </p:txBody>
      </p:sp>
      <p:sp>
        <p:nvSpPr>
          <p:cNvPr id="1856" name="!!cell34"/>
          <p:cNvSpPr/>
          <p:nvPr/>
        </p:nvSpPr>
        <p:spPr>
          <a:xfrm>
            <a:off x="14721840" y="5797296"/>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57" name="TextBox 1856"/>
          <p:cNvSpPr txBox="1"/>
          <p:nvPr/>
        </p:nvSpPr>
        <p:spPr>
          <a:xfrm>
            <a:off x="1965960" y="7287768"/>
            <a:ext cx="1463040" cy="1417320"/>
          </a:xfrm>
          <a:prstGeom prst="rect">
            <a:avLst/>
          </a:prstGeom>
          <a:noFill/>
        </p:spPr>
        <p:txBody>
          <a:bodyPr wrap="square" lIns="0" tIns="0" rIns="0" bIns="0" anchor="ctr">
            <a:spAutoFit/>
          </a:bodyPr>
          <a:lstStyle/>
          <a:p>
            <a:pPr algn="r"/>
            <a:r>
              <a:rPr lang="es-CL" sz="1400" b="1" noProof="0" dirty="0">
                <a:solidFill>
                  <a:srgbClr val="3C3C3C"/>
                </a:solidFill>
                <a:latin typeface="Inter SemiBold"/>
              </a:rPr>
              <a:t>Muy baja</a:t>
            </a:r>
          </a:p>
          <a:p>
            <a:pPr algn="r"/>
            <a:r>
              <a:rPr lang="es-CL" sz="1400" b="1" noProof="0" dirty="0">
                <a:solidFill>
                  <a:srgbClr val="3C3C3C"/>
                </a:solidFill>
                <a:latin typeface="Inter SemiBold"/>
              </a:rPr>
              <a:t>0,1</a:t>
            </a:r>
          </a:p>
        </p:txBody>
      </p:sp>
      <p:sp>
        <p:nvSpPr>
          <p:cNvPr id="1858" name="!!cell40"/>
          <p:cNvSpPr/>
          <p:nvPr/>
        </p:nvSpPr>
        <p:spPr>
          <a:xfrm>
            <a:off x="356616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59" name="!!cell41"/>
          <p:cNvSpPr/>
          <p:nvPr/>
        </p:nvSpPr>
        <p:spPr>
          <a:xfrm>
            <a:off x="635508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60" name="!!cell42"/>
          <p:cNvSpPr/>
          <p:nvPr/>
        </p:nvSpPr>
        <p:spPr>
          <a:xfrm>
            <a:off x="914400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61" name="!!cell43"/>
          <p:cNvSpPr/>
          <p:nvPr/>
        </p:nvSpPr>
        <p:spPr>
          <a:xfrm>
            <a:off x="1193292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62" name="!!cell44"/>
          <p:cNvSpPr/>
          <p:nvPr/>
        </p:nvSpPr>
        <p:spPr>
          <a:xfrm>
            <a:off x="1472184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63" name="TextBox 1862"/>
          <p:cNvSpPr txBox="1"/>
          <p:nvPr/>
        </p:nvSpPr>
        <p:spPr>
          <a:xfrm>
            <a:off x="3566160" y="8823960"/>
            <a:ext cx="2697480" cy="548640"/>
          </a:xfrm>
          <a:prstGeom prst="rect">
            <a:avLst/>
          </a:prstGeom>
          <a:noFill/>
        </p:spPr>
        <p:txBody>
          <a:bodyPr wrap="square" lIns="0" tIns="0" rIns="0" bIns="0" anchor="t">
            <a:spAutoFit/>
          </a:bodyPr>
          <a:lstStyle/>
          <a:p>
            <a:pPr algn="ctr"/>
            <a:r>
              <a:rPr lang="es-CL" sz="1400" b="1" noProof="0" dirty="0">
                <a:solidFill>
                  <a:srgbClr val="3C3C3C"/>
                </a:solidFill>
                <a:latin typeface="Inter SemiBold"/>
              </a:rPr>
              <a:t>Muy bajo</a:t>
            </a:r>
          </a:p>
          <a:p>
            <a:pPr algn="ctr"/>
            <a:r>
              <a:rPr lang="es-CL" sz="1400" b="1" noProof="0" dirty="0">
                <a:solidFill>
                  <a:srgbClr val="3C3C3C"/>
                </a:solidFill>
                <a:latin typeface="Inter SemiBold"/>
              </a:rPr>
              <a:t>0,2</a:t>
            </a:r>
          </a:p>
        </p:txBody>
      </p:sp>
      <p:sp>
        <p:nvSpPr>
          <p:cNvPr id="1864" name="TextBox 1863"/>
          <p:cNvSpPr txBox="1"/>
          <p:nvPr/>
        </p:nvSpPr>
        <p:spPr>
          <a:xfrm>
            <a:off x="6355080" y="8823960"/>
            <a:ext cx="2697480" cy="548640"/>
          </a:xfrm>
          <a:prstGeom prst="rect">
            <a:avLst/>
          </a:prstGeom>
          <a:noFill/>
        </p:spPr>
        <p:txBody>
          <a:bodyPr wrap="square" lIns="0" tIns="0" rIns="0" bIns="0" anchor="t">
            <a:spAutoFit/>
          </a:bodyPr>
          <a:lstStyle/>
          <a:p>
            <a:pPr algn="ctr"/>
            <a:r>
              <a:rPr lang="es-CL" sz="1400" b="1" noProof="0" dirty="0">
                <a:solidFill>
                  <a:srgbClr val="3C3C3C"/>
                </a:solidFill>
                <a:latin typeface="Inter SemiBold"/>
              </a:rPr>
              <a:t>Bajo</a:t>
            </a:r>
          </a:p>
          <a:p>
            <a:pPr algn="ctr"/>
            <a:r>
              <a:rPr lang="es-CL" sz="1400" b="1" noProof="0" dirty="0">
                <a:solidFill>
                  <a:srgbClr val="3C3C3C"/>
                </a:solidFill>
                <a:latin typeface="Inter SemiBold"/>
              </a:rPr>
              <a:t>0,4</a:t>
            </a:r>
          </a:p>
        </p:txBody>
      </p:sp>
      <p:sp>
        <p:nvSpPr>
          <p:cNvPr id="1865" name="TextBox 1864"/>
          <p:cNvSpPr txBox="1"/>
          <p:nvPr/>
        </p:nvSpPr>
        <p:spPr>
          <a:xfrm>
            <a:off x="9144000" y="8823960"/>
            <a:ext cx="2697480" cy="548640"/>
          </a:xfrm>
          <a:prstGeom prst="rect">
            <a:avLst/>
          </a:prstGeom>
          <a:noFill/>
        </p:spPr>
        <p:txBody>
          <a:bodyPr wrap="square" lIns="0" tIns="0" rIns="0" bIns="0" anchor="t">
            <a:spAutoFit/>
          </a:bodyPr>
          <a:lstStyle/>
          <a:p>
            <a:pPr algn="ctr"/>
            <a:r>
              <a:rPr lang="es-CL" sz="1400" b="1" noProof="0" dirty="0">
                <a:solidFill>
                  <a:srgbClr val="3C3C3C"/>
                </a:solidFill>
                <a:latin typeface="Inter SemiBold"/>
              </a:rPr>
              <a:t>Medio</a:t>
            </a:r>
          </a:p>
          <a:p>
            <a:pPr algn="ctr"/>
            <a:r>
              <a:rPr lang="es-CL" sz="1400" b="1" noProof="0" dirty="0">
                <a:solidFill>
                  <a:srgbClr val="3C3C3C"/>
                </a:solidFill>
                <a:latin typeface="Inter SemiBold"/>
              </a:rPr>
              <a:t>0,6</a:t>
            </a:r>
          </a:p>
        </p:txBody>
      </p:sp>
      <p:sp>
        <p:nvSpPr>
          <p:cNvPr id="1866" name="TextBox 1865"/>
          <p:cNvSpPr txBox="1"/>
          <p:nvPr/>
        </p:nvSpPr>
        <p:spPr>
          <a:xfrm>
            <a:off x="11932920" y="8823960"/>
            <a:ext cx="2697480" cy="548640"/>
          </a:xfrm>
          <a:prstGeom prst="rect">
            <a:avLst/>
          </a:prstGeom>
          <a:noFill/>
        </p:spPr>
        <p:txBody>
          <a:bodyPr wrap="square" lIns="0" tIns="0" rIns="0" bIns="0" anchor="t">
            <a:spAutoFit/>
          </a:bodyPr>
          <a:lstStyle/>
          <a:p>
            <a:pPr algn="ctr"/>
            <a:r>
              <a:rPr lang="es-CL" sz="1400" b="1" noProof="0" dirty="0">
                <a:solidFill>
                  <a:srgbClr val="3C3C3C"/>
                </a:solidFill>
                <a:latin typeface="Inter SemiBold"/>
              </a:rPr>
              <a:t>Alto</a:t>
            </a:r>
          </a:p>
          <a:p>
            <a:pPr algn="ctr"/>
            <a:r>
              <a:rPr lang="es-CL" sz="1400" b="1" noProof="0" dirty="0">
                <a:solidFill>
                  <a:srgbClr val="3C3C3C"/>
                </a:solidFill>
                <a:latin typeface="Inter SemiBold"/>
              </a:rPr>
              <a:t>0,8</a:t>
            </a:r>
          </a:p>
        </p:txBody>
      </p:sp>
      <p:sp>
        <p:nvSpPr>
          <p:cNvPr id="1867" name="TextBox 1866"/>
          <p:cNvSpPr txBox="1"/>
          <p:nvPr/>
        </p:nvSpPr>
        <p:spPr>
          <a:xfrm>
            <a:off x="14721840" y="8823960"/>
            <a:ext cx="2697480" cy="548640"/>
          </a:xfrm>
          <a:prstGeom prst="rect">
            <a:avLst/>
          </a:prstGeom>
          <a:noFill/>
        </p:spPr>
        <p:txBody>
          <a:bodyPr wrap="square" lIns="0" tIns="0" rIns="0" bIns="0" anchor="t">
            <a:spAutoFit/>
          </a:bodyPr>
          <a:lstStyle/>
          <a:p>
            <a:pPr algn="ctr"/>
            <a:r>
              <a:rPr lang="es-CL" sz="1400" b="1" noProof="0" dirty="0">
                <a:solidFill>
                  <a:srgbClr val="3C3C3C"/>
                </a:solidFill>
                <a:latin typeface="Inter SemiBold"/>
              </a:rPr>
              <a:t>Muy alto</a:t>
            </a:r>
          </a:p>
          <a:p>
            <a:pPr algn="ctr"/>
            <a:r>
              <a:rPr lang="es-CL" sz="1400" b="1" noProof="0" dirty="0">
                <a:solidFill>
                  <a:srgbClr val="3C3C3C"/>
                </a:solidFill>
                <a:latin typeface="Inter SemiBold"/>
              </a:rPr>
              <a:t>1,0</a:t>
            </a:r>
          </a:p>
        </p:txBody>
      </p:sp>
      <p:sp>
        <p:nvSpPr>
          <p:cNvPr id="1868" name="TextBox 1867"/>
          <p:cNvSpPr txBox="1"/>
          <p:nvPr/>
        </p:nvSpPr>
        <p:spPr>
          <a:xfrm>
            <a:off x="3566160" y="9372600"/>
            <a:ext cx="13853160" cy="320040"/>
          </a:xfrm>
          <a:prstGeom prst="rect">
            <a:avLst/>
          </a:prstGeom>
          <a:noFill/>
        </p:spPr>
        <p:txBody>
          <a:bodyPr wrap="square" lIns="0" tIns="0" rIns="0" bIns="0" anchor="t">
            <a:spAutoFit/>
          </a:bodyPr>
          <a:lstStyle/>
          <a:p>
            <a:pPr algn="ctr"/>
            <a:r>
              <a:rPr lang="es-CL" sz="1500" b="1" noProof="0" dirty="0">
                <a:solidFill>
                  <a:srgbClr val="E8641B"/>
                </a:solidFill>
                <a:latin typeface="Inter SemiBold"/>
              </a:rPr>
              <a:t>IMPACTO</a:t>
            </a:r>
          </a:p>
        </p:txBody>
      </p:sp>
      <p:sp>
        <p:nvSpPr>
          <p:cNvPr id="1869" name="TextBox 1868"/>
          <p:cNvSpPr txBox="1"/>
          <p:nvPr/>
        </p:nvSpPr>
        <p:spPr>
          <a:xfrm>
            <a:off x="11887200" y="685800"/>
            <a:ext cx="5760720" cy="365760"/>
          </a:xfrm>
          <a:prstGeom prst="rect">
            <a:avLst/>
          </a:prstGeom>
          <a:noFill/>
        </p:spPr>
        <p:txBody>
          <a:bodyPr wrap="square" lIns="0" tIns="0" rIns="0" bIns="0" anchor="t">
            <a:spAutoFit/>
          </a:bodyPr>
          <a:lstStyle/>
          <a:p>
            <a:pPr algn="r"/>
            <a:r>
              <a:rPr lang="es-CL" sz="1300" b="0" noProof="0" dirty="0">
                <a:solidFill>
                  <a:srgbClr val="E8641B"/>
                </a:solidFill>
                <a:latin typeface="Inter"/>
              </a:rPr>
              <a:t>■ </a:t>
            </a:r>
            <a:r>
              <a:rPr lang="es-CL" sz="1300" b="0" noProof="0" dirty="0">
                <a:solidFill>
                  <a:srgbClr val="3C3C3C"/>
                </a:solidFill>
                <a:latin typeface="Inter"/>
              </a:rPr>
              <a:t>Crítica ≥ 0,40   </a:t>
            </a:r>
            <a:r>
              <a:rPr lang="es-CL" sz="1300" b="0" noProof="0" dirty="0">
                <a:solidFill>
                  <a:srgbClr val="F29A5E"/>
                </a:solidFill>
                <a:latin typeface="Inter"/>
              </a:rPr>
              <a:t>■ </a:t>
            </a:r>
            <a:r>
              <a:rPr lang="es-CL" sz="1300" b="0" noProof="0" dirty="0">
                <a:solidFill>
                  <a:srgbClr val="3C3C3C"/>
                </a:solidFill>
                <a:latin typeface="Inter"/>
              </a:rPr>
              <a:t>Alta ≥ 0,20   </a:t>
            </a:r>
            <a:r>
              <a:rPr lang="es-CL" sz="1300" b="0" noProof="0" dirty="0">
                <a:solidFill>
                  <a:srgbClr val="FBD5BA"/>
                </a:solidFill>
                <a:latin typeface="Inter"/>
              </a:rPr>
              <a:t>■ </a:t>
            </a:r>
            <a:r>
              <a:rPr lang="es-CL" sz="1300" b="0" noProof="0" dirty="0">
                <a:solidFill>
                  <a:srgbClr val="3C3C3C"/>
                </a:solidFill>
                <a:latin typeface="Inter"/>
              </a:rPr>
              <a:t>Media ≥ 0,08   </a:t>
            </a:r>
            <a:r>
              <a:rPr lang="es-CL" sz="1300" b="0" noProof="0" dirty="0">
                <a:solidFill>
                  <a:srgbClr val="FDEBDD"/>
                </a:solidFill>
                <a:latin typeface="Inter"/>
              </a:rPr>
              <a:t>■ </a:t>
            </a:r>
            <a:r>
              <a:rPr lang="es-CL" sz="1300" b="0" noProof="0" dirty="0">
                <a:solidFill>
                  <a:srgbClr val="3C3C3C"/>
                </a:solidFill>
                <a:latin typeface="Inter"/>
              </a:rPr>
              <a:t>Baja</a:t>
            </a:r>
          </a:p>
        </p:txBody>
      </p:sp>
      <p:sp>
        <p:nvSpPr>
          <p:cNvPr id="187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834"/>
        <p:cNvGrpSpPr/>
        <p:nvPr/>
      </p:nvGrpSpPr>
      <p:grpSpPr>
        <a:xfrm>
          <a:off x="0" y="0"/>
          <a:ext cx="0" cy="0"/>
          <a:chOff x="0" y="0"/>
          <a:chExt cx="0" cy="0"/>
        </a:xfrm>
      </p:grpSpPr>
      <p:sp>
        <p:nvSpPr>
          <p:cNvPr id="1876"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dirty="0"/>
          </a:p>
        </p:txBody>
      </p:sp>
      <p:sp>
        <p:nvSpPr>
          <p:cNvPr id="1875"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1835" name="!!title"/>
          <p:cNvSpPr txBox="1"/>
          <p:nvPr/>
        </p:nvSpPr>
        <p:spPr>
          <a:xfrm>
            <a:off x="9389512" y="1188720"/>
            <a:ext cx="5486400" cy="16623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dirty="0">
                <a:solidFill>
                  <a:srgbClr val="111111"/>
                </a:solidFill>
                <a:latin typeface="Inter SemiBold"/>
                <a:ea typeface="Inter SemiBold"/>
                <a:cs typeface="Inter SemiBold"/>
                <a:sym typeface="Inter SemiBold"/>
              </a:rPr>
              <a:t>Normas y leyes</a:t>
            </a:r>
            <a:endParaRPr lang="es-CL" sz="1400" noProof="0" dirty="0"/>
          </a:p>
        </p:txBody>
      </p:sp>
      <p:sp>
        <p:nvSpPr>
          <p:cNvPr id="1836" name="!!brand"/>
          <p:cNvSpPr txBox="1"/>
          <p:nvPr/>
        </p:nvSpPr>
        <p:spPr>
          <a:xfrm>
            <a:off x="13217409" y="1000125"/>
            <a:ext cx="332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b="1" noProof="0" dirty="0">
                <a:solidFill>
                  <a:srgbClr val="000000"/>
                </a:solidFill>
                <a:latin typeface="Inter SemiBold"/>
                <a:ea typeface="Inter SemiBold"/>
                <a:cs typeface="Inter SemiBold"/>
                <a:sym typeface="Inter SemiBold"/>
              </a:rPr>
              <a:t>LafroX </a:t>
            </a:r>
            <a:r>
              <a:rPr lang="es-CL" sz="1800" b="1" noProof="0" dirty="0" err="1">
                <a:solidFill>
                  <a:srgbClr val="000000"/>
                </a:solidFill>
                <a:latin typeface="Inter SemiBold"/>
                <a:ea typeface="Inter SemiBold"/>
                <a:cs typeface="Inter SemiBold"/>
                <a:sym typeface="Inter SemiBold"/>
              </a:rPr>
              <a:t>SpA</a:t>
            </a:r>
            <a:endParaRPr lang="es-CL" sz="1400" noProof="0" dirty="0"/>
          </a:p>
        </p:txBody>
      </p:sp>
      <p:pic>
        <p:nvPicPr>
          <p:cNvPr id="1837" name="!!logo" descr="Isotipo LafroX"/>
          <p:cNvPicPr preferRelativeResize="0"/>
          <p:nvPr/>
        </p:nvPicPr>
        <p:blipFill rotWithShape="1">
          <a:blip r:embed="rId5">
            <a:alphaModFix/>
          </a:blip>
          <a:srcRect/>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E8641B"/>
                </a:solidFill>
                <a:latin typeface="Inter SemiBold"/>
                <a:ea typeface="Inter SemiBold"/>
                <a:cs typeface="Inter SemiBold"/>
                <a:sym typeface="Inter SemiBold"/>
              </a:rPr>
              <a:t>NORMA → CÓMO SE ACREDITA</a:t>
            </a:r>
            <a:endParaRPr lang="es-CL" sz="1400" noProof="0" dirty="0"/>
          </a:p>
        </p:txBody>
      </p:sp>
      <p:sp>
        <p:nvSpPr>
          <p:cNvPr id="1839" name="Google Shape;1839;hc7cc306779174be_4_255"/>
          <p:cNvSpPr/>
          <p:nvPr/>
        </p:nvSpPr>
        <p:spPr>
          <a:xfrm>
            <a:off x="731520" y="1691640"/>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40" name="Google Shape;1840;hc7cc306779174be_4_255"/>
          <p:cNvSpPr txBox="1"/>
          <p:nvPr/>
        </p:nvSpPr>
        <p:spPr>
          <a:xfrm>
            <a:off x="914400" y="1691640"/>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ISO/IEC 25010</a:t>
            </a:r>
            <a:endParaRPr lang="es-CL" sz="1400" noProof="0" dirty="0"/>
          </a:p>
        </p:txBody>
      </p:sp>
      <p:sp>
        <p:nvSpPr>
          <p:cNvPr id="1841" name="Google Shape;1841;hc7cc306779174be_4_255"/>
          <p:cNvSpPr txBox="1"/>
          <p:nvPr/>
        </p:nvSpPr>
        <p:spPr>
          <a:xfrm>
            <a:off x="3657600" y="1691640"/>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8 características con umbral</a:t>
            </a:r>
            <a:endParaRPr lang="es-CL" sz="1400" noProof="0" dirty="0"/>
          </a:p>
        </p:txBody>
      </p:sp>
      <p:sp>
        <p:nvSpPr>
          <p:cNvPr id="1842" name="Google Shape;1842;hc7cc306779174be_4_255"/>
          <p:cNvSpPr/>
          <p:nvPr/>
        </p:nvSpPr>
        <p:spPr>
          <a:xfrm>
            <a:off x="731520" y="2587752"/>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43" name="Google Shape;1843;hc7cc306779174be_4_255"/>
          <p:cNvSpPr txBox="1"/>
          <p:nvPr/>
        </p:nvSpPr>
        <p:spPr>
          <a:xfrm>
            <a:off x="914400" y="2587752"/>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ISO/IEC 25012</a:t>
            </a:r>
            <a:endParaRPr lang="es-CL" sz="1400" noProof="0" dirty="0"/>
          </a:p>
        </p:txBody>
      </p:sp>
      <p:sp>
        <p:nvSpPr>
          <p:cNvPr id="1844" name="Google Shape;1844;hc7cc306779174be_4_255"/>
          <p:cNvSpPr txBox="1"/>
          <p:nvPr/>
        </p:nvSpPr>
        <p:spPr>
          <a:xfrm>
            <a:off x="3657600" y="2587752"/>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Datos medidos y conciliados</a:t>
            </a:r>
            <a:endParaRPr lang="es-CL" sz="1400" noProof="0" dirty="0"/>
          </a:p>
        </p:txBody>
      </p:sp>
      <p:sp>
        <p:nvSpPr>
          <p:cNvPr id="1845" name="Google Shape;1845;hc7cc306779174be_4_255"/>
          <p:cNvSpPr/>
          <p:nvPr/>
        </p:nvSpPr>
        <p:spPr>
          <a:xfrm>
            <a:off x="731520" y="3483864"/>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46" name="Google Shape;1846;hc7cc306779174be_4_255"/>
          <p:cNvSpPr txBox="1"/>
          <p:nvPr/>
        </p:nvSpPr>
        <p:spPr>
          <a:xfrm>
            <a:off x="914400" y="3483864"/>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ISO/IEC 29119</a:t>
            </a:r>
            <a:endParaRPr lang="es-CL" sz="1400" noProof="0" dirty="0"/>
          </a:p>
        </p:txBody>
      </p:sp>
      <p:sp>
        <p:nvSpPr>
          <p:cNvPr id="1847" name="Google Shape;1847;hc7cc306779174be_4_255"/>
          <p:cNvSpPr txBox="1"/>
          <p:nvPr/>
        </p:nvSpPr>
        <p:spPr>
          <a:xfrm>
            <a:off x="3657600" y="3483864"/>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Proceso de pruebas en 3 niveles</a:t>
            </a:r>
            <a:endParaRPr lang="es-CL" sz="1400" noProof="0" dirty="0"/>
          </a:p>
        </p:txBody>
      </p:sp>
      <p:sp>
        <p:nvSpPr>
          <p:cNvPr id="1848" name="Google Shape;1848;hc7cc306779174be_4_255"/>
          <p:cNvSpPr/>
          <p:nvPr/>
        </p:nvSpPr>
        <p:spPr>
          <a:xfrm>
            <a:off x="731520" y="4379976"/>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49" name="Google Shape;1849;hc7cc306779174be_4_255"/>
          <p:cNvSpPr txBox="1"/>
          <p:nvPr/>
        </p:nvSpPr>
        <p:spPr>
          <a:xfrm>
            <a:off x="914400" y="4379976"/>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PMBOK cap. 8</a:t>
            </a:r>
            <a:endParaRPr lang="es-CL" sz="1400" noProof="0" dirty="0"/>
          </a:p>
        </p:txBody>
      </p:sp>
      <p:sp>
        <p:nvSpPr>
          <p:cNvPr id="1850" name="Google Shape;1850;hc7cc306779174be_4_255"/>
          <p:cNvSpPr txBox="1"/>
          <p:nvPr/>
        </p:nvSpPr>
        <p:spPr>
          <a:xfrm>
            <a:off x="3657600" y="4379976"/>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Planificar, gestionar y controlar</a:t>
            </a:r>
            <a:endParaRPr lang="es-CL" sz="1400" noProof="0" dirty="0"/>
          </a:p>
        </p:txBody>
      </p:sp>
      <p:sp>
        <p:nvSpPr>
          <p:cNvPr id="1851" name="Google Shape;1851;hc7cc306779174be_4_255"/>
          <p:cNvSpPr/>
          <p:nvPr/>
        </p:nvSpPr>
        <p:spPr>
          <a:xfrm>
            <a:off x="731520" y="5276088"/>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52" name="Google Shape;1852;hc7cc306779174be_4_255"/>
          <p:cNvSpPr txBox="1"/>
          <p:nvPr/>
        </p:nvSpPr>
        <p:spPr>
          <a:xfrm>
            <a:off x="914400" y="5276088"/>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WCAG 2.2 AA</a:t>
            </a:r>
            <a:endParaRPr lang="es-CL" sz="1400" noProof="0" dirty="0"/>
          </a:p>
        </p:txBody>
      </p:sp>
      <p:sp>
        <p:nvSpPr>
          <p:cNvPr id="1853" name="Google Shape;1853;hc7cc306779174be_4_255"/>
          <p:cNvSpPr txBox="1"/>
          <p:nvPr/>
        </p:nvSpPr>
        <p:spPr>
          <a:xfrm>
            <a:off x="3657600" y="5276088"/>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Herramienta + revisión manual</a:t>
            </a:r>
            <a:endParaRPr lang="es-CL" sz="1400" noProof="0" dirty="0"/>
          </a:p>
        </p:txBody>
      </p:sp>
      <p:sp>
        <p:nvSpPr>
          <p:cNvPr id="1854" name="Google Shape;1854;hc7cc306779174be_4_255"/>
          <p:cNvSpPr/>
          <p:nvPr/>
        </p:nvSpPr>
        <p:spPr>
          <a:xfrm>
            <a:off x="731520" y="6172200"/>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55" name="Google Shape;1855;hc7cc306779174be_4_255"/>
          <p:cNvSpPr txBox="1"/>
          <p:nvPr/>
        </p:nvSpPr>
        <p:spPr>
          <a:xfrm>
            <a:off x="914400" y="6172200"/>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OWASP</a:t>
            </a:r>
            <a:endParaRPr lang="es-CL" sz="1400" noProof="0" dirty="0"/>
          </a:p>
        </p:txBody>
      </p:sp>
      <p:sp>
        <p:nvSpPr>
          <p:cNvPr id="1856" name="Google Shape;1856;hc7cc306779174be_4_255"/>
          <p:cNvSpPr txBox="1"/>
          <p:nvPr/>
        </p:nvSpPr>
        <p:spPr>
          <a:xfrm>
            <a:off x="3657600" y="6172200"/>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Análisis estático y dinámico</a:t>
            </a:r>
            <a:endParaRPr lang="es-CL" sz="1400" noProof="0" dirty="0"/>
          </a:p>
        </p:txBody>
      </p:sp>
      <p:sp>
        <p:nvSpPr>
          <p:cNvPr id="1857" name="Google Shape;1857;hc7cc306779174be_4_255"/>
          <p:cNvSpPr/>
          <p:nvPr/>
        </p:nvSpPr>
        <p:spPr>
          <a:xfrm>
            <a:off x="731520" y="7068312"/>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58" name="Google Shape;1858;hc7cc306779174be_4_255"/>
          <p:cNvSpPr txBox="1"/>
          <p:nvPr/>
        </p:nvSpPr>
        <p:spPr>
          <a:xfrm>
            <a:off x="914400" y="7068312"/>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ISO 9001</a:t>
            </a:r>
            <a:endParaRPr lang="es-CL" sz="1400" noProof="0" dirty="0"/>
          </a:p>
        </p:txBody>
      </p:sp>
      <p:sp>
        <p:nvSpPr>
          <p:cNvPr id="1859" name="Google Shape;1859;hc7cc306779174be_4_255"/>
          <p:cNvSpPr txBox="1"/>
          <p:nvPr/>
        </p:nvSpPr>
        <p:spPr>
          <a:xfrm>
            <a:off x="3657600" y="7068312"/>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Marco de auditoría</a:t>
            </a:r>
            <a:endParaRPr lang="es-CL" sz="1400" noProof="0" dirty="0"/>
          </a:p>
        </p:txBody>
      </p:sp>
      <p:sp>
        <p:nvSpPr>
          <p:cNvPr id="1860" name="Google Shape;1860;hc7cc306779174be_4_255"/>
          <p:cNvSpPr/>
          <p:nvPr/>
        </p:nvSpPr>
        <p:spPr>
          <a:xfrm>
            <a:off x="731520" y="7964423"/>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61" name="Google Shape;1861;hc7cc306779174be_4_255"/>
          <p:cNvSpPr txBox="1"/>
          <p:nvPr/>
        </p:nvSpPr>
        <p:spPr>
          <a:xfrm>
            <a:off x="914400" y="7964423"/>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CMMI-DEV N3</a:t>
            </a:r>
            <a:endParaRPr lang="es-CL" sz="1400" noProof="0" dirty="0"/>
          </a:p>
        </p:txBody>
      </p:sp>
      <p:sp>
        <p:nvSpPr>
          <p:cNvPr id="1862" name="Google Shape;1862;hc7cc306779174be_4_255"/>
          <p:cNvSpPr txBox="1"/>
          <p:nvPr/>
        </p:nvSpPr>
        <p:spPr>
          <a:xfrm>
            <a:off x="3657600" y="7964423"/>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Madurez del proceso</a:t>
            </a:r>
            <a:endParaRPr lang="es-CL" sz="1400" noProof="0" dirty="0"/>
          </a:p>
        </p:txBody>
      </p:sp>
      <p:sp>
        <p:nvSpPr>
          <p:cNvPr id="1863" name="Google Shape;1863;hc7cc306779174be_4_255"/>
          <p:cNvSpPr txBox="1"/>
          <p:nvPr/>
        </p:nvSpPr>
        <p:spPr>
          <a:xfrm>
            <a:off x="9390888" y="365760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E8641B"/>
                </a:solidFill>
                <a:latin typeface="Inter SemiBold"/>
                <a:ea typeface="Inter SemiBold"/>
                <a:cs typeface="Inter SemiBold"/>
                <a:sym typeface="Inter SemiBold"/>
              </a:rPr>
              <a:t>LEYES</a:t>
            </a:r>
            <a:endParaRPr lang="es-CL" sz="1400" noProof="0" dirty="0"/>
          </a:p>
        </p:txBody>
      </p:sp>
      <p:sp>
        <p:nvSpPr>
          <p:cNvPr id="1864" name="Google Shape;1864;hc7cc306779174be_4_255"/>
          <p:cNvSpPr txBox="1"/>
          <p:nvPr/>
        </p:nvSpPr>
        <p:spPr>
          <a:xfrm>
            <a:off x="9390888" y="40690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Decreto 977</a:t>
            </a:r>
            <a:endParaRPr lang="es-CL" sz="1400" noProof="0" dirty="0"/>
          </a:p>
        </p:txBody>
      </p:sp>
      <p:sp>
        <p:nvSpPr>
          <p:cNvPr id="1865" name="Google Shape;1865;hc7cc306779174be_4_255"/>
          <p:cNvSpPr txBox="1"/>
          <p:nvPr/>
        </p:nvSpPr>
        <p:spPr>
          <a:xfrm>
            <a:off x="9390888" y="44348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 −18 °C registrado y retiro expedito</a:t>
            </a:r>
            <a:endParaRPr lang="es-CL" sz="1400" noProof="0" dirty="0"/>
          </a:p>
        </p:txBody>
      </p:sp>
      <p:sp>
        <p:nvSpPr>
          <p:cNvPr id="1866" name="Google Shape;1866;hc7cc306779174be_4_255"/>
          <p:cNvSpPr txBox="1"/>
          <p:nvPr/>
        </p:nvSpPr>
        <p:spPr>
          <a:xfrm>
            <a:off x="9390888" y="49834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SII · DTE</a:t>
            </a:r>
            <a:endParaRPr lang="es-CL" sz="1400" noProof="0" dirty="0"/>
          </a:p>
        </p:txBody>
      </p:sp>
      <p:sp>
        <p:nvSpPr>
          <p:cNvPr id="1867" name="Google Shape;1867;hc7cc306779174be_4_255"/>
          <p:cNvSpPr txBox="1"/>
          <p:nvPr/>
        </p:nvSpPr>
        <p:spPr>
          <a:xfrm>
            <a:off x="9390888" y="53492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Guía electrónica y acuse de recibo</a:t>
            </a:r>
            <a:endParaRPr lang="es-CL" sz="1400" noProof="0" dirty="0"/>
          </a:p>
        </p:txBody>
      </p:sp>
      <p:sp>
        <p:nvSpPr>
          <p:cNvPr id="1868" name="Google Shape;1868;hc7cc306779174be_4_255"/>
          <p:cNvSpPr txBox="1"/>
          <p:nvPr/>
        </p:nvSpPr>
        <p:spPr>
          <a:xfrm>
            <a:off x="9390888" y="58978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Art. 25 bis</a:t>
            </a:r>
            <a:endParaRPr lang="es-CL" sz="1400" noProof="0" dirty="0"/>
          </a:p>
        </p:txBody>
      </p:sp>
      <p:sp>
        <p:nvSpPr>
          <p:cNvPr id="1869" name="Google Shape;1869;hc7cc306779174be_4_255"/>
          <p:cNvSpPr txBox="1"/>
          <p:nvPr/>
        </p:nvSpPr>
        <p:spPr>
          <a:xfrm>
            <a:off x="9390888" y="62636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Jornada de conductores en el ruteo</a:t>
            </a:r>
            <a:endParaRPr lang="es-CL" sz="1400" noProof="0" dirty="0"/>
          </a:p>
        </p:txBody>
      </p:sp>
      <p:sp>
        <p:nvSpPr>
          <p:cNvPr id="1870" name="Google Shape;1870;hc7cc306779174be_4_255"/>
          <p:cNvSpPr txBox="1"/>
          <p:nvPr/>
        </p:nvSpPr>
        <p:spPr>
          <a:xfrm>
            <a:off x="9390888" y="68122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Ley 21.719</a:t>
            </a:r>
            <a:endParaRPr lang="es-CL" sz="1400" noProof="0" dirty="0"/>
          </a:p>
        </p:txBody>
      </p:sp>
      <p:sp>
        <p:nvSpPr>
          <p:cNvPr id="1871" name="Google Shape;1871;hc7cc306779174be_4_255"/>
          <p:cNvSpPr txBox="1"/>
          <p:nvPr/>
        </p:nvSpPr>
        <p:spPr>
          <a:xfrm>
            <a:off x="9390888" y="71780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Datos personales, desde dic-2026</a:t>
            </a:r>
            <a:endParaRPr lang="es-CL" sz="1400" noProof="0" dirty="0"/>
          </a:p>
        </p:txBody>
      </p:sp>
      <p:sp>
        <p:nvSpPr>
          <p:cNvPr id="1872" name="Google Shape;1872;hc7cc306779174be_4_255"/>
          <p:cNvSpPr txBox="1"/>
          <p:nvPr/>
        </p:nvSpPr>
        <p:spPr>
          <a:xfrm>
            <a:off x="9390888" y="7726679"/>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GS1 · EDI</a:t>
            </a:r>
            <a:endParaRPr lang="es-CL" sz="1400" noProof="0" dirty="0"/>
          </a:p>
        </p:txBody>
      </p:sp>
      <p:sp>
        <p:nvSpPr>
          <p:cNvPr id="1873" name="Google Shape;1873;hc7cc306779174be_4_255"/>
          <p:cNvSpPr txBox="1"/>
          <p:nvPr/>
        </p:nvSpPr>
        <p:spPr>
          <a:xfrm>
            <a:off x="9390888" y="80924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GTIN, GLN y SSCC</a:t>
            </a:r>
            <a:endParaRPr lang="es-CL" sz="1400" noProof="0" dirty="0"/>
          </a:p>
        </p:txBody>
      </p:sp>
      <p:sp>
        <p:nvSpPr>
          <p:cNvPr id="187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A23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878"/>
        <p:cNvGrpSpPr/>
        <p:nvPr/>
      </p:nvGrpSpPr>
      <p:grpSpPr>
        <a:xfrm>
          <a:off x="0" y="0"/>
          <a:ext cx="0" cy="0"/>
          <a:chOff x="0" y="0"/>
          <a:chExt cx="0" cy="0"/>
        </a:xfrm>
      </p:grpSpPr>
      <p:sp>
        <p:nvSpPr>
          <p:cNvPr id="1879"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880" name="!!title"/>
          <p:cNvSpPr txBox="1"/>
          <p:nvPr/>
        </p:nvSpPr>
        <p:spPr>
          <a:xfrm>
            <a:off x="2286000" y="1226844"/>
            <a:ext cx="13716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dirty="0">
                <a:solidFill>
                  <a:srgbClr val="111111"/>
                </a:solidFill>
                <a:latin typeface="Inter SemiBold"/>
                <a:ea typeface="Inter SemiBold"/>
                <a:cs typeface="Inter SemiBold"/>
                <a:sym typeface="Inter SemiBold"/>
              </a:rPr>
              <a:t>Calidad del producto</a:t>
            </a:r>
            <a:endParaRPr lang="es-CL" sz="1400" noProof="0" dirty="0"/>
          </a:p>
        </p:txBody>
      </p:sp>
      <p:sp>
        <p:nvSpPr>
          <p:cNvPr id="188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882"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88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88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885" name="Google Shape;1885;hc7cc306779174be_4_489"/>
          <p:cNvSpPr txBox="1"/>
          <p:nvPr/>
        </p:nvSpPr>
        <p:spPr>
          <a:xfrm>
            <a:off x="14856791" y="8961120"/>
            <a:ext cx="194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dirty="0">
                <a:solidFill>
                  <a:srgbClr val="000000"/>
                </a:solidFill>
                <a:latin typeface="Inter"/>
                <a:ea typeface="Inter"/>
                <a:cs typeface="Inter"/>
                <a:sym typeface="Inter"/>
              </a:rPr>
              <a:t>Siguiente</a:t>
            </a:r>
            <a:endParaRPr lang="es-CL" sz="1400" noProof="0" dirty="0"/>
          </a:p>
        </p:txBody>
      </p:sp>
      <p:sp>
        <p:nvSpPr>
          <p:cNvPr id="1886" name="Google Shape;1886;hc7cc306779174be_4_489"/>
          <p:cNvSpPr txBox="1"/>
          <p:nvPr/>
        </p:nvSpPr>
        <p:spPr>
          <a:xfrm>
            <a:off x="1828800" y="2579477"/>
            <a:ext cx="14630400" cy="3078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00" noProof="0" dirty="0">
                <a:solidFill>
                  <a:srgbClr val="000000"/>
                </a:solidFill>
                <a:latin typeface="Inter"/>
                <a:ea typeface="Inter"/>
                <a:cs typeface="Inter"/>
                <a:sym typeface="Inter"/>
              </a:rPr>
              <a:t>4 objetivos medibles · 8 características ISO/IEC 25010, cada una con su umbral</a:t>
            </a:r>
            <a:endParaRPr lang="es-CL" sz="1400" noProof="0" dirty="0"/>
          </a:p>
        </p:txBody>
      </p:sp>
      <p:sp>
        <p:nvSpPr>
          <p:cNvPr id="1887" name="Google Shape;1887;hc7cc306779174be_4_489"/>
          <p:cNvSpPr/>
          <p:nvPr/>
        </p:nvSpPr>
        <p:spPr>
          <a:xfrm>
            <a:off x="91440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dirty="0">
                <a:solidFill>
                  <a:srgbClr val="F29A5E"/>
                </a:solidFill>
                <a:latin typeface="Inter SemiBold"/>
                <a:ea typeface="Inter SemiBold"/>
                <a:cs typeface="Inter SemiBold"/>
                <a:sym typeface="Inter SemiBold"/>
              </a:rPr>
              <a:t>100 %</a:t>
            </a:r>
            <a:endParaRPr lang="es-CL" sz="1400" noProof="0" dirty="0"/>
          </a:p>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requisitos con prueba aprobada</a:t>
            </a:r>
            <a:endParaRPr lang="es-CL" sz="1400" noProof="0" dirty="0"/>
          </a:p>
        </p:txBody>
      </p:sp>
      <p:sp>
        <p:nvSpPr>
          <p:cNvPr id="1888" name="Google Shape;1888;hc7cc306779174be_4_489"/>
          <p:cNvSpPr/>
          <p:nvPr/>
        </p:nvSpPr>
        <p:spPr>
          <a:xfrm>
            <a:off x="507492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dirty="0">
                <a:solidFill>
                  <a:srgbClr val="F29A5E"/>
                </a:solidFill>
                <a:latin typeface="Inter SemiBold"/>
                <a:ea typeface="Inter SemiBold"/>
                <a:cs typeface="Inter SemiBold"/>
                <a:sym typeface="Inter SemiBold"/>
              </a:rPr>
              <a:t>0</a:t>
            </a:r>
            <a:endParaRPr lang="es-CL" sz="1400" noProof="0" dirty="0"/>
          </a:p>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defectos críticos o altos al cierre</a:t>
            </a:r>
            <a:endParaRPr lang="es-CL" sz="1400" noProof="0" dirty="0"/>
          </a:p>
        </p:txBody>
      </p:sp>
      <p:sp>
        <p:nvSpPr>
          <p:cNvPr id="1889" name="Google Shape;1889;hc7cc306779174be_4_489"/>
          <p:cNvSpPr/>
          <p:nvPr/>
        </p:nvSpPr>
        <p:spPr>
          <a:xfrm>
            <a:off x="923544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dirty="0">
                <a:solidFill>
                  <a:srgbClr val="F29A5E"/>
                </a:solidFill>
                <a:latin typeface="Inter SemiBold"/>
                <a:ea typeface="Inter SemiBold"/>
                <a:cs typeface="Inter SemiBold"/>
                <a:sym typeface="Inter SemiBold"/>
              </a:rPr>
              <a:t>0 min</a:t>
            </a:r>
            <a:endParaRPr lang="es-CL" sz="1400" noProof="0" dirty="0"/>
          </a:p>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de caída entre 05:30 y 07:00</a:t>
            </a:r>
            <a:endParaRPr lang="es-CL" sz="1400" noProof="0" dirty="0"/>
          </a:p>
        </p:txBody>
      </p:sp>
      <p:sp>
        <p:nvSpPr>
          <p:cNvPr id="1890" name="Google Shape;1890;hc7cc306779174be_4_489"/>
          <p:cNvSpPr/>
          <p:nvPr/>
        </p:nvSpPr>
        <p:spPr>
          <a:xfrm>
            <a:off x="13395959"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dirty="0">
                <a:solidFill>
                  <a:srgbClr val="F29A5E"/>
                </a:solidFill>
                <a:latin typeface="Inter SemiBold"/>
                <a:ea typeface="Inter SemiBold"/>
                <a:cs typeface="Inter SemiBold"/>
                <a:sym typeface="Inter SemiBold"/>
              </a:rPr>
              <a:t>16 de 16</a:t>
            </a:r>
            <a:endParaRPr lang="es-CL" sz="1400" noProof="0" dirty="0"/>
          </a:p>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resultados del Caso</a:t>
            </a:r>
            <a:endParaRPr lang="es-CL" sz="1400" noProof="0" dirty="0"/>
          </a:p>
        </p:txBody>
      </p:sp>
      <p:sp>
        <p:nvSpPr>
          <p:cNvPr id="1891" name="Google Shape;1891;hc7cc306779174be_4_489"/>
          <p:cNvSpPr/>
          <p:nvPr/>
        </p:nvSpPr>
        <p:spPr>
          <a:xfrm>
            <a:off x="914400"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Funcionalidad</a:t>
            </a:r>
            <a:endParaRPr lang="es-CL" sz="1400" noProof="0" dirty="0"/>
          </a:p>
        </p:txBody>
      </p:sp>
      <p:sp>
        <p:nvSpPr>
          <p:cNvPr id="1893" name="Google Shape;1893;hc7cc306779174be_4_489"/>
          <p:cNvSpPr txBox="1"/>
          <p:nvPr/>
        </p:nvSpPr>
        <p:spPr>
          <a:xfrm>
            <a:off x="1143000"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100 % de requisitos probados</a:t>
            </a:r>
            <a:endParaRPr lang="es-CL" sz="1400" noProof="0" dirty="0"/>
          </a:p>
        </p:txBody>
      </p:sp>
      <p:sp>
        <p:nvSpPr>
          <p:cNvPr id="1894" name="Google Shape;1894;hc7cc306779174be_4_489"/>
          <p:cNvSpPr/>
          <p:nvPr/>
        </p:nvSpPr>
        <p:spPr>
          <a:xfrm>
            <a:off x="5074920" y="4709160"/>
            <a:ext cx="3977400" cy="1600200"/>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FFFFFF"/>
                </a:solidFill>
                <a:latin typeface="Inter SemiBold"/>
                <a:ea typeface="Inter SemiBold"/>
                <a:cs typeface="Inter SemiBold"/>
                <a:sym typeface="Inter SemiBold"/>
              </a:rPr>
              <a:t>Desempeño</a:t>
            </a:r>
            <a:endParaRPr lang="es-CL" sz="1400" noProof="0" dirty="0"/>
          </a:p>
        </p:txBody>
      </p:sp>
      <p:sp>
        <p:nvSpPr>
          <p:cNvPr id="1896" name="Google Shape;1896;hc7cc306779174be_4_489"/>
          <p:cNvSpPr txBox="1"/>
          <p:nvPr/>
        </p:nvSpPr>
        <p:spPr>
          <a:xfrm>
            <a:off x="5303520" y="5367528"/>
            <a:ext cx="3566400" cy="492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p95: preparación ≤ 1 s · preventa ≤ 1,5 s</a:t>
            </a:r>
            <a:endParaRPr lang="es-CL" sz="1400" noProof="0" dirty="0"/>
          </a:p>
        </p:txBody>
      </p:sp>
      <p:sp>
        <p:nvSpPr>
          <p:cNvPr id="1897" name="Google Shape;1897;hc7cc306779174be_4_489"/>
          <p:cNvSpPr/>
          <p:nvPr/>
        </p:nvSpPr>
        <p:spPr>
          <a:xfrm>
            <a:off x="9235440"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Compatibilidad</a:t>
            </a:r>
            <a:endParaRPr lang="es-CL" sz="1400" noProof="0" dirty="0"/>
          </a:p>
        </p:txBody>
      </p:sp>
      <p:sp>
        <p:nvSpPr>
          <p:cNvPr id="1899" name="Google Shape;1899;hc7cc306779174be_4_489"/>
          <p:cNvSpPr txBox="1"/>
          <p:nvPr/>
        </p:nvSpPr>
        <p:spPr>
          <a:xfrm>
            <a:off x="9464040"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15 de 15 integraciones</a:t>
            </a:r>
            <a:endParaRPr lang="es-CL" sz="1400" noProof="0" dirty="0"/>
          </a:p>
        </p:txBody>
      </p:sp>
      <p:sp>
        <p:nvSpPr>
          <p:cNvPr id="1900" name="Google Shape;1900;hc7cc306779174be_4_489"/>
          <p:cNvSpPr/>
          <p:nvPr/>
        </p:nvSpPr>
        <p:spPr>
          <a:xfrm>
            <a:off x="13395959"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Usabilidad</a:t>
            </a:r>
            <a:endParaRPr lang="es-CL" sz="1400" noProof="0" dirty="0"/>
          </a:p>
        </p:txBody>
      </p:sp>
      <p:sp>
        <p:nvSpPr>
          <p:cNvPr id="1902" name="Google Shape;1902;hc7cc306779174be_4_489"/>
          <p:cNvSpPr txBox="1"/>
          <p:nvPr/>
        </p:nvSpPr>
        <p:spPr>
          <a:xfrm>
            <a:off x="13624559"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WCAG 2.2 AA · guantes a −22 °C</a:t>
            </a:r>
            <a:endParaRPr lang="es-CL" sz="1400" noProof="0" dirty="0"/>
          </a:p>
        </p:txBody>
      </p:sp>
      <p:sp>
        <p:nvSpPr>
          <p:cNvPr id="1903" name="Google Shape;1903;hc7cc306779174be_4_489"/>
          <p:cNvSpPr/>
          <p:nvPr/>
        </p:nvSpPr>
        <p:spPr>
          <a:xfrm>
            <a:off x="914400" y="6492240"/>
            <a:ext cx="3977400" cy="1600200"/>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FFFFFF"/>
                </a:solidFill>
                <a:latin typeface="Inter SemiBold"/>
                <a:ea typeface="Inter SemiBold"/>
                <a:cs typeface="Inter SemiBold"/>
                <a:sym typeface="Inter SemiBold"/>
              </a:rPr>
              <a:t>Fiabilidad</a:t>
            </a:r>
            <a:endParaRPr lang="es-CL" sz="1400" noProof="0" dirty="0"/>
          </a:p>
        </p:txBody>
      </p:sp>
      <p:sp>
        <p:nvSpPr>
          <p:cNvPr id="1905" name="Google Shape;1905;hc7cc306779174be_4_489"/>
          <p:cNvSpPr txBox="1"/>
          <p:nvPr/>
        </p:nvSpPr>
        <p:spPr>
          <a:xfrm>
            <a:off x="1143000"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 99,9 % · RTO ≤ 4 h · RPO ≤ 15 min</a:t>
            </a:r>
            <a:endParaRPr lang="es-CL" sz="1400" noProof="0" dirty="0"/>
          </a:p>
        </p:txBody>
      </p:sp>
      <p:sp>
        <p:nvSpPr>
          <p:cNvPr id="1906" name="Google Shape;1906;hc7cc306779174be_4_489"/>
          <p:cNvSpPr/>
          <p:nvPr/>
        </p:nvSpPr>
        <p:spPr>
          <a:xfrm>
            <a:off x="5074920"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Seguridad</a:t>
            </a:r>
            <a:endParaRPr lang="es-CL" sz="1400" noProof="0" dirty="0"/>
          </a:p>
        </p:txBody>
      </p:sp>
      <p:sp>
        <p:nvSpPr>
          <p:cNvPr id="1908" name="Google Shape;1908;hc7cc306779174be_4_489"/>
          <p:cNvSpPr txBox="1"/>
          <p:nvPr/>
        </p:nvSpPr>
        <p:spPr>
          <a:xfrm>
            <a:off x="5303520"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0 hallazgos críticos o altos</a:t>
            </a:r>
            <a:endParaRPr lang="es-CL" sz="1400" noProof="0" dirty="0"/>
          </a:p>
        </p:txBody>
      </p:sp>
      <p:sp>
        <p:nvSpPr>
          <p:cNvPr id="1909" name="Google Shape;1909;hc7cc306779174be_4_489"/>
          <p:cNvSpPr/>
          <p:nvPr/>
        </p:nvSpPr>
        <p:spPr>
          <a:xfrm>
            <a:off x="9235440"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Mantenibilidad</a:t>
            </a:r>
            <a:endParaRPr lang="es-CL" sz="1400" noProof="0" dirty="0"/>
          </a:p>
        </p:txBody>
      </p:sp>
      <p:sp>
        <p:nvSpPr>
          <p:cNvPr id="1911" name="Google Shape;1911;hc7cc306779174be_4_489"/>
          <p:cNvSpPr txBox="1"/>
          <p:nvPr/>
        </p:nvSpPr>
        <p:spPr>
          <a:xfrm>
            <a:off x="9464040" y="7150608"/>
            <a:ext cx="3566400" cy="492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Cobertura 70 % negocio · 80 % global</a:t>
            </a:r>
            <a:endParaRPr lang="es-CL" sz="1400" noProof="0" dirty="0"/>
          </a:p>
        </p:txBody>
      </p:sp>
      <p:sp>
        <p:nvSpPr>
          <p:cNvPr id="1912" name="Google Shape;1912;hc7cc306779174be_4_489"/>
          <p:cNvSpPr/>
          <p:nvPr/>
        </p:nvSpPr>
        <p:spPr>
          <a:xfrm>
            <a:off x="13395959"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Portabilidad</a:t>
            </a:r>
            <a:endParaRPr lang="es-CL" sz="1400" noProof="0" dirty="0"/>
          </a:p>
        </p:txBody>
      </p:sp>
      <p:sp>
        <p:nvSpPr>
          <p:cNvPr id="1914" name="Google Shape;1914;hc7cc306779174be_4_489"/>
          <p:cNvSpPr txBox="1"/>
          <p:nvPr/>
        </p:nvSpPr>
        <p:spPr>
          <a:xfrm>
            <a:off x="13624559"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Mismo artefacto de QA a Producción</a:t>
            </a:r>
            <a:endParaRPr lang="es-CL" sz="1400" noProof="0" dirty="0"/>
          </a:p>
        </p:txBody>
      </p:sp>
      <p:sp>
        <p:nvSpPr>
          <p:cNvPr id="1915"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920"/>
        <p:cNvGrpSpPr/>
        <p:nvPr/>
      </p:nvGrpSpPr>
      <p:grpSpPr>
        <a:xfrm>
          <a:off x="0" y="0"/>
          <a:ext cx="0" cy="0"/>
          <a:chOff x="0" y="0"/>
          <a:chExt cx="0" cy="0"/>
        </a:xfrm>
      </p:grpSpPr>
      <p:sp>
        <p:nvSpPr>
          <p:cNvPr id="1921"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922"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923"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924"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dirty="0"/>
          </a:p>
        </p:txBody>
      </p:sp>
      <p:sp>
        <p:nvSpPr>
          <p:cNvPr id="1925" name="!!title"/>
          <p:cNvSpPr txBox="1"/>
          <p:nvPr/>
        </p:nvSpPr>
        <p:spPr>
          <a:xfrm>
            <a:off x="1435608" y="2743200"/>
            <a:ext cx="7772400" cy="17373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dirty="0">
                <a:solidFill>
                  <a:srgbClr val="111111"/>
                </a:solidFill>
                <a:latin typeface="Inter SemiBold"/>
                <a:ea typeface="Inter SemiBold"/>
                <a:cs typeface="Inter SemiBold"/>
                <a:sym typeface="Inter SemiBold"/>
              </a:rPr>
              <a:t>Calidad que</a:t>
            </a:r>
            <a:endParaRPr lang="es-CL" noProof="0" dirty="0"/>
          </a:p>
          <a:p>
            <a:pPr marL="0" marR="0" lvl="0" indent="0" algn="l" rtl="0">
              <a:lnSpc>
                <a:spcPct val="90000"/>
              </a:lnSpc>
              <a:spcBef>
                <a:spcPts val="0"/>
              </a:spcBef>
              <a:spcAft>
                <a:spcPts val="0"/>
              </a:spcAft>
              <a:buNone/>
            </a:pPr>
            <a:r>
              <a:rPr lang="es-CL" sz="6000" b="1" noProof="0" dirty="0">
                <a:solidFill>
                  <a:srgbClr val="111111"/>
                </a:solidFill>
                <a:latin typeface="Inter SemiBold"/>
                <a:ea typeface="Inter SemiBold"/>
                <a:cs typeface="Inter SemiBold"/>
                <a:sym typeface="Inter SemiBold"/>
              </a:rPr>
              <a:t>bloquea</a:t>
            </a:r>
            <a:endParaRPr lang="es-CL" noProof="0" dirty="0"/>
          </a:p>
        </p:txBody>
      </p:sp>
      <p:sp>
        <p:nvSpPr>
          <p:cNvPr id="1926" name="Google Shape;1926;p31"/>
          <p:cNvSpPr txBox="1"/>
          <p:nvPr/>
        </p:nvSpPr>
        <p:spPr>
          <a:xfrm>
            <a:off x="1435608" y="4846320"/>
            <a:ext cx="7589520" cy="6400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dirty="0">
                <a:solidFill>
                  <a:srgbClr val="3C3C3C"/>
                </a:solidFill>
                <a:latin typeface="Inter SemiBold"/>
                <a:ea typeface="Inter SemiBold"/>
                <a:cs typeface="Inter SemiBold"/>
                <a:sym typeface="Inter SemiBold"/>
              </a:rPr>
              <a:t>7 puertas. Sin excepciones.</a:t>
            </a:r>
            <a:endParaRPr lang="es-CL" noProof="0" dirty="0"/>
          </a:p>
        </p:txBody>
      </p:sp>
      <p:sp>
        <p:nvSpPr>
          <p:cNvPr id="1927" name="Google Shape;1927;p31"/>
          <p:cNvSpPr txBox="1"/>
          <p:nvPr/>
        </p:nvSpPr>
        <p:spPr>
          <a:xfrm>
            <a:off x="1435608" y="5760720"/>
            <a:ext cx="768096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ART. 17.3 · 6 CONDICIONES PARA ACEPTAR</a:t>
            </a:r>
            <a:endParaRPr lang="es-CL" noProof="0" dirty="0"/>
          </a:p>
        </p:txBody>
      </p:sp>
      <p:sp>
        <p:nvSpPr>
          <p:cNvPr id="1928" name="Google Shape;1928;p31"/>
          <p:cNvSpPr/>
          <p:nvPr/>
        </p:nvSpPr>
        <p:spPr>
          <a:xfrm>
            <a:off x="1435608" y="6309359"/>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1</a:t>
            </a:r>
            <a:endParaRPr lang="es-CL" noProof="0" dirty="0"/>
          </a:p>
        </p:txBody>
      </p:sp>
      <p:sp>
        <p:nvSpPr>
          <p:cNvPr id="1929" name="Google Shape;1929;p31"/>
          <p:cNvSpPr txBox="1"/>
          <p:nvPr/>
        </p:nvSpPr>
        <p:spPr>
          <a:xfrm>
            <a:off x="1984248" y="6398011"/>
            <a:ext cx="3291840" cy="26161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0 incidentes críticos o altos</a:t>
            </a:r>
          </a:p>
        </p:txBody>
      </p:sp>
      <p:sp>
        <p:nvSpPr>
          <p:cNvPr id="1930" name="Google Shape;1930;p31"/>
          <p:cNvSpPr/>
          <p:nvPr/>
        </p:nvSpPr>
        <p:spPr>
          <a:xfrm>
            <a:off x="5367528" y="6309359"/>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2</a:t>
            </a:r>
            <a:endParaRPr lang="es-CL" noProof="0" dirty="0"/>
          </a:p>
        </p:txBody>
      </p:sp>
      <p:sp>
        <p:nvSpPr>
          <p:cNvPr id="1931" name="Google Shape;1931;p31"/>
          <p:cNvSpPr txBox="1"/>
          <p:nvPr/>
        </p:nvSpPr>
        <p:spPr>
          <a:xfrm>
            <a:off x="5916168" y="6217920"/>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4 semanas de volumen real</a:t>
            </a:r>
            <a:endParaRPr lang="es-CL" noProof="0" dirty="0"/>
          </a:p>
        </p:txBody>
      </p:sp>
      <p:sp>
        <p:nvSpPr>
          <p:cNvPr id="1932" name="Google Shape;1932;p31"/>
          <p:cNvSpPr/>
          <p:nvPr/>
        </p:nvSpPr>
        <p:spPr>
          <a:xfrm>
            <a:off x="1435608" y="7022592"/>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3</a:t>
            </a:r>
            <a:endParaRPr lang="es-CL" noProof="0" dirty="0"/>
          </a:p>
        </p:txBody>
      </p:sp>
      <p:sp>
        <p:nvSpPr>
          <p:cNvPr id="1933" name="Google Shape;1933;p31"/>
          <p:cNvSpPr txBox="1"/>
          <p:nvPr/>
        </p:nvSpPr>
        <p:spPr>
          <a:xfrm>
            <a:off x="1984248" y="6931152"/>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Sin caída en despacho</a:t>
            </a:r>
            <a:endParaRPr lang="es-CL" noProof="0" dirty="0"/>
          </a:p>
        </p:txBody>
      </p:sp>
      <p:sp>
        <p:nvSpPr>
          <p:cNvPr id="1934" name="Google Shape;1934;p31"/>
          <p:cNvSpPr/>
          <p:nvPr/>
        </p:nvSpPr>
        <p:spPr>
          <a:xfrm>
            <a:off x="5367528" y="7022592"/>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4</a:t>
            </a:r>
            <a:endParaRPr lang="es-CL" noProof="0" dirty="0"/>
          </a:p>
        </p:txBody>
      </p:sp>
      <p:sp>
        <p:nvSpPr>
          <p:cNvPr id="1935" name="Google Shape;1935;p31"/>
          <p:cNvSpPr txBox="1"/>
          <p:nvPr/>
        </p:nvSpPr>
        <p:spPr>
          <a:xfrm>
            <a:off x="5916168" y="6931152"/>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Sin diferencias sin explicar</a:t>
            </a:r>
            <a:endParaRPr lang="es-CL" noProof="0" dirty="0"/>
          </a:p>
        </p:txBody>
      </p:sp>
      <p:sp>
        <p:nvSpPr>
          <p:cNvPr id="1936" name="Google Shape;1936;p31"/>
          <p:cNvSpPr/>
          <p:nvPr/>
        </p:nvSpPr>
        <p:spPr>
          <a:xfrm>
            <a:off x="1435608" y="7735823"/>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5</a:t>
            </a:r>
            <a:endParaRPr lang="es-CL" noProof="0" dirty="0"/>
          </a:p>
        </p:txBody>
      </p:sp>
      <p:sp>
        <p:nvSpPr>
          <p:cNvPr id="1937" name="Google Shape;1937;p31"/>
          <p:cNvSpPr txBox="1"/>
          <p:nvPr/>
        </p:nvSpPr>
        <p:spPr>
          <a:xfrm>
            <a:off x="1984248" y="7644383"/>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100 % usuarios certificados</a:t>
            </a:r>
            <a:endParaRPr lang="es-CL" noProof="0" dirty="0"/>
          </a:p>
        </p:txBody>
      </p:sp>
      <p:sp>
        <p:nvSpPr>
          <p:cNvPr id="1938" name="Google Shape;1938;p31"/>
          <p:cNvSpPr/>
          <p:nvPr/>
        </p:nvSpPr>
        <p:spPr>
          <a:xfrm>
            <a:off x="5367528" y="7735823"/>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6</a:t>
            </a:r>
            <a:endParaRPr lang="es-CL" noProof="0" dirty="0"/>
          </a:p>
        </p:txBody>
      </p:sp>
      <p:sp>
        <p:nvSpPr>
          <p:cNvPr id="1939" name="Google Shape;1939;p31"/>
          <p:cNvSpPr txBox="1"/>
          <p:nvPr/>
        </p:nvSpPr>
        <p:spPr>
          <a:xfrm>
            <a:off x="5916168" y="7644383"/>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Acta de la Contraparte</a:t>
            </a:r>
            <a:endParaRPr lang="es-CL" noProof="0" dirty="0"/>
          </a:p>
        </p:txBody>
      </p:sp>
      <p:sp>
        <p:nvSpPr>
          <p:cNvPr id="1940" name="Google Shape;1940;p31"/>
          <p:cNvSpPr/>
          <p:nvPr/>
        </p:nvSpPr>
        <p:spPr>
          <a:xfrm>
            <a:off x="9509760" y="91440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G0</a:t>
            </a:r>
            <a:endParaRPr lang="es-CL" noProof="0" dirty="0"/>
          </a:p>
        </p:txBody>
      </p:sp>
      <p:sp>
        <p:nvSpPr>
          <p:cNvPr id="1942" name="Google Shape;1942;p31"/>
          <p:cNvSpPr txBox="1"/>
          <p:nvPr/>
        </p:nvSpPr>
        <p:spPr>
          <a:xfrm>
            <a:off x="10561320" y="98755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Compromiso local</a:t>
            </a:r>
            <a:endParaRPr lang="es-CL" noProof="0" dirty="0"/>
          </a:p>
        </p:txBody>
      </p:sp>
      <p:sp>
        <p:nvSpPr>
          <p:cNvPr id="1943" name="Google Shape;1943;p31"/>
          <p:cNvSpPr txBox="1"/>
          <p:nvPr/>
        </p:nvSpPr>
        <p:spPr>
          <a:xfrm>
            <a:off x="10561320" y="141732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Formato y pruebas</a:t>
            </a:r>
            <a:endParaRPr lang="es-CL" noProof="0" dirty="0"/>
          </a:p>
        </p:txBody>
      </p:sp>
      <p:sp>
        <p:nvSpPr>
          <p:cNvPr id="1944" name="Google Shape;1944;p31"/>
          <p:cNvSpPr/>
          <p:nvPr/>
        </p:nvSpPr>
        <p:spPr>
          <a:xfrm>
            <a:off x="9509760" y="201168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G1</a:t>
            </a:r>
            <a:endParaRPr lang="es-CL" noProof="0" dirty="0"/>
          </a:p>
        </p:txBody>
      </p:sp>
      <p:sp>
        <p:nvSpPr>
          <p:cNvPr id="1946" name="Google Shape;1946;p31"/>
          <p:cNvSpPr txBox="1"/>
          <p:nvPr/>
        </p:nvSpPr>
        <p:spPr>
          <a:xfrm>
            <a:off x="10561320" y="208483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Solicitud de fusión</a:t>
            </a:r>
            <a:endParaRPr lang="es-CL" noProof="0" dirty="0"/>
          </a:p>
        </p:txBody>
      </p:sp>
      <p:sp>
        <p:nvSpPr>
          <p:cNvPr id="1947" name="Google Shape;1947;p31"/>
          <p:cNvSpPr txBox="1"/>
          <p:nvPr/>
        </p:nvSpPr>
        <p:spPr>
          <a:xfrm>
            <a:off x="10561320" y="251460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Revisión por pares</a:t>
            </a:r>
            <a:endParaRPr lang="es-CL" noProof="0" dirty="0"/>
          </a:p>
        </p:txBody>
      </p:sp>
      <p:sp>
        <p:nvSpPr>
          <p:cNvPr id="1948" name="Google Shape;1948;p31"/>
          <p:cNvSpPr/>
          <p:nvPr/>
        </p:nvSpPr>
        <p:spPr>
          <a:xfrm>
            <a:off x="9509760" y="310896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G2</a:t>
            </a:r>
            <a:endParaRPr lang="es-CL" noProof="0" dirty="0"/>
          </a:p>
        </p:txBody>
      </p:sp>
      <p:sp>
        <p:nvSpPr>
          <p:cNvPr id="1950" name="Google Shape;1950;p31"/>
          <p:cNvSpPr txBox="1"/>
          <p:nvPr/>
        </p:nvSpPr>
        <p:spPr>
          <a:xfrm>
            <a:off x="10561320" y="318211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Integración continua</a:t>
            </a:r>
            <a:endParaRPr lang="es-CL" noProof="0" dirty="0"/>
          </a:p>
        </p:txBody>
      </p:sp>
      <p:sp>
        <p:nvSpPr>
          <p:cNvPr id="1951" name="Google Shape;1951;p31"/>
          <p:cNvSpPr txBox="1"/>
          <p:nvPr/>
        </p:nvSpPr>
        <p:spPr>
          <a:xfrm>
            <a:off x="10561320" y="361188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Cobertura · complejidad · contratos</a:t>
            </a:r>
            <a:endParaRPr lang="es-CL" noProof="0" dirty="0"/>
          </a:p>
        </p:txBody>
      </p:sp>
      <p:sp>
        <p:nvSpPr>
          <p:cNvPr id="1952" name="Google Shape;1952;p31"/>
          <p:cNvSpPr/>
          <p:nvPr/>
        </p:nvSpPr>
        <p:spPr>
          <a:xfrm>
            <a:off x="9509760" y="420624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G3</a:t>
            </a:r>
            <a:endParaRPr lang="es-CL" noProof="0" dirty="0"/>
          </a:p>
        </p:txBody>
      </p:sp>
      <p:sp>
        <p:nvSpPr>
          <p:cNvPr id="1954" name="Google Shape;1954;p31"/>
          <p:cNvSpPr txBox="1"/>
          <p:nvPr/>
        </p:nvSpPr>
        <p:spPr>
          <a:xfrm>
            <a:off x="10561320" y="427939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Promoción a QA</a:t>
            </a:r>
            <a:endParaRPr lang="es-CL" noProof="0" dirty="0"/>
          </a:p>
        </p:txBody>
      </p:sp>
      <p:sp>
        <p:nvSpPr>
          <p:cNvPr id="1955" name="Google Shape;1955;p31"/>
          <p:cNvSpPr txBox="1"/>
          <p:nvPr/>
        </p:nvSpPr>
        <p:spPr>
          <a:xfrm>
            <a:off x="10561320" y="4709159"/>
            <a:ext cx="667512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Sin vulnerabilidades críticas o altas</a:t>
            </a:r>
          </a:p>
        </p:txBody>
      </p:sp>
      <p:sp>
        <p:nvSpPr>
          <p:cNvPr id="1956" name="Google Shape;1956;p31"/>
          <p:cNvSpPr/>
          <p:nvPr/>
        </p:nvSpPr>
        <p:spPr>
          <a:xfrm>
            <a:off x="9509760" y="530352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G4</a:t>
            </a:r>
            <a:endParaRPr lang="es-CL" noProof="0" dirty="0"/>
          </a:p>
        </p:txBody>
      </p:sp>
      <p:sp>
        <p:nvSpPr>
          <p:cNvPr id="1958" name="Google Shape;1958;p31"/>
          <p:cNvSpPr txBox="1"/>
          <p:nvPr/>
        </p:nvSpPr>
        <p:spPr>
          <a:xfrm>
            <a:off x="10561320" y="537667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Preproducción</a:t>
            </a:r>
            <a:endParaRPr lang="es-CL" noProof="0" dirty="0"/>
          </a:p>
        </p:txBody>
      </p:sp>
      <p:sp>
        <p:nvSpPr>
          <p:cNvPr id="1959" name="Google Shape;1959;p31"/>
          <p:cNvSpPr txBox="1"/>
          <p:nvPr/>
        </p:nvSpPr>
        <p:spPr>
          <a:xfrm>
            <a:off x="10561320" y="580644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Regresión · DAST · WCAG</a:t>
            </a:r>
            <a:endParaRPr lang="es-CL" noProof="0" dirty="0"/>
          </a:p>
        </p:txBody>
      </p:sp>
      <p:sp>
        <p:nvSpPr>
          <p:cNvPr id="1960" name="Google Shape;1960;p31"/>
          <p:cNvSpPr/>
          <p:nvPr/>
        </p:nvSpPr>
        <p:spPr>
          <a:xfrm>
            <a:off x="9509760" y="6400800"/>
            <a:ext cx="7863840" cy="960120"/>
          </a:xfrm>
          <a:prstGeom prst="roundRect">
            <a:avLst>
              <a:gd name="adj" fmla="val 15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G5</a:t>
            </a:r>
            <a:endParaRPr lang="es-CL" noProof="0" dirty="0"/>
          </a:p>
        </p:txBody>
      </p:sp>
      <p:sp>
        <p:nvSpPr>
          <p:cNvPr id="1962" name="Google Shape;1962;p31"/>
          <p:cNvSpPr txBox="1"/>
          <p:nvPr/>
        </p:nvSpPr>
        <p:spPr>
          <a:xfrm>
            <a:off x="10561320" y="647395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FFFFFF"/>
                </a:solidFill>
                <a:latin typeface="Inter SemiBold"/>
                <a:ea typeface="Inter SemiBold"/>
                <a:cs typeface="Inter SemiBold"/>
                <a:sym typeface="Inter SemiBold"/>
              </a:rPr>
              <a:t>Entrada a Producción</a:t>
            </a:r>
            <a:endParaRPr lang="es-CL" noProof="0" dirty="0"/>
          </a:p>
        </p:txBody>
      </p:sp>
      <p:sp>
        <p:nvSpPr>
          <p:cNvPr id="1963" name="Google Shape;1963;p31"/>
          <p:cNvSpPr txBox="1"/>
          <p:nvPr/>
        </p:nvSpPr>
        <p:spPr>
          <a:xfrm>
            <a:off x="10561320" y="690372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C7C7C7"/>
                </a:solidFill>
                <a:latin typeface="Inter"/>
                <a:ea typeface="Inter"/>
                <a:cs typeface="Inter"/>
                <a:sym typeface="Inter"/>
              </a:rPr>
              <a:t>Pruebas habilitantes · reversión</a:t>
            </a:r>
            <a:endParaRPr lang="es-CL" noProof="0" dirty="0"/>
          </a:p>
        </p:txBody>
      </p:sp>
      <p:sp>
        <p:nvSpPr>
          <p:cNvPr id="1964" name="Google Shape;1964;p31"/>
          <p:cNvSpPr/>
          <p:nvPr/>
        </p:nvSpPr>
        <p:spPr>
          <a:xfrm>
            <a:off x="9509760" y="7498079"/>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G6</a:t>
            </a:r>
            <a:endParaRPr lang="es-CL" noProof="0" dirty="0"/>
          </a:p>
        </p:txBody>
      </p:sp>
      <p:sp>
        <p:nvSpPr>
          <p:cNvPr id="1966" name="Google Shape;1966;p31"/>
          <p:cNvSpPr txBox="1"/>
          <p:nvPr/>
        </p:nvSpPr>
        <p:spPr>
          <a:xfrm>
            <a:off x="10561320" y="7571231"/>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Producción supervisada</a:t>
            </a:r>
            <a:endParaRPr lang="es-CL" noProof="0" dirty="0"/>
          </a:p>
        </p:txBody>
      </p:sp>
      <p:sp>
        <p:nvSpPr>
          <p:cNvPr id="1967" name="Google Shape;1967;p31"/>
          <p:cNvSpPr txBox="1"/>
          <p:nvPr/>
        </p:nvSpPr>
        <p:spPr>
          <a:xfrm>
            <a:off x="10561320" y="800100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Canario · presupuesto de error</a:t>
            </a:r>
            <a:endParaRPr lang="es-CL" noProof="0" dirty="0"/>
          </a:p>
        </p:txBody>
      </p:sp>
      <p:sp>
        <p:nvSpPr>
          <p:cNvPr id="196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72"/>
        <p:cNvGrpSpPr/>
        <p:nvPr/>
      </p:nvGrpSpPr>
      <p:grpSpPr>
        <a:xfrm>
          <a:off x="0" y="0"/>
          <a:ext cx="0" cy="0"/>
          <a:chOff x="0" y="0"/>
          <a:chExt cx="0" cy="0"/>
        </a:xfrm>
      </p:grpSpPr>
      <p:sp>
        <p:nvSpPr>
          <p:cNvPr id="19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974" name="!!title"/>
          <p:cNvSpPr txBox="1"/>
          <p:nvPr/>
        </p:nvSpPr>
        <p:spPr>
          <a:xfrm>
            <a:off x="2286000" y="1226844"/>
            <a:ext cx="13716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dirty="0">
                <a:solidFill>
                  <a:srgbClr val="111111"/>
                </a:solidFill>
                <a:latin typeface="Inter SemiBold"/>
                <a:ea typeface="Inter SemiBold"/>
                <a:cs typeface="Inter SemiBold"/>
                <a:sym typeface="Inter SemiBold"/>
              </a:rPr>
              <a:t>Pruebas: del código al terreno</a:t>
            </a:r>
            <a:endParaRPr lang="es-CL" sz="1400" noProof="0" dirty="0"/>
          </a:p>
        </p:txBody>
      </p:sp>
      <p:sp>
        <p:nvSpPr>
          <p:cNvPr id="19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9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977"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978"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979" name="Google Shape;1979;hc7cc306779174be_4_957"/>
          <p:cNvSpPr txBox="1"/>
          <p:nvPr/>
        </p:nvSpPr>
        <p:spPr>
          <a:xfrm>
            <a:off x="14856791" y="8961120"/>
            <a:ext cx="194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dirty="0">
                <a:solidFill>
                  <a:srgbClr val="000000"/>
                </a:solidFill>
                <a:latin typeface="Inter"/>
                <a:ea typeface="Inter"/>
                <a:cs typeface="Inter"/>
                <a:sym typeface="Inter"/>
              </a:rPr>
              <a:t>Siguiente</a:t>
            </a:r>
            <a:endParaRPr lang="es-CL" sz="1400" noProof="0" dirty="0"/>
          </a:p>
        </p:txBody>
      </p:sp>
      <p:sp>
        <p:nvSpPr>
          <p:cNvPr id="1980" name="Google Shape;1980;hc7cc306779174be_4_957"/>
          <p:cNvSpPr txBox="1"/>
          <p:nvPr/>
        </p:nvSpPr>
        <p:spPr>
          <a:xfrm>
            <a:off x="1828800" y="2579477"/>
            <a:ext cx="14630400" cy="3078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00" noProof="0" dirty="0">
                <a:solidFill>
                  <a:srgbClr val="000000"/>
                </a:solidFill>
                <a:latin typeface="Inter"/>
                <a:ea typeface="Inter"/>
                <a:cs typeface="Inter"/>
                <a:sym typeface="Inter"/>
              </a:rPr>
              <a:t>12 tipos de prueba · todas terminan en un número o en una firma</a:t>
            </a:r>
            <a:endParaRPr lang="es-CL" sz="1400" noProof="0" dirty="0"/>
          </a:p>
        </p:txBody>
      </p:sp>
      <p:sp>
        <p:nvSpPr>
          <p:cNvPr id="1981" name="Google Shape;1981;hc7cc306779174be_4_957"/>
          <p:cNvSpPr/>
          <p:nvPr/>
        </p:nvSpPr>
        <p:spPr>
          <a:xfrm>
            <a:off x="914400" y="3246120"/>
            <a:ext cx="3154800" cy="567000"/>
          </a:xfrm>
          <a:prstGeom prst="roundRect">
            <a:avLst>
              <a:gd name="adj" fmla="val 2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Desarrollo</a:t>
            </a:r>
            <a:endParaRPr lang="es-CL" sz="1400" noProof="0" dirty="0"/>
          </a:p>
        </p:txBody>
      </p:sp>
      <p:sp>
        <p:nvSpPr>
          <p:cNvPr id="1982" name="Google Shape;1982;hc7cc306779174be_4_957"/>
          <p:cNvSpPr/>
          <p:nvPr/>
        </p:nvSpPr>
        <p:spPr>
          <a:xfrm>
            <a:off x="914400"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Unitarias y componente</a:t>
            </a:r>
            <a:endParaRPr lang="es-CL" sz="1400" noProof="0" dirty="0"/>
          </a:p>
        </p:txBody>
      </p:sp>
      <p:sp>
        <p:nvSpPr>
          <p:cNvPr id="1983" name="Google Shape;1983;hc7cc306779174be_4_957"/>
          <p:cNvSpPr/>
          <p:nvPr/>
        </p:nvSpPr>
        <p:spPr>
          <a:xfrm>
            <a:off x="914400"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Contratos de API</a:t>
            </a:r>
            <a:endParaRPr lang="es-CL" sz="1400" noProof="0" dirty="0"/>
          </a:p>
        </p:txBody>
      </p:sp>
      <p:cxnSp>
        <p:nvCxnSpPr>
          <p:cNvPr id="1984" name="Google Shape;1984;hc7cc306779174be_4_957"/>
          <p:cNvCxnSpPr/>
          <p:nvPr/>
        </p:nvCxnSpPr>
        <p:spPr>
          <a:xfrm>
            <a:off x="4069080"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85" name="Google Shape;1985;hc7cc306779174be_4_957"/>
          <p:cNvSpPr/>
          <p:nvPr/>
        </p:nvSpPr>
        <p:spPr>
          <a:xfrm>
            <a:off x="4242816" y="3246120"/>
            <a:ext cx="3154800" cy="567000"/>
          </a:xfrm>
          <a:prstGeom prst="roundRect">
            <a:avLst>
              <a:gd name="adj" fmla="val 20000"/>
            </a:avLst>
          </a:prstGeom>
          <a:solidFill>
            <a:srgbClr val="3C3C3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QA</a:t>
            </a:r>
            <a:endParaRPr lang="es-CL" sz="1400" noProof="0" dirty="0"/>
          </a:p>
        </p:txBody>
      </p:sp>
      <p:sp>
        <p:nvSpPr>
          <p:cNvPr id="1986" name="Google Shape;1986;hc7cc306779174be_4_957"/>
          <p:cNvSpPr/>
          <p:nvPr/>
        </p:nvSpPr>
        <p:spPr>
          <a:xfrm>
            <a:off x="4242816"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Integración de 15 flujos</a:t>
            </a:r>
            <a:endParaRPr lang="es-CL" sz="1400" noProof="0" dirty="0"/>
          </a:p>
        </p:txBody>
      </p:sp>
      <p:sp>
        <p:nvSpPr>
          <p:cNvPr id="1987" name="Google Shape;1987;hc7cc306779174be_4_957"/>
          <p:cNvSpPr/>
          <p:nvPr/>
        </p:nvSpPr>
        <p:spPr>
          <a:xfrm>
            <a:off x="4242816"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Sistema y regresión</a:t>
            </a:r>
            <a:endParaRPr lang="es-CL" sz="1400" noProof="0" dirty="0"/>
          </a:p>
        </p:txBody>
      </p:sp>
      <p:sp>
        <p:nvSpPr>
          <p:cNvPr id="1988" name="Google Shape;1988;hc7cc306779174be_4_957"/>
          <p:cNvSpPr/>
          <p:nvPr/>
        </p:nvSpPr>
        <p:spPr>
          <a:xfrm>
            <a:off x="4242816"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DAST y accesibilidad</a:t>
            </a:r>
            <a:endParaRPr lang="es-CL" sz="1400" noProof="0" dirty="0"/>
          </a:p>
        </p:txBody>
      </p:sp>
      <p:cxnSp>
        <p:nvCxnSpPr>
          <p:cNvPr id="1989" name="Google Shape;1989;hc7cc306779174be_4_957"/>
          <p:cNvCxnSpPr/>
          <p:nvPr/>
        </p:nvCxnSpPr>
        <p:spPr>
          <a:xfrm>
            <a:off x="7397496"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90" name="Google Shape;1990;hc7cc306779174be_4_957"/>
          <p:cNvSpPr/>
          <p:nvPr/>
        </p:nvSpPr>
        <p:spPr>
          <a:xfrm>
            <a:off x="7571232" y="3246120"/>
            <a:ext cx="3154800" cy="567000"/>
          </a:xfrm>
          <a:prstGeom prst="roundRect">
            <a:avLst>
              <a:gd name="adj" fmla="val 2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Preproducción</a:t>
            </a:r>
            <a:endParaRPr lang="es-CL" sz="1400" noProof="0" dirty="0"/>
          </a:p>
        </p:txBody>
      </p:sp>
      <p:sp>
        <p:nvSpPr>
          <p:cNvPr id="1991" name="Google Shape;1991;hc7cc306779174be_4_957"/>
          <p:cNvSpPr/>
          <p:nvPr/>
        </p:nvSpPr>
        <p:spPr>
          <a:xfrm>
            <a:off x="7571232"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Aceptación de usuario</a:t>
            </a:r>
            <a:endParaRPr lang="es-CL" sz="1400" noProof="0" dirty="0"/>
          </a:p>
        </p:txBody>
      </p:sp>
      <p:sp>
        <p:nvSpPr>
          <p:cNvPr id="1992" name="Google Shape;1992;hc7cc306779174be_4_957"/>
          <p:cNvSpPr/>
          <p:nvPr/>
        </p:nvSpPr>
        <p:spPr>
          <a:xfrm>
            <a:off x="7571232"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Carga 1,5× y estrés</a:t>
            </a:r>
            <a:endParaRPr lang="es-CL" sz="1400" noProof="0" dirty="0"/>
          </a:p>
        </p:txBody>
      </p:sp>
      <p:sp>
        <p:nvSpPr>
          <p:cNvPr id="1993" name="Google Shape;1993;hc7cc306779174be_4_957"/>
          <p:cNvSpPr/>
          <p:nvPr/>
        </p:nvSpPr>
        <p:spPr>
          <a:xfrm>
            <a:off x="7571232"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Resiliencia: sitios 24 h</a:t>
            </a:r>
            <a:endParaRPr lang="es-CL" sz="1400" noProof="0" dirty="0"/>
          </a:p>
        </p:txBody>
      </p:sp>
      <p:sp>
        <p:nvSpPr>
          <p:cNvPr id="1994" name="Google Shape;1994;hc7cc306779174be_4_957"/>
          <p:cNvSpPr/>
          <p:nvPr/>
        </p:nvSpPr>
        <p:spPr>
          <a:xfrm>
            <a:off x="7571232" y="585215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Migración y despliegue</a:t>
            </a:r>
            <a:endParaRPr lang="es-CL" sz="1400" noProof="0" dirty="0"/>
          </a:p>
        </p:txBody>
      </p:sp>
      <p:sp>
        <p:nvSpPr>
          <p:cNvPr id="1995" name="Google Shape;1995;hc7cc306779174be_4_957"/>
          <p:cNvSpPr/>
          <p:nvPr/>
        </p:nvSpPr>
        <p:spPr>
          <a:xfrm>
            <a:off x="7571232" y="649224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Intrusión por un tercero</a:t>
            </a:r>
            <a:endParaRPr lang="es-CL" sz="1400" noProof="0" dirty="0"/>
          </a:p>
        </p:txBody>
      </p:sp>
      <p:cxnSp>
        <p:nvCxnSpPr>
          <p:cNvPr id="1996" name="Google Shape;1996;hc7cc306779174be_4_957"/>
          <p:cNvCxnSpPr/>
          <p:nvPr/>
        </p:nvCxnSpPr>
        <p:spPr>
          <a:xfrm>
            <a:off x="10725912"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97" name="Google Shape;1997;hc7cc306779174be_4_957"/>
          <p:cNvSpPr/>
          <p:nvPr/>
        </p:nvSpPr>
        <p:spPr>
          <a:xfrm>
            <a:off x="10899648" y="3246120"/>
            <a:ext cx="3154800" cy="567000"/>
          </a:xfrm>
          <a:prstGeom prst="roundRect">
            <a:avLst>
              <a:gd name="adj" fmla="val 20000"/>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Terreno</a:t>
            </a:r>
            <a:endParaRPr lang="es-CL" sz="1400" noProof="0" dirty="0"/>
          </a:p>
        </p:txBody>
      </p:sp>
      <p:sp>
        <p:nvSpPr>
          <p:cNvPr id="1998" name="Google Shape;1998;hc7cc306779174be_4_957"/>
          <p:cNvSpPr/>
          <p:nvPr/>
        </p:nvSpPr>
        <p:spPr>
          <a:xfrm>
            <a:off x="10899648"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14 h sin señal</a:t>
            </a:r>
            <a:endParaRPr lang="es-CL" sz="1400" noProof="0" dirty="0"/>
          </a:p>
        </p:txBody>
      </p:sp>
      <p:sp>
        <p:nvSpPr>
          <p:cNvPr id="1999" name="Google Shape;1999;hc7cc306779174be_4_957"/>
          <p:cNvSpPr/>
          <p:nvPr/>
        </p:nvSpPr>
        <p:spPr>
          <a:xfrm>
            <a:off x="10899648"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−22 °C con guantes</a:t>
            </a:r>
            <a:endParaRPr lang="es-CL" sz="1400" noProof="0" dirty="0"/>
          </a:p>
        </p:txBody>
      </p:sp>
      <p:sp>
        <p:nvSpPr>
          <p:cNvPr id="2000" name="Google Shape;2000;hc7cc306779174be_4_957"/>
          <p:cNvSpPr/>
          <p:nvPr/>
        </p:nvSpPr>
        <p:spPr>
          <a:xfrm>
            <a:off x="10899648"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Lluvia · &gt; 34 °C · una mano</a:t>
            </a:r>
            <a:endParaRPr lang="es-CL" sz="1400" noProof="0" dirty="0"/>
          </a:p>
        </p:txBody>
      </p:sp>
      <p:cxnSp>
        <p:nvCxnSpPr>
          <p:cNvPr id="2001" name="Google Shape;2001;hc7cc306779174be_4_957"/>
          <p:cNvCxnSpPr/>
          <p:nvPr/>
        </p:nvCxnSpPr>
        <p:spPr>
          <a:xfrm>
            <a:off x="14054328"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2002" name="Google Shape;2002;hc7cc306779174be_4_957"/>
          <p:cNvSpPr/>
          <p:nvPr/>
        </p:nvSpPr>
        <p:spPr>
          <a:xfrm>
            <a:off x="14228064" y="3246120"/>
            <a:ext cx="3154800" cy="567000"/>
          </a:xfrm>
          <a:prstGeom prst="roundRect">
            <a:avLst>
              <a:gd name="adj" fmla="val 20000"/>
            </a:avLst>
          </a:prstGeom>
          <a:solidFill>
            <a:srgbClr val="B84A0F"/>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Producción</a:t>
            </a:r>
            <a:endParaRPr lang="es-CL" sz="1400" noProof="0" dirty="0"/>
          </a:p>
        </p:txBody>
      </p:sp>
      <p:sp>
        <p:nvSpPr>
          <p:cNvPr id="2003" name="Google Shape;2003;hc7cc306779174be_4_957"/>
          <p:cNvSpPr/>
          <p:nvPr/>
        </p:nvSpPr>
        <p:spPr>
          <a:xfrm>
            <a:off x="14228064"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Recuperación: RTO ≤ 4 h</a:t>
            </a:r>
            <a:endParaRPr lang="es-CL" sz="1400" noProof="0" dirty="0"/>
          </a:p>
        </p:txBody>
      </p:sp>
      <p:sp>
        <p:nvSpPr>
          <p:cNvPr id="2004" name="Google Shape;2004;hc7cc306779174be_4_957"/>
          <p:cNvSpPr/>
          <p:nvPr/>
        </p:nvSpPr>
        <p:spPr>
          <a:xfrm>
            <a:off x="14228064"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Marcha blanca: indicadores diarios</a:t>
            </a:r>
            <a:endParaRPr lang="es-CL" sz="1400" noProof="0" dirty="0"/>
          </a:p>
        </p:txBody>
      </p:sp>
      <p:sp>
        <p:nvSpPr>
          <p:cNvPr id="2005" name="Google Shape;2005;hc7cc306779174be_4_957"/>
          <p:cNvSpPr/>
          <p:nvPr/>
        </p:nvSpPr>
        <p:spPr>
          <a:xfrm>
            <a:off x="91440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dirty="0">
                <a:solidFill>
                  <a:srgbClr val="E8641B"/>
                </a:solidFill>
                <a:latin typeface="Inter SemiBold"/>
                <a:ea typeface="Inter SemiBold"/>
                <a:cs typeface="Inter SemiBold"/>
                <a:sym typeface="Inter SemiBold"/>
              </a:rPr>
              <a:t>1.316 casos</a:t>
            </a:r>
            <a:endParaRPr lang="es-CL" sz="1400" noProof="0" dirty="0"/>
          </a:p>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80 % automatizados</a:t>
            </a:r>
            <a:endParaRPr lang="es-CL" sz="1400" noProof="0" dirty="0"/>
          </a:p>
        </p:txBody>
      </p:sp>
      <p:sp>
        <p:nvSpPr>
          <p:cNvPr id="2006" name="Google Shape;2006;hc7cc306779174be_4_957"/>
          <p:cNvSpPr/>
          <p:nvPr/>
        </p:nvSpPr>
        <p:spPr>
          <a:xfrm>
            <a:off x="507492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dirty="0">
                <a:solidFill>
                  <a:srgbClr val="E8641B"/>
                </a:solidFill>
                <a:latin typeface="Inter SemiBold"/>
                <a:ea typeface="Inter SemiBold"/>
                <a:cs typeface="Inter SemiBold"/>
                <a:sym typeface="Inter SemiBold"/>
              </a:rPr>
              <a:t>21,99 TPS</a:t>
            </a:r>
            <a:endParaRPr lang="es-CL" sz="1400" noProof="0" dirty="0"/>
          </a:p>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carga = 1,5 × </a:t>
            </a:r>
            <a:r>
              <a:rPr lang="es-CL" sz="1600" b="0" noProof="0" dirty="0" err="1">
                <a:solidFill>
                  <a:srgbClr val="3C3C3C"/>
                </a:solidFill>
                <a:latin typeface="Inter"/>
                <a:ea typeface="Inter"/>
                <a:cs typeface="Inter"/>
                <a:sym typeface="Inter"/>
              </a:rPr>
              <a:t>peak</a:t>
            </a:r>
            <a:r>
              <a:rPr lang="es-CL" sz="1600" b="0" noProof="0" dirty="0">
                <a:solidFill>
                  <a:srgbClr val="3C3C3C"/>
                </a:solidFill>
                <a:latin typeface="Inter"/>
                <a:ea typeface="Inter"/>
                <a:cs typeface="Inter"/>
                <a:sym typeface="Inter"/>
              </a:rPr>
              <a:t> de septiembre</a:t>
            </a:r>
            <a:endParaRPr lang="es-CL" sz="1400" noProof="0" dirty="0"/>
          </a:p>
        </p:txBody>
      </p:sp>
      <p:sp>
        <p:nvSpPr>
          <p:cNvPr id="2007" name="Google Shape;2007;hc7cc306779174be_4_957"/>
          <p:cNvSpPr/>
          <p:nvPr/>
        </p:nvSpPr>
        <p:spPr>
          <a:xfrm>
            <a:off x="923544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dirty="0">
                <a:solidFill>
                  <a:srgbClr val="E8641B"/>
                </a:solidFill>
                <a:latin typeface="Inter SemiBold"/>
                <a:ea typeface="Inter SemiBold"/>
                <a:cs typeface="Inter SemiBold"/>
                <a:sym typeface="Inter SemiBold"/>
              </a:rPr>
              <a:t>4,4 h</a:t>
            </a:r>
            <a:endParaRPr lang="es-CL" sz="1400" noProof="0" dirty="0"/>
          </a:p>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regresión completa, en una noche</a:t>
            </a:r>
            <a:endParaRPr lang="es-CL" sz="1400" noProof="0" dirty="0"/>
          </a:p>
        </p:txBody>
      </p:sp>
      <p:sp>
        <p:nvSpPr>
          <p:cNvPr id="2008" name="Google Shape;2008;hc7cc306779174be_4_957"/>
          <p:cNvSpPr/>
          <p:nvPr/>
        </p:nvSpPr>
        <p:spPr>
          <a:xfrm>
            <a:off x="13395959"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dirty="0">
                <a:solidFill>
                  <a:srgbClr val="E8641B"/>
                </a:solidFill>
                <a:latin typeface="Inter SemiBold"/>
                <a:ea typeface="Inter SemiBold"/>
                <a:cs typeface="Inter SemiBold"/>
                <a:sym typeface="Inter SemiBold"/>
              </a:rPr>
              <a:t>0 datos reales</a:t>
            </a:r>
            <a:endParaRPr lang="es-CL" sz="1400" noProof="0" dirty="0"/>
          </a:p>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en pruebas sin anonimizar</a:t>
            </a:r>
            <a:endParaRPr lang="es-CL" sz="1400" noProof="0" dirty="0"/>
          </a:p>
        </p:txBody>
      </p:sp>
      <p:sp>
        <p:nvSpPr>
          <p:cNvPr id="200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13"/>
        <p:cNvGrpSpPr/>
        <p:nvPr/>
      </p:nvGrpSpPr>
      <p:grpSpPr>
        <a:xfrm>
          <a:off x="0" y="0"/>
          <a:ext cx="0" cy="0"/>
          <a:chOff x="0" y="0"/>
          <a:chExt cx="0" cy="0"/>
        </a:xfrm>
      </p:grpSpPr>
      <p:sp>
        <p:nvSpPr>
          <p:cNvPr id="2014"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2015"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2016"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2017"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dirty="0"/>
          </a:p>
        </p:txBody>
      </p:sp>
      <p:sp>
        <p:nvSpPr>
          <p:cNvPr id="2018" name="!!title"/>
          <p:cNvSpPr txBox="1"/>
          <p:nvPr/>
        </p:nvSpPr>
        <p:spPr>
          <a:xfrm>
            <a:off x="1435608" y="2743200"/>
            <a:ext cx="7772400" cy="17373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400" b="1" noProof="0" dirty="0">
                <a:solidFill>
                  <a:srgbClr val="111111"/>
                </a:solidFill>
                <a:latin typeface="Inter SemiBold"/>
                <a:ea typeface="Inter SemiBold"/>
                <a:cs typeface="Inter SemiBold"/>
                <a:sym typeface="Inter SemiBold"/>
              </a:rPr>
              <a:t>Trazabilidad y mejora</a:t>
            </a:r>
            <a:endParaRPr lang="es-CL" sz="1400" noProof="0" dirty="0"/>
          </a:p>
        </p:txBody>
      </p:sp>
      <p:sp>
        <p:nvSpPr>
          <p:cNvPr id="2019" name="Google Shape;2019;hc7cc306779174be_4_1072"/>
          <p:cNvSpPr txBox="1"/>
          <p:nvPr/>
        </p:nvSpPr>
        <p:spPr>
          <a:xfrm>
            <a:off x="9418320" y="457200"/>
            <a:ext cx="8138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DE EXTREMO A EXTREMO · EJEMPLO: RETIRO EN &lt; 2 H</a:t>
            </a:r>
            <a:endParaRPr lang="es-CL" sz="1400" noProof="0" dirty="0"/>
          </a:p>
        </p:txBody>
      </p:sp>
      <p:sp>
        <p:nvSpPr>
          <p:cNvPr id="2020" name="Google Shape;2020;hc7cc306779174be_4_1072"/>
          <p:cNvSpPr/>
          <p:nvPr/>
        </p:nvSpPr>
        <p:spPr>
          <a:xfrm>
            <a:off x="9418320" y="868680"/>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Origen</a:t>
            </a:r>
            <a:endParaRPr lang="es-CL" sz="1400" noProof="0" dirty="0"/>
          </a:p>
        </p:txBody>
      </p:sp>
      <p:sp>
        <p:nvSpPr>
          <p:cNvPr id="2021" name="Google Shape;2021;hc7cc306779174be_4_1072"/>
          <p:cNvSpPr/>
          <p:nvPr/>
        </p:nvSpPr>
        <p:spPr>
          <a:xfrm>
            <a:off x="11932920" y="868680"/>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Retiro sanitario en &lt; 2 h</a:t>
            </a:r>
            <a:endParaRPr lang="es-CL" sz="1400" noProof="0" dirty="0"/>
          </a:p>
        </p:txBody>
      </p:sp>
      <p:cxnSp>
        <p:nvCxnSpPr>
          <p:cNvPr id="2022" name="Google Shape;2022;hc7cc306779174be_4_1072"/>
          <p:cNvCxnSpPr/>
          <p:nvPr/>
        </p:nvCxnSpPr>
        <p:spPr>
          <a:xfrm>
            <a:off x="10607040" y="1618488"/>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3" name="Google Shape;2023;hc7cc306779174be_4_1072"/>
          <p:cNvSpPr/>
          <p:nvPr/>
        </p:nvSpPr>
        <p:spPr>
          <a:xfrm>
            <a:off x="9418320" y="1856232"/>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Requisito</a:t>
            </a:r>
            <a:endParaRPr lang="es-CL" sz="1400" noProof="0" dirty="0"/>
          </a:p>
        </p:txBody>
      </p:sp>
      <p:sp>
        <p:nvSpPr>
          <p:cNvPr id="2024" name="Google Shape;2024;hc7cc306779174be_4_1072"/>
          <p:cNvSpPr/>
          <p:nvPr/>
        </p:nvSpPr>
        <p:spPr>
          <a:xfrm>
            <a:off x="11932920" y="1856232"/>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RF-09.01 trazabilidad</a:t>
            </a:r>
            <a:endParaRPr lang="es-CL" sz="1400" noProof="0" dirty="0"/>
          </a:p>
        </p:txBody>
      </p:sp>
      <p:cxnSp>
        <p:nvCxnSpPr>
          <p:cNvPr id="2025" name="Google Shape;2025;hc7cc306779174be_4_1072"/>
          <p:cNvCxnSpPr/>
          <p:nvPr/>
        </p:nvCxnSpPr>
        <p:spPr>
          <a:xfrm>
            <a:off x="10607040" y="2606040"/>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6" name="Google Shape;2026;hc7cc306779174be_4_1072"/>
          <p:cNvSpPr/>
          <p:nvPr/>
        </p:nvSpPr>
        <p:spPr>
          <a:xfrm>
            <a:off x="9418320" y="2843784"/>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Componente</a:t>
            </a:r>
            <a:endParaRPr lang="es-CL" sz="1400" noProof="0" dirty="0"/>
          </a:p>
        </p:txBody>
      </p:sp>
      <p:sp>
        <p:nvSpPr>
          <p:cNvPr id="2027" name="Google Shape;2027;hc7cc306779174be_4_1072"/>
          <p:cNvSpPr/>
          <p:nvPr/>
        </p:nvSpPr>
        <p:spPr>
          <a:xfrm>
            <a:off x="11932920" y="2843784"/>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M9 Calidad y trazabilidad</a:t>
            </a:r>
            <a:endParaRPr lang="es-CL" sz="1400" noProof="0" dirty="0"/>
          </a:p>
        </p:txBody>
      </p:sp>
      <p:cxnSp>
        <p:nvCxnSpPr>
          <p:cNvPr id="2028" name="Google Shape;2028;hc7cc306779174be_4_1072"/>
          <p:cNvCxnSpPr/>
          <p:nvPr/>
        </p:nvCxnSpPr>
        <p:spPr>
          <a:xfrm>
            <a:off x="10607040" y="3593592"/>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9" name="Google Shape;2029;hc7cc306779174be_4_1072"/>
          <p:cNvSpPr/>
          <p:nvPr/>
        </p:nvSpPr>
        <p:spPr>
          <a:xfrm>
            <a:off x="9418320" y="3831336"/>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Paquete EDT</a:t>
            </a:r>
            <a:endParaRPr lang="es-CL" sz="1400" noProof="0" dirty="0"/>
          </a:p>
        </p:txBody>
      </p:sp>
      <p:sp>
        <p:nvSpPr>
          <p:cNvPr id="2030" name="Google Shape;2030;hc7cc306779174be_4_1072"/>
          <p:cNvSpPr/>
          <p:nvPr/>
        </p:nvSpPr>
        <p:spPr>
          <a:xfrm>
            <a:off x="11932920" y="3831336"/>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3.4.4 Cadena de frío y retiro</a:t>
            </a:r>
            <a:endParaRPr lang="es-CL" sz="1400" noProof="0" dirty="0"/>
          </a:p>
        </p:txBody>
      </p:sp>
      <p:cxnSp>
        <p:nvCxnSpPr>
          <p:cNvPr id="2031" name="Google Shape;2031;hc7cc306779174be_4_1072"/>
          <p:cNvCxnSpPr/>
          <p:nvPr/>
        </p:nvCxnSpPr>
        <p:spPr>
          <a:xfrm>
            <a:off x="10607040" y="4581144"/>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2" name="Google Shape;2032;hc7cc306779174be_4_1072"/>
          <p:cNvSpPr/>
          <p:nvPr/>
        </p:nvSpPr>
        <p:spPr>
          <a:xfrm>
            <a:off x="9418320" y="4818888"/>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Prueba</a:t>
            </a:r>
            <a:endParaRPr lang="es-CL" sz="1400" noProof="0" dirty="0"/>
          </a:p>
        </p:txBody>
      </p:sp>
      <p:sp>
        <p:nvSpPr>
          <p:cNvPr id="2033" name="Google Shape;2033;hc7cc306779174be_4_1072"/>
          <p:cNvSpPr/>
          <p:nvPr/>
        </p:nvSpPr>
        <p:spPr>
          <a:xfrm>
            <a:off x="11932920" y="4818888"/>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Simulacro de retiro</a:t>
            </a:r>
            <a:endParaRPr lang="es-CL" sz="1400" noProof="0" dirty="0"/>
          </a:p>
        </p:txBody>
      </p:sp>
      <p:cxnSp>
        <p:nvCxnSpPr>
          <p:cNvPr id="2034" name="Google Shape;2034;hc7cc306779174be_4_1072"/>
          <p:cNvCxnSpPr/>
          <p:nvPr/>
        </p:nvCxnSpPr>
        <p:spPr>
          <a:xfrm>
            <a:off x="10607040" y="5568696"/>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5" name="Google Shape;2035;hc7cc306779174be_4_1072"/>
          <p:cNvSpPr/>
          <p:nvPr/>
        </p:nvSpPr>
        <p:spPr>
          <a:xfrm>
            <a:off x="9418320" y="5806440"/>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Código</a:t>
            </a:r>
            <a:endParaRPr lang="es-CL" sz="1400" noProof="0" dirty="0"/>
          </a:p>
        </p:txBody>
      </p:sp>
      <p:sp>
        <p:nvSpPr>
          <p:cNvPr id="2036" name="Google Shape;2036;hc7cc306779174be_4_1072"/>
          <p:cNvSpPr/>
          <p:nvPr/>
        </p:nvSpPr>
        <p:spPr>
          <a:xfrm>
            <a:off x="11932920" y="5806440"/>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Fusión con el ID del requisito</a:t>
            </a:r>
            <a:endParaRPr lang="es-CL" sz="1400" noProof="0" dirty="0"/>
          </a:p>
        </p:txBody>
      </p:sp>
      <p:cxnSp>
        <p:nvCxnSpPr>
          <p:cNvPr id="2037" name="Google Shape;2037;hc7cc306779174be_4_1072"/>
          <p:cNvCxnSpPr/>
          <p:nvPr/>
        </p:nvCxnSpPr>
        <p:spPr>
          <a:xfrm>
            <a:off x="10607040" y="6556248"/>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8" name="Google Shape;2038;hc7cc306779174be_4_1072"/>
          <p:cNvSpPr/>
          <p:nvPr/>
        </p:nvSpPr>
        <p:spPr>
          <a:xfrm>
            <a:off x="9418320" y="6793992"/>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Despliegue</a:t>
            </a:r>
            <a:endParaRPr lang="es-CL" sz="1400" noProof="0" dirty="0"/>
          </a:p>
        </p:txBody>
      </p:sp>
      <p:sp>
        <p:nvSpPr>
          <p:cNvPr id="2039" name="Google Shape;2039;hc7cc306779174be_4_1072"/>
          <p:cNvSpPr/>
          <p:nvPr/>
        </p:nvSpPr>
        <p:spPr>
          <a:xfrm>
            <a:off x="11932920" y="6793992"/>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err="1">
                <a:solidFill>
                  <a:srgbClr val="111111"/>
                </a:solidFill>
                <a:latin typeface="Inter SemiBold"/>
                <a:ea typeface="Inter SemiBold"/>
                <a:cs typeface="Inter SemiBold"/>
                <a:sym typeface="Inter SemiBold"/>
              </a:rPr>
              <a:t>Digest</a:t>
            </a:r>
            <a:r>
              <a:rPr lang="es-CL" sz="1800" b="1" noProof="0" dirty="0">
                <a:solidFill>
                  <a:srgbClr val="111111"/>
                </a:solidFill>
                <a:latin typeface="Inter SemiBold"/>
                <a:ea typeface="Inter SemiBold"/>
                <a:cs typeface="Inter SemiBold"/>
                <a:sym typeface="Inter SemiBold"/>
              </a:rPr>
              <a:t> de la imagen firmada</a:t>
            </a:r>
            <a:endParaRPr lang="es-CL" sz="1400" noProof="0" dirty="0"/>
          </a:p>
        </p:txBody>
      </p:sp>
      <p:cxnSp>
        <p:nvCxnSpPr>
          <p:cNvPr id="2040" name="Google Shape;2040;hc7cc306779174be_4_1072"/>
          <p:cNvCxnSpPr/>
          <p:nvPr/>
        </p:nvCxnSpPr>
        <p:spPr>
          <a:xfrm>
            <a:off x="10607040" y="7543800"/>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41" name="Google Shape;2041;hc7cc306779174be_4_1072"/>
          <p:cNvSpPr/>
          <p:nvPr/>
        </p:nvSpPr>
        <p:spPr>
          <a:xfrm>
            <a:off x="9418320" y="7781544"/>
            <a:ext cx="2377200" cy="750000"/>
          </a:xfrm>
          <a:prstGeom prst="roundRect">
            <a:avLst>
              <a:gd name="adj" fmla="val 20000"/>
            </a:avLst>
          </a:prstGeom>
          <a:solidFill>
            <a:srgbClr val="E8641B"/>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Aceptación</a:t>
            </a:r>
            <a:endParaRPr lang="es-CL" sz="1400" noProof="0" dirty="0"/>
          </a:p>
        </p:txBody>
      </p:sp>
      <p:sp>
        <p:nvSpPr>
          <p:cNvPr id="2042" name="Google Shape;2042;hc7cc306779174be_4_1072"/>
          <p:cNvSpPr/>
          <p:nvPr/>
        </p:nvSpPr>
        <p:spPr>
          <a:xfrm>
            <a:off x="11932920" y="7781544"/>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Acta del H7</a:t>
            </a:r>
            <a:endParaRPr lang="es-CL" sz="1400" noProof="0" dirty="0"/>
          </a:p>
        </p:txBody>
      </p:sp>
      <p:sp>
        <p:nvSpPr>
          <p:cNvPr id="2043" name="Google Shape;2043;hc7cc306779174be_4_1072"/>
          <p:cNvSpPr txBox="1"/>
          <p:nvPr/>
        </p:nvSpPr>
        <p:spPr>
          <a:xfrm>
            <a:off x="1435608" y="4572000"/>
            <a:ext cx="7589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MEJORA CONTINUA · PDCA</a:t>
            </a:r>
            <a:endParaRPr lang="es-CL" sz="1400" noProof="0" dirty="0"/>
          </a:p>
        </p:txBody>
      </p:sp>
      <p:sp>
        <p:nvSpPr>
          <p:cNvPr id="2044" name="Google Shape;2044;hc7cc306779174be_4_1072"/>
          <p:cNvSpPr/>
          <p:nvPr/>
        </p:nvSpPr>
        <p:spPr>
          <a:xfrm>
            <a:off x="1435608" y="4937760"/>
            <a:ext cx="2011800" cy="960000"/>
          </a:xfrm>
          <a:prstGeom prst="roundRect">
            <a:avLst>
              <a:gd name="adj" fmla="val 12000"/>
            </a:avLst>
          </a:prstGeom>
          <a:solidFill>
            <a:srgbClr val="E8641B"/>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Planificar</a:t>
            </a:r>
            <a:endParaRPr lang="es-CL" sz="1400" noProof="0" dirty="0"/>
          </a:p>
          <a:p>
            <a:pPr marL="0" marR="0" lvl="0" indent="0" algn="ctr" rtl="0">
              <a:spcBef>
                <a:spcPts val="0"/>
              </a:spcBef>
              <a:spcAft>
                <a:spcPts val="0"/>
              </a:spcAft>
              <a:buNone/>
            </a:pPr>
            <a:r>
              <a:rPr lang="es-CL" sz="1400" b="0" noProof="0" dirty="0">
                <a:solidFill>
                  <a:srgbClr val="FFFFFF"/>
                </a:solidFill>
                <a:latin typeface="Inter"/>
                <a:ea typeface="Inter"/>
                <a:cs typeface="Inter"/>
                <a:sym typeface="Inter"/>
              </a:rPr>
              <a:t>causa raíz y dueño</a:t>
            </a:r>
            <a:endParaRPr lang="es-CL" sz="1400" noProof="0" dirty="0"/>
          </a:p>
        </p:txBody>
      </p:sp>
      <p:sp>
        <p:nvSpPr>
          <p:cNvPr id="2045" name="Google Shape;2045;hc7cc306779174be_4_1072"/>
          <p:cNvSpPr/>
          <p:nvPr/>
        </p:nvSpPr>
        <p:spPr>
          <a:xfrm>
            <a:off x="3584448" y="4937760"/>
            <a:ext cx="2011800" cy="960000"/>
          </a:xfrm>
          <a:prstGeom prst="roundRect">
            <a:avLst>
              <a:gd name="adj" fmla="val 12000"/>
            </a:avLst>
          </a:prstGeom>
          <a:solidFill>
            <a:srgbClr val="3C3C3C"/>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Hacer</a:t>
            </a:r>
            <a:endParaRPr lang="es-CL" sz="1400" noProof="0" dirty="0"/>
          </a:p>
          <a:p>
            <a:pPr marL="0" marR="0" lvl="0" indent="0" algn="ctr" rtl="0">
              <a:spcBef>
                <a:spcPts val="0"/>
              </a:spcBef>
              <a:spcAft>
                <a:spcPts val="0"/>
              </a:spcAft>
              <a:buNone/>
            </a:pPr>
            <a:r>
              <a:rPr lang="es-CL" sz="1400" b="0" noProof="0" dirty="0">
                <a:solidFill>
                  <a:srgbClr val="FFFFFF"/>
                </a:solidFill>
                <a:latin typeface="Inter"/>
                <a:ea typeface="Inter"/>
                <a:cs typeface="Inter"/>
                <a:sym typeface="Inter"/>
              </a:rPr>
              <a:t>corregir proceso</a:t>
            </a:r>
            <a:endParaRPr lang="es-CL" sz="1400" noProof="0" dirty="0"/>
          </a:p>
        </p:txBody>
      </p:sp>
      <p:sp>
        <p:nvSpPr>
          <p:cNvPr id="2046" name="Google Shape;2046;hc7cc306779174be_4_1072"/>
          <p:cNvSpPr/>
          <p:nvPr/>
        </p:nvSpPr>
        <p:spPr>
          <a:xfrm>
            <a:off x="1435608" y="6035040"/>
            <a:ext cx="2011800" cy="960000"/>
          </a:xfrm>
          <a:prstGeom prst="roundRect">
            <a:avLst>
              <a:gd name="adj" fmla="val 12000"/>
            </a:avLst>
          </a:prstGeom>
          <a:solidFill>
            <a:srgbClr val="3C3C3C"/>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Actuar</a:t>
            </a:r>
            <a:endParaRPr lang="es-CL" sz="1400" noProof="0" dirty="0"/>
          </a:p>
          <a:p>
            <a:pPr marL="0" marR="0" lvl="0" indent="0" algn="ctr" rtl="0">
              <a:spcBef>
                <a:spcPts val="0"/>
              </a:spcBef>
              <a:spcAft>
                <a:spcPts val="0"/>
              </a:spcAft>
              <a:buNone/>
            </a:pPr>
            <a:r>
              <a:rPr lang="es-CL" sz="1400" b="0" noProof="0" dirty="0">
                <a:solidFill>
                  <a:srgbClr val="FFFFFF"/>
                </a:solidFill>
                <a:latin typeface="Inter"/>
                <a:ea typeface="Inter"/>
                <a:cs typeface="Inter"/>
                <a:sym typeface="Inter"/>
              </a:rPr>
              <a:t>cerrar o escalar</a:t>
            </a:r>
            <a:endParaRPr lang="es-CL" sz="1400" noProof="0" dirty="0"/>
          </a:p>
        </p:txBody>
      </p:sp>
      <p:sp>
        <p:nvSpPr>
          <p:cNvPr id="2047" name="Google Shape;2047;hc7cc306779174be_4_1072"/>
          <p:cNvSpPr/>
          <p:nvPr/>
        </p:nvSpPr>
        <p:spPr>
          <a:xfrm>
            <a:off x="3584448" y="6035040"/>
            <a:ext cx="2011800" cy="960000"/>
          </a:xfrm>
          <a:prstGeom prst="roundRect">
            <a:avLst>
              <a:gd name="adj" fmla="val 12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Verificar</a:t>
            </a:r>
            <a:endParaRPr lang="es-CL" sz="1400" noProof="0" dirty="0"/>
          </a:p>
          <a:p>
            <a:pPr marL="0" marR="0" lvl="0" indent="0" algn="ctr" rtl="0">
              <a:spcBef>
                <a:spcPts val="0"/>
              </a:spcBef>
              <a:spcAft>
                <a:spcPts val="0"/>
              </a:spcAft>
              <a:buNone/>
            </a:pPr>
            <a:r>
              <a:rPr lang="es-CL" sz="1400" b="0" noProof="0" dirty="0">
                <a:solidFill>
                  <a:srgbClr val="FFFFFF"/>
                </a:solidFill>
                <a:latin typeface="Inter"/>
                <a:ea typeface="Inter"/>
                <a:cs typeface="Inter"/>
                <a:sym typeface="Inter"/>
              </a:rPr>
              <a:t>mismo criterio</a:t>
            </a:r>
            <a:endParaRPr lang="es-CL" sz="1400" noProof="0" dirty="0"/>
          </a:p>
        </p:txBody>
      </p:sp>
      <p:sp>
        <p:nvSpPr>
          <p:cNvPr id="2048" name="Google Shape;2048;hc7cc306779174be_4_1072"/>
          <p:cNvSpPr txBox="1"/>
          <p:nvPr/>
        </p:nvSpPr>
        <p:spPr>
          <a:xfrm>
            <a:off x="1435608" y="7086600"/>
            <a:ext cx="42060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Diagramas de control · Pareto · causa raíz</a:t>
            </a:r>
            <a:endParaRPr lang="es-CL" sz="1400" noProof="0" dirty="0"/>
          </a:p>
        </p:txBody>
      </p:sp>
      <p:sp>
        <p:nvSpPr>
          <p:cNvPr id="2049" name="Google Shape;2049;hc7cc306779174be_4_1072"/>
          <p:cNvSpPr txBox="1"/>
          <p:nvPr/>
        </p:nvSpPr>
        <p:spPr>
          <a:xfrm>
            <a:off x="5943600" y="4572000"/>
            <a:ext cx="31092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COSTO DE LA CALIDAD</a:t>
            </a:r>
            <a:endParaRPr lang="es-CL" sz="1400" noProof="0" dirty="0"/>
          </a:p>
        </p:txBody>
      </p:sp>
      <p:sp>
        <p:nvSpPr>
          <p:cNvPr id="2050" name="Google Shape;2050;hc7cc306779174be_4_1072"/>
          <p:cNvSpPr txBox="1"/>
          <p:nvPr/>
        </p:nvSpPr>
        <p:spPr>
          <a:xfrm>
            <a:off x="5943600" y="4937760"/>
            <a:ext cx="31092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000" b="1" noProof="0" dirty="0">
                <a:solidFill>
                  <a:srgbClr val="E8641B"/>
                </a:solidFill>
                <a:latin typeface="Inter SemiBold"/>
                <a:ea typeface="Inter SemiBold"/>
                <a:cs typeface="Inter SemiBold"/>
                <a:sym typeface="Inter SemiBold"/>
              </a:rPr>
              <a:t>11.136 HH</a:t>
            </a:r>
            <a:endParaRPr lang="es-CL" sz="1400" noProof="0" dirty="0"/>
          </a:p>
        </p:txBody>
      </p:sp>
      <p:sp>
        <p:nvSpPr>
          <p:cNvPr id="2051" name="Google Shape;2051;hc7cc306779174be_4_1072"/>
          <p:cNvSpPr txBox="1"/>
          <p:nvPr/>
        </p:nvSpPr>
        <p:spPr>
          <a:xfrm>
            <a:off x="5943600" y="553212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5,1 % del total</a:t>
            </a:r>
            <a:endParaRPr lang="es-CL" sz="1400" noProof="0" dirty="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F29A5E"/>
                </a:solidFill>
                <a:latin typeface="Inter"/>
                <a:ea typeface="Inter"/>
                <a:cs typeface="Inter"/>
                <a:sym typeface="Inter"/>
              </a:rPr>
              <a:t>■ </a:t>
            </a:r>
            <a:r>
              <a:rPr lang="es-CL" sz="1600" b="0" noProof="0" dirty="0">
                <a:solidFill>
                  <a:srgbClr val="3C3C3C"/>
                </a:solidFill>
                <a:latin typeface="Inter"/>
                <a:ea typeface="Inter"/>
                <a:cs typeface="Inter"/>
                <a:sym typeface="Inter"/>
              </a:rPr>
              <a:t>Prevención 37,9 %</a:t>
            </a:r>
            <a:endParaRPr lang="es-CL" sz="1400" noProof="0" dirty="0"/>
          </a:p>
        </p:txBody>
      </p:sp>
      <p:sp>
        <p:nvSpPr>
          <p:cNvPr id="2055" name="Google Shape;2055;hc7cc306779174be_4_1072"/>
          <p:cNvSpPr txBox="1"/>
          <p:nvPr/>
        </p:nvSpPr>
        <p:spPr>
          <a:xfrm>
            <a:off x="5943600" y="694944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111111"/>
                </a:solidFill>
                <a:latin typeface="Inter"/>
                <a:ea typeface="Inter"/>
                <a:cs typeface="Inter"/>
                <a:sym typeface="Inter"/>
              </a:rPr>
              <a:t>■ </a:t>
            </a:r>
            <a:r>
              <a:rPr lang="es-CL" sz="1600" b="0" noProof="0" dirty="0">
                <a:solidFill>
                  <a:srgbClr val="3C3C3C"/>
                </a:solidFill>
                <a:latin typeface="Inter"/>
                <a:ea typeface="Inter"/>
                <a:cs typeface="Inter"/>
                <a:sym typeface="Inter"/>
              </a:rPr>
              <a:t>Evaluación 62,1 %</a:t>
            </a:r>
            <a:endParaRPr lang="es-CL" sz="1400" noProof="0" dirty="0"/>
          </a:p>
        </p:txBody>
      </p:sp>
      <p:sp>
        <p:nvSpPr>
          <p:cNvPr id="205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A24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61"/>
        <p:cNvGrpSpPr/>
        <p:nvPr/>
      </p:nvGrpSpPr>
      <p:grpSpPr>
        <a:xfrm>
          <a:off x="0" y="0"/>
          <a:ext cx="0" cy="0"/>
          <a:chOff x="0" y="0"/>
          <a:chExt cx="0" cy="0"/>
        </a:xfrm>
      </p:grpSpPr>
      <p:sp>
        <p:nvSpPr>
          <p:cNvPr id="2062" name="!!deco_49ff2308_1"/>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2063" name="Google Shape;2063;p32"/>
          <p:cNvSpPr txBox="1"/>
          <p:nvPr/>
        </p:nvSpPr>
        <p:spPr>
          <a:xfrm>
            <a:off x="1028700" y="5318360"/>
            <a:ext cx="8326675" cy="2579594"/>
          </a:xfrm>
          <a:prstGeom prst="rect">
            <a:avLst/>
          </a:prstGeom>
          <a:noFill/>
          <a:ln>
            <a:noFill/>
          </a:ln>
        </p:spPr>
        <p:txBody>
          <a:bodyPr spcFirstLastPara="1" wrap="square" lIns="0" tIns="0" rIns="0" bIns="0" anchor="t" anchorCtr="0">
            <a:spAutoFit/>
          </a:bodyPr>
          <a:lstStyle/>
          <a:p>
            <a:pPr marL="0" marR="0" lvl="0" indent="0" algn="l" rtl="0">
              <a:lnSpc>
                <a:spcPct val="131255"/>
              </a:lnSpc>
              <a:spcBef>
                <a:spcPts val="0"/>
              </a:spcBef>
              <a:spcAft>
                <a:spcPts val="0"/>
              </a:spcAft>
              <a:buNone/>
            </a:pPr>
            <a:r>
              <a:rPr lang="es-CL" sz="7333" b="1" noProof="0" dirty="0">
                <a:solidFill>
                  <a:srgbClr val="111111"/>
                </a:solidFill>
                <a:latin typeface="Inter SemiBold"/>
                <a:ea typeface="Inter SemiBold"/>
                <a:cs typeface="Inter SemiBold"/>
                <a:sym typeface="Inter SemiBold"/>
              </a:rPr>
              <a:t>5 innovaciones</a:t>
            </a:r>
            <a:endParaRPr lang="es-CL" noProof="0" dirty="0"/>
          </a:p>
        </p:txBody>
      </p:sp>
      <p:sp>
        <p:nvSpPr>
          <p:cNvPr id="2064" name="!!deco_dce8b6c9_1"/>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2065" name="!!deco_78f3c294_1"/>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2066" name="!!deco_78f3c294_2"/>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2067" name="Google Shape;2067;p32"/>
          <p:cNvSpPr txBox="1"/>
          <p:nvPr/>
        </p:nvSpPr>
        <p:spPr>
          <a:xfrm>
            <a:off x="543274" y="8926358"/>
            <a:ext cx="1572710"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dirty="0">
                <a:solidFill>
                  <a:srgbClr val="000000"/>
                </a:solidFill>
                <a:latin typeface="Inter"/>
                <a:ea typeface="Inter"/>
                <a:cs typeface="Inter"/>
                <a:sym typeface="Inter"/>
              </a:rPr>
              <a:t>Siguiente</a:t>
            </a:r>
            <a:endParaRPr lang="es-CL" noProof="0" dirty="0"/>
          </a:p>
        </p:txBody>
      </p:sp>
      <p:sp>
        <p:nvSpPr>
          <p:cNvPr id="2068" name="Google Shape;2068;p32"/>
          <p:cNvSpPr txBox="1"/>
          <p:nvPr/>
        </p:nvSpPr>
        <p:spPr>
          <a:xfrm>
            <a:off x="1024128" y="6720840"/>
            <a:ext cx="868680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0" noProof="0" dirty="0">
                <a:solidFill>
                  <a:srgbClr val="606060"/>
                </a:solidFill>
                <a:latin typeface="Inter"/>
                <a:ea typeface="Inter"/>
                <a:cs typeface="Inter"/>
                <a:sym typeface="Inter"/>
              </a:rPr>
              <a:t>Sin hardware nuevo · TRL 2 → 4 → 6</a:t>
            </a:r>
            <a:endParaRPr lang="es-CL" noProof="0" dirty="0"/>
          </a:p>
        </p:txBody>
      </p:sp>
      <p:sp>
        <p:nvSpPr>
          <p:cNvPr id="2069" name="Google Shape;2069;p32"/>
          <p:cNvSpPr txBox="1"/>
          <p:nvPr/>
        </p:nvSpPr>
        <p:spPr>
          <a:xfrm>
            <a:off x="10058400" y="8686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dirty="0">
                <a:solidFill>
                  <a:srgbClr val="E8641B"/>
                </a:solidFill>
                <a:latin typeface="Inter SemiBold"/>
                <a:ea typeface="Inter SemiBold"/>
                <a:cs typeface="Inter SemiBold"/>
                <a:sym typeface="Inter SemiBold"/>
              </a:rPr>
              <a:t>01</a:t>
            </a:r>
            <a:endParaRPr lang="es-CL" noProof="0" dirty="0"/>
          </a:p>
        </p:txBody>
      </p:sp>
      <p:sp>
        <p:nvSpPr>
          <p:cNvPr id="2070" name="Google Shape;2070;p32"/>
          <p:cNvSpPr txBox="1"/>
          <p:nvPr/>
        </p:nvSpPr>
        <p:spPr>
          <a:xfrm>
            <a:off x="11430000" y="8686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PRODUCTO</a:t>
            </a:r>
            <a:endParaRPr lang="es-CL" noProof="0" dirty="0"/>
          </a:p>
        </p:txBody>
      </p:sp>
      <p:sp>
        <p:nvSpPr>
          <p:cNvPr id="2071" name="Google Shape;2071;p32"/>
          <p:cNvSpPr txBox="1"/>
          <p:nvPr/>
        </p:nvSpPr>
        <p:spPr>
          <a:xfrm>
            <a:off x="11430000" y="1188719"/>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Vencimiento </a:t>
            </a:r>
            <a:r>
              <a:rPr lang="es-CL" sz="2200" b="1" noProof="0" dirty="0" err="1">
                <a:solidFill>
                  <a:srgbClr val="111111"/>
                </a:solidFill>
                <a:latin typeface="Inter SemiBold"/>
                <a:ea typeface="Inter SemiBold"/>
                <a:cs typeface="Inter SemiBold"/>
                <a:sym typeface="Inter SemiBold"/>
              </a:rPr>
              <a:t>posentrega</a:t>
            </a:r>
            <a:endParaRPr lang="es-CL" noProof="0" dirty="0"/>
          </a:p>
        </p:txBody>
      </p:sp>
      <p:sp>
        <p:nvSpPr>
          <p:cNvPr id="2072" name="Google Shape;2072;p32"/>
          <p:cNvSpPr txBox="1"/>
          <p:nvPr/>
        </p:nvSpPr>
        <p:spPr>
          <a:xfrm>
            <a:off x="11430000" y="1691640"/>
            <a:ext cx="62179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Meta: −25 % de vencido</a:t>
            </a:r>
            <a:endParaRPr lang="es-CL" noProof="0" dirty="0"/>
          </a:p>
        </p:txBody>
      </p:sp>
      <p:sp>
        <p:nvSpPr>
          <p:cNvPr id="2073" name="Google Shape;2073;p32"/>
          <p:cNvSpPr txBox="1"/>
          <p:nvPr/>
        </p:nvSpPr>
        <p:spPr>
          <a:xfrm>
            <a:off x="10058400" y="24688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dirty="0">
                <a:solidFill>
                  <a:srgbClr val="E8641B"/>
                </a:solidFill>
                <a:latin typeface="Inter SemiBold"/>
                <a:ea typeface="Inter SemiBold"/>
                <a:cs typeface="Inter SemiBold"/>
                <a:sym typeface="Inter SemiBold"/>
              </a:rPr>
              <a:t>02</a:t>
            </a:r>
            <a:endParaRPr lang="es-CL" noProof="0" dirty="0"/>
          </a:p>
        </p:txBody>
      </p:sp>
      <p:sp>
        <p:nvSpPr>
          <p:cNvPr id="2074" name="Google Shape;2074;p32"/>
          <p:cNvSpPr txBox="1"/>
          <p:nvPr/>
        </p:nvSpPr>
        <p:spPr>
          <a:xfrm>
            <a:off x="11430000" y="24688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PROCESO</a:t>
            </a:r>
            <a:endParaRPr lang="es-CL" noProof="0" dirty="0"/>
          </a:p>
        </p:txBody>
      </p:sp>
      <p:sp>
        <p:nvSpPr>
          <p:cNvPr id="2075" name="Google Shape;2075;p32"/>
          <p:cNvSpPr txBox="1"/>
          <p:nvPr/>
        </p:nvSpPr>
        <p:spPr>
          <a:xfrm>
            <a:off x="11430000" y="27889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Reproducción de incidentes</a:t>
            </a:r>
            <a:endParaRPr lang="es-CL" noProof="0" dirty="0"/>
          </a:p>
        </p:txBody>
      </p:sp>
      <p:sp>
        <p:nvSpPr>
          <p:cNvPr id="2076" name="Google Shape;2076;p32"/>
          <p:cNvSpPr txBox="1"/>
          <p:nvPr/>
        </p:nvSpPr>
        <p:spPr>
          <a:xfrm>
            <a:off x="11430000" y="3291840"/>
            <a:ext cx="62179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Meta: −30 % horas de diagnóstico</a:t>
            </a:r>
            <a:endParaRPr lang="es-CL" noProof="0" dirty="0"/>
          </a:p>
        </p:txBody>
      </p:sp>
      <p:sp>
        <p:nvSpPr>
          <p:cNvPr id="2077" name="Google Shape;2077;p32"/>
          <p:cNvSpPr txBox="1"/>
          <p:nvPr/>
        </p:nvSpPr>
        <p:spPr>
          <a:xfrm>
            <a:off x="10058400" y="40690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dirty="0">
                <a:solidFill>
                  <a:srgbClr val="E8641B"/>
                </a:solidFill>
                <a:latin typeface="Inter SemiBold"/>
                <a:ea typeface="Inter SemiBold"/>
                <a:cs typeface="Inter SemiBold"/>
                <a:sym typeface="Inter SemiBold"/>
              </a:rPr>
              <a:t>03</a:t>
            </a:r>
            <a:endParaRPr lang="es-CL" noProof="0" dirty="0"/>
          </a:p>
        </p:txBody>
      </p:sp>
      <p:sp>
        <p:nvSpPr>
          <p:cNvPr id="2078" name="Google Shape;2078;p32"/>
          <p:cNvSpPr txBox="1"/>
          <p:nvPr/>
        </p:nvSpPr>
        <p:spPr>
          <a:xfrm>
            <a:off x="11430000" y="40690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TECNOLÓGICA</a:t>
            </a:r>
            <a:endParaRPr lang="es-CL" noProof="0" dirty="0"/>
          </a:p>
        </p:txBody>
      </p:sp>
      <p:sp>
        <p:nvSpPr>
          <p:cNvPr id="2079" name="Google Shape;2079;p32"/>
          <p:cNvSpPr txBox="1"/>
          <p:nvPr/>
        </p:nvSpPr>
        <p:spPr>
          <a:xfrm>
            <a:off x="11430000" y="43891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Vida útil por historia térmica</a:t>
            </a:r>
            <a:endParaRPr lang="es-CL" noProof="0" dirty="0"/>
          </a:p>
        </p:txBody>
      </p:sp>
      <p:sp>
        <p:nvSpPr>
          <p:cNvPr id="2080" name="Google Shape;2080;p32"/>
          <p:cNvSpPr txBox="1"/>
          <p:nvPr/>
        </p:nvSpPr>
        <p:spPr>
          <a:xfrm>
            <a:off x="11430000" y="4892040"/>
            <a:ext cx="62179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Meta: ±15 % en ≥80 % de los lotes</a:t>
            </a:r>
          </a:p>
        </p:txBody>
      </p:sp>
      <p:sp>
        <p:nvSpPr>
          <p:cNvPr id="2081" name="Google Shape;2081;p32"/>
          <p:cNvSpPr txBox="1"/>
          <p:nvPr/>
        </p:nvSpPr>
        <p:spPr>
          <a:xfrm>
            <a:off x="10058400" y="56692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dirty="0">
                <a:solidFill>
                  <a:srgbClr val="E8641B"/>
                </a:solidFill>
                <a:latin typeface="Inter SemiBold"/>
                <a:ea typeface="Inter SemiBold"/>
                <a:cs typeface="Inter SemiBold"/>
                <a:sym typeface="Inter SemiBold"/>
              </a:rPr>
              <a:t>04</a:t>
            </a:r>
            <a:endParaRPr lang="es-CL" noProof="0" dirty="0"/>
          </a:p>
        </p:txBody>
      </p:sp>
      <p:sp>
        <p:nvSpPr>
          <p:cNvPr id="2082" name="Google Shape;2082;p32"/>
          <p:cNvSpPr txBox="1"/>
          <p:nvPr/>
        </p:nvSpPr>
        <p:spPr>
          <a:xfrm>
            <a:off x="11430000" y="56692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MODELO DE NEGOCIO</a:t>
            </a:r>
            <a:endParaRPr lang="es-CL" noProof="0" dirty="0"/>
          </a:p>
        </p:txBody>
      </p:sp>
      <p:sp>
        <p:nvSpPr>
          <p:cNvPr id="2083" name="Google Shape;2083;p32"/>
          <p:cNvSpPr txBox="1"/>
          <p:nvPr/>
        </p:nvSpPr>
        <p:spPr>
          <a:xfrm>
            <a:off x="11430000" y="59893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Pago ligado al costo de servir</a:t>
            </a:r>
            <a:endParaRPr lang="es-CL" noProof="0" dirty="0"/>
          </a:p>
        </p:txBody>
      </p:sp>
      <p:sp>
        <p:nvSpPr>
          <p:cNvPr id="2084" name="Google Shape;2084;p32"/>
          <p:cNvSpPr txBox="1"/>
          <p:nvPr/>
        </p:nvSpPr>
        <p:spPr>
          <a:xfrm>
            <a:off x="11430000" y="6492240"/>
            <a:ext cx="62179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Meta: ≥5 % menos costo, OTIF ≥95 %</a:t>
            </a:r>
            <a:endParaRPr lang="es-CL" noProof="0" dirty="0"/>
          </a:p>
        </p:txBody>
      </p:sp>
      <p:sp>
        <p:nvSpPr>
          <p:cNvPr id="2085" name="Google Shape;2085;p32"/>
          <p:cNvSpPr txBox="1"/>
          <p:nvPr/>
        </p:nvSpPr>
        <p:spPr>
          <a:xfrm>
            <a:off x="10058400" y="72694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dirty="0">
                <a:solidFill>
                  <a:srgbClr val="E8641B"/>
                </a:solidFill>
                <a:latin typeface="Inter SemiBold"/>
                <a:ea typeface="Inter SemiBold"/>
                <a:cs typeface="Inter SemiBold"/>
                <a:sym typeface="Inter SemiBold"/>
              </a:rPr>
              <a:t>05</a:t>
            </a:r>
            <a:endParaRPr lang="es-CL" noProof="0" dirty="0"/>
          </a:p>
        </p:txBody>
      </p:sp>
      <p:sp>
        <p:nvSpPr>
          <p:cNvPr id="2086" name="Google Shape;2086;p32"/>
          <p:cNvSpPr txBox="1"/>
          <p:nvPr/>
        </p:nvSpPr>
        <p:spPr>
          <a:xfrm>
            <a:off x="11430000" y="72694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IMPACTO SOCIAL</a:t>
            </a:r>
            <a:endParaRPr lang="es-CL" noProof="0" dirty="0"/>
          </a:p>
        </p:txBody>
      </p:sp>
      <p:sp>
        <p:nvSpPr>
          <p:cNvPr id="2087" name="Google Shape;2087;p32"/>
          <p:cNvSpPr txBox="1"/>
          <p:nvPr/>
        </p:nvSpPr>
        <p:spPr>
          <a:xfrm>
            <a:off x="11430000" y="75895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Hoja del almacenero</a:t>
            </a:r>
            <a:endParaRPr lang="es-CL" noProof="0" dirty="0"/>
          </a:p>
        </p:txBody>
      </p:sp>
      <p:sp>
        <p:nvSpPr>
          <p:cNvPr id="2088" name="Google Shape;2088;p32"/>
          <p:cNvSpPr txBox="1"/>
          <p:nvPr/>
        </p:nvSpPr>
        <p:spPr>
          <a:xfrm>
            <a:off x="11430000" y="8092440"/>
            <a:ext cx="62179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Sin internet: pantalla o impresa</a:t>
            </a:r>
            <a:endParaRPr lang="es-CL" noProof="0" dirty="0"/>
          </a:p>
        </p:txBody>
      </p:sp>
      <p:sp>
        <p:nvSpPr>
          <p:cNvPr id="208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94"/>
        <p:cNvGrpSpPr/>
        <p:nvPr/>
      </p:nvGrpSpPr>
      <p:grpSpPr>
        <a:xfrm>
          <a:off x="0" y="0"/>
          <a:ext cx="0" cy="0"/>
          <a:chOff x="0" y="0"/>
          <a:chExt cx="0" cy="0"/>
        </a:xfrm>
      </p:grpSpPr>
      <p:sp>
        <p:nvSpPr>
          <p:cNvPr id="2095" name="!!deco_dce8b6c9_1"/>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2096" name="Google Shape;2096;p33"/>
          <p:cNvSpPr txBox="1"/>
          <p:nvPr/>
        </p:nvSpPr>
        <p:spPr>
          <a:xfrm>
            <a:off x="1231420" y="4072951"/>
            <a:ext cx="7960220" cy="1632652"/>
          </a:xfrm>
          <a:prstGeom prst="rect">
            <a:avLst/>
          </a:prstGeom>
          <a:noFill/>
          <a:ln>
            <a:noFill/>
          </a:ln>
        </p:spPr>
        <p:txBody>
          <a:bodyPr spcFirstLastPara="1" wrap="square" lIns="0" tIns="0" rIns="0" bIns="0" anchor="t" anchorCtr="0">
            <a:spAutoFit/>
          </a:bodyPr>
          <a:lstStyle/>
          <a:p>
            <a:pPr marL="0" marR="0" lvl="0" indent="0" algn="l" rtl="0">
              <a:lnSpc>
                <a:spcPct val="131254"/>
              </a:lnSpc>
              <a:spcBef>
                <a:spcPts val="0"/>
              </a:spcBef>
              <a:spcAft>
                <a:spcPts val="0"/>
              </a:spcAft>
              <a:buNone/>
            </a:pPr>
            <a:r>
              <a:rPr lang="es-CL" sz="8786" b="1" noProof="0" dirty="0">
                <a:solidFill>
                  <a:srgbClr val="111111"/>
                </a:solidFill>
                <a:latin typeface="Inter SemiBold"/>
                <a:ea typeface="Inter SemiBold"/>
                <a:cs typeface="Inter SemiBold"/>
                <a:sym typeface="Inter SemiBold"/>
              </a:rPr>
              <a:t>El Equipo</a:t>
            </a:r>
            <a:endParaRPr lang="es-CL" noProof="0" dirty="0"/>
          </a:p>
        </p:txBody>
      </p:sp>
      <p:sp>
        <p:nvSpPr>
          <p:cNvPr id="2097" name="!!deco_ee5e8b06_1"/>
          <p:cNvSpPr/>
          <p:nvPr/>
        </p:nvSpPr>
        <p:spPr>
          <a:xfrm rot="10800000">
            <a:off x="2876576"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2098" name="!!deco_bde12890_1"/>
          <p:cNvSpPr/>
          <p:nvPr/>
        </p:nvSpPr>
        <p:spPr>
          <a:xfrm rot="10800000">
            <a:off x="-413735"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2099" name="!!deco_d7392e04_1"/>
          <p:cNvSpPr/>
          <p:nvPr/>
        </p:nvSpPr>
        <p:spPr>
          <a:xfrm rot="9727523" flipH="1">
            <a:off x="118443" y="7662818"/>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dirty="0"/>
          </a:p>
        </p:txBody>
      </p:sp>
      <p:sp>
        <p:nvSpPr>
          <p:cNvPr id="2100" name="Google Shape;2100;p33"/>
          <p:cNvSpPr txBox="1"/>
          <p:nvPr/>
        </p:nvSpPr>
        <p:spPr>
          <a:xfrm>
            <a:off x="1234440" y="5760720"/>
            <a:ext cx="777240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dirty="0">
                <a:solidFill>
                  <a:srgbClr val="3C3C3C"/>
                </a:solidFill>
                <a:latin typeface="Inter SemiBold"/>
                <a:ea typeface="Inter SemiBold"/>
                <a:cs typeface="Inter SemiBold"/>
                <a:sym typeface="Inter SemiBold"/>
              </a:rPr>
              <a:t>8 personas · 10 roles</a:t>
            </a:r>
            <a:endParaRPr lang="es-CL" noProof="0" dirty="0"/>
          </a:p>
        </p:txBody>
      </p:sp>
      <p:sp>
        <p:nvSpPr>
          <p:cNvPr id="2101" name="Google Shape;2101;p33"/>
          <p:cNvSpPr txBox="1"/>
          <p:nvPr/>
        </p:nvSpPr>
        <p:spPr>
          <a:xfrm>
            <a:off x="1234440" y="6400800"/>
            <a:ext cx="777240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0" noProof="0" dirty="0">
                <a:solidFill>
                  <a:srgbClr val="606060"/>
                </a:solidFill>
                <a:latin typeface="Inter"/>
                <a:ea typeface="Inter"/>
                <a:cs typeface="Inter"/>
                <a:sym typeface="Inter"/>
              </a:rPr>
              <a:t>7 líderes reportan al Jefe de Proyecto</a:t>
            </a:r>
            <a:endParaRPr lang="es-CL" noProof="0" dirty="0"/>
          </a:p>
        </p:txBody>
      </p:sp>
      <p:sp>
        <p:nvSpPr>
          <p:cNvPr id="2102" name="Google Shape;2102;p33"/>
          <p:cNvSpPr/>
          <p:nvPr/>
        </p:nvSpPr>
        <p:spPr>
          <a:xfrm>
            <a:off x="9509760" y="914400"/>
            <a:ext cx="7863840" cy="1463040"/>
          </a:xfrm>
          <a:prstGeom prst="roundRect">
            <a:avLst>
              <a:gd name="adj" fmla="val 1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2200" b="1" noProof="0" dirty="0">
                <a:solidFill>
                  <a:srgbClr val="FFFFFF"/>
                </a:solidFill>
                <a:latin typeface="Inter SemiBold"/>
                <a:ea typeface="Inter SemiBold"/>
                <a:cs typeface="Inter SemiBold"/>
                <a:sym typeface="Inter SemiBold"/>
              </a:rPr>
              <a:t>AA</a:t>
            </a:r>
            <a:endParaRPr lang="es-CL" noProof="0" dirty="0"/>
          </a:p>
        </p:txBody>
      </p:sp>
      <p:sp>
        <p:nvSpPr>
          <p:cNvPr id="2104" name="Google Shape;2104;p33"/>
          <p:cNvSpPr txBox="1"/>
          <p:nvPr/>
        </p:nvSpPr>
        <p:spPr>
          <a:xfrm>
            <a:off x="10972800" y="1143000"/>
            <a:ext cx="6217920" cy="5029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FFFFFF"/>
                </a:solidFill>
                <a:latin typeface="Inter SemiBold"/>
                <a:ea typeface="Inter SemiBold"/>
                <a:cs typeface="Inter SemiBold"/>
                <a:sym typeface="Inter SemiBold"/>
              </a:rPr>
              <a:t>Alex Aravena</a:t>
            </a:r>
            <a:endParaRPr lang="es-CL" noProof="0" dirty="0"/>
          </a:p>
        </p:txBody>
      </p:sp>
      <p:sp>
        <p:nvSpPr>
          <p:cNvPr id="2105" name="Google Shape;2105;p33"/>
          <p:cNvSpPr txBox="1"/>
          <p:nvPr/>
        </p:nvSpPr>
        <p:spPr>
          <a:xfrm>
            <a:off x="10972800" y="169164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0" noProof="0" dirty="0">
                <a:solidFill>
                  <a:srgbClr val="C7C7C7"/>
                </a:solidFill>
                <a:latin typeface="Inter"/>
                <a:ea typeface="Inter"/>
                <a:cs typeface="Inter"/>
                <a:sym typeface="Inter"/>
              </a:rPr>
              <a:t>Jefe de Proyecto</a:t>
            </a:r>
            <a:endParaRPr lang="es-CL" noProof="0" dirty="0"/>
          </a:p>
        </p:txBody>
      </p:sp>
      <p:sp>
        <p:nvSpPr>
          <p:cNvPr id="2106" name="Google Shape;2106;p33"/>
          <p:cNvSpPr/>
          <p:nvPr/>
        </p:nvSpPr>
        <p:spPr>
          <a:xfrm>
            <a:off x="9509760" y="269748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BT</a:t>
            </a:r>
            <a:endParaRPr lang="es-CL" noProof="0" dirty="0"/>
          </a:p>
        </p:txBody>
      </p:sp>
      <p:sp>
        <p:nvSpPr>
          <p:cNvPr id="2108" name="Google Shape;2108;p33"/>
          <p:cNvSpPr txBox="1"/>
          <p:nvPr/>
        </p:nvSpPr>
        <p:spPr>
          <a:xfrm>
            <a:off x="10698480" y="292608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Bastián Trejo</a:t>
            </a:r>
            <a:endParaRPr lang="es-CL" noProof="0" dirty="0"/>
          </a:p>
        </p:txBody>
      </p:sp>
      <p:sp>
        <p:nvSpPr>
          <p:cNvPr id="2109" name="Google Shape;2109;p33"/>
          <p:cNvSpPr txBox="1"/>
          <p:nvPr/>
        </p:nvSpPr>
        <p:spPr>
          <a:xfrm>
            <a:off x="10698480" y="338328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Arquitectura e Integración</a:t>
            </a:r>
            <a:endParaRPr lang="es-CL" noProof="0" dirty="0"/>
          </a:p>
        </p:txBody>
      </p:sp>
      <p:sp>
        <p:nvSpPr>
          <p:cNvPr id="2110" name="Google Shape;2110;p33"/>
          <p:cNvSpPr/>
          <p:nvPr/>
        </p:nvSpPr>
        <p:spPr>
          <a:xfrm>
            <a:off x="13578840" y="269748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ÁC</a:t>
            </a:r>
            <a:endParaRPr lang="es-CL" noProof="0" dirty="0"/>
          </a:p>
        </p:txBody>
      </p:sp>
      <p:sp>
        <p:nvSpPr>
          <p:cNvPr id="2112" name="Google Shape;2112;p33"/>
          <p:cNvSpPr txBox="1"/>
          <p:nvPr/>
        </p:nvSpPr>
        <p:spPr>
          <a:xfrm>
            <a:off x="14767560" y="292608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Álvaro Catalán</a:t>
            </a:r>
            <a:endParaRPr lang="es-CL" noProof="0" dirty="0"/>
          </a:p>
        </p:txBody>
      </p:sp>
      <p:sp>
        <p:nvSpPr>
          <p:cNvPr id="2113" name="Google Shape;2113;p33"/>
          <p:cNvSpPr txBox="1"/>
          <p:nvPr/>
        </p:nvSpPr>
        <p:spPr>
          <a:xfrm>
            <a:off x="14767560" y="338328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Seguridad</a:t>
            </a:r>
            <a:endParaRPr lang="es-CL" noProof="0" dirty="0"/>
          </a:p>
        </p:txBody>
      </p:sp>
      <p:sp>
        <p:nvSpPr>
          <p:cNvPr id="2114" name="Google Shape;2114;p33"/>
          <p:cNvSpPr/>
          <p:nvPr/>
        </p:nvSpPr>
        <p:spPr>
          <a:xfrm>
            <a:off x="9509760" y="425196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LC</a:t>
            </a:r>
            <a:endParaRPr lang="es-CL" noProof="0" dirty="0"/>
          </a:p>
        </p:txBody>
      </p:sp>
      <p:sp>
        <p:nvSpPr>
          <p:cNvPr id="2116" name="Google Shape;2116;p33"/>
          <p:cNvSpPr txBox="1"/>
          <p:nvPr/>
        </p:nvSpPr>
        <p:spPr>
          <a:xfrm>
            <a:off x="10698480" y="448056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Leandro Chamorro</a:t>
            </a:r>
            <a:endParaRPr lang="es-CL" noProof="0" dirty="0"/>
          </a:p>
        </p:txBody>
      </p:sp>
      <p:sp>
        <p:nvSpPr>
          <p:cNvPr id="2117" name="Google Shape;2117;p33"/>
          <p:cNvSpPr txBox="1"/>
          <p:nvPr/>
        </p:nvSpPr>
        <p:spPr>
          <a:xfrm>
            <a:off x="10698480" y="493776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Datos</a:t>
            </a:r>
            <a:endParaRPr lang="es-CL" noProof="0" dirty="0"/>
          </a:p>
        </p:txBody>
      </p:sp>
      <p:sp>
        <p:nvSpPr>
          <p:cNvPr id="2118" name="Google Shape;2118;p33"/>
          <p:cNvSpPr/>
          <p:nvPr/>
        </p:nvSpPr>
        <p:spPr>
          <a:xfrm>
            <a:off x="13578840" y="425196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TP</a:t>
            </a:r>
            <a:endParaRPr lang="es-CL" noProof="0" dirty="0"/>
          </a:p>
        </p:txBody>
      </p:sp>
      <p:sp>
        <p:nvSpPr>
          <p:cNvPr id="2120" name="Google Shape;2120;p33"/>
          <p:cNvSpPr txBox="1"/>
          <p:nvPr/>
        </p:nvSpPr>
        <p:spPr>
          <a:xfrm>
            <a:off x="14767560" y="448056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Tomás Pérez</a:t>
            </a:r>
            <a:endParaRPr lang="es-CL" noProof="0" dirty="0"/>
          </a:p>
        </p:txBody>
      </p:sp>
      <p:sp>
        <p:nvSpPr>
          <p:cNvPr id="2121" name="Google Shape;2121;p33"/>
          <p:cNvSpPr txBox="1"/>
          <p:nvPr/>
        </p:nvSpPr>
        <p:spPr>
          <a:xfrm>
            <a:off x="14767560" y="493776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Desarrollo</a:t>
            </a:r>
            <a:endParaRPr lang="es-CL" noProof="0" dirty="0"/>
          </a:p>
        </p:txBody>
      </p:sp>
      <p:sp>
        <p:nvSpPr>
          <p:cNvPr id="2122" name="Google Shape;2122;p33"/>
          <p:cNvSpPr/>
          <p:nvPr/>
        </p:nvSpPr>
        <p:spPr>
          <a:xfrm>
            <a:off x="9509760" y="580644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MM</a:t>
            </a:r>
            <a:endParaRPr lang="es-CL" noProof="0" dirty="0"/>
          </a:p>
        </p:txBody>
      </p:sp>
      <p:sp>
        <p:nvSpPr>
          <p:cNvPr id="2124" name="Google Shape;2124;p33"/>
          <p:cNvSpPr txBox="1"/>
          <p:nvPr/>
        </p:nvSpPr>
        <p:spPr>
          <a:xfrm>
            <a:off x="10698480" y="603504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Maximiliano Miño</a:t>
            </a:r>
            <a:endParaRPr lang="es-CL" noProof="0" dirty="0"/>
          </a:p>
        </p:txBody>
      </p:sp>
      <p:sp>
        <p:nvSpPr>
          <p:cNvPr id="2125" name="Google Shape;2125;p33"/>
          <p:cNvSpPr txBox="1"/>
          <p:nvPr/>
        </p:nvSpPr>
        <p:spPr>
          <a:xfrm>
            <a:off x="10698480" y="649224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Calidad y Pruebas</a:t>
            </a:r>
            <a:endParaRPr lang="es-CL" noProof="0" dirty="0"/>
          </a:p>
        </p:txBody>
      </p:sp>
      <p:sp>
        <p:nvSpPr>
          <p:cNvPr id="2126" name="Google Shape;2126;p33"/>
          <p:cNvSpPr/>
          <p:nvPr/>
        </p:nvSpPr>
        <p:spPr>
          <a:xfrm>
            <a:off x="13578840" y="580644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GC</a:t>
            </a:r>
            <a:endParaRPr lang="es-CL" noProof="0" dirty="0"/>
          </a:p>
        </p:txBody>
      </p:sp>
      <p:sp>
        <p:nvSpPr>
          <p:cNvPr id="2128" name="Google Shape;2128;p33"/>
          <p:cNvSpPr txBox="1"/>
          <p:nvPr/>
        </p:nvSpPr>
        <p:spPr>
          <a:xfrm>
            <a:off x="14767560" y="603504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Guillermo Castillo</a:t>
            </a:r>
            <a:endParaRPr lang="es-CL" noProof="0" dirty="0"/>
          </a:p>
        </p:txBody>
      </p:sp>
      <p:sp>
        <p:nvSpPr>
          <p:cNvPr id="2129" name="Google Shape;2129;p33"/>
          <p:cNvSpPr txBox="1"/>
          <p:nvPr/>
        </p:nvSpPr>
        <p:spPr>
          <a:xfrm>
            <a:off x="14767560" y="649224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Operación / SRE</a:t>
            </a:r>
            <a:endParaRPr lang="es-CL" noProof="0" dirty="0"/>
          </a:p>
        </p:txBody>
      </p:sp>
      <p:sp>
        <p:nvSpPr>
          <p:cNvPr id="2130" name="Google Shape;2130;p33"/>
          <p:cNvSpPr/>
          <p:nvPr/>
        </p:nvSpPr>
        <p:spPr>
          <a:xfrm>
            <a:off x="9509760" y="736092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PH</a:t>
            </a:r>
            <a:endParaRPr lang="es-CL" noProof="0" dirty="0"/>
          </a:p>
        </p:txBody>
      </p:sp>
      <p:sp>
        <p:nvSpPr>
          <p:cNvPr id="2132" name="Google Shape;2132;p33"/>
          <p:cNvSpPr txBox="1"/>
          <p:nvPr/>
        </p:nvSpPr>
        <p:spPr>
          <a:xfrm>
            <a:off x="10698480" y="758952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Patricio Henríquez</a:t>
            </a:r>
            <a:endParaRPr lang="es-CL" noProof="0" dirty="0"/>
          </a:p>
        </p:txBody>
      </p:sp>
      <p:sp>
        <p:nvSpPr>
          <p:cNvPr id="2133" name="Google Shape;2133;p33"/>
          <p:cNvSpPr txBox="1"/>
          <p:nvPr/>
        </p:nvSpPr>
        <p:spPr>
          <a:xfrm>
            <a:off x="10698480" y="804672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Funcional e Implantación</a:t>
            </a:r>
            <a:endParaRPr lang="es-CL" noProof="0" dirty="0"/>
          </a:p>
        </p:txBody>
      </p:sp>
      <p:sp>
        <p:nvSpPr>
          <p:cNvPr id="2134" name="Google Shape;2134;p33"/>
          <p:cNvSpPr/>
          <p:nvPr/>
        </p:nvSpPr>
        <p:spPr>
          <a:xfrm>
            <a:off x="13578840" y="7360920"/>
            <a:ext cx="3794760" cy="132588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3400" b="1" noProof="0" dirty="0">
                <a:solidFill>
                  <a:srgbClr val="E8641B"/>
                </a:solidFill>
                <a:latin typeface="Inter SemiBold"/>
                <a:ea typeface="Inter SemiBold"/>
                <a:cs typeface="Inter SemiBold"/>
                <a:sym typeface="Inter SemiBold"/>
              </a:rPr>
              <a:t>69</a:t>
            </a:r>
            <a:endParaRPr lang="es-CL" noProof="0" dirty="0"/>
          </a:p>
        </p:txBody>
      </p:sp>
      <p:sp>
        <p:nvSpPr>
          <p:cNvPr id="2136" name="Google Shape;2136;p33"/>
          <p:cNvSpPr txBox="1"/>
          <p:nvPr/>
        </p:nvSpPr>
        <p:spPr>
          <a:xfrm>
            <a:off x="14859000" y="7777639"/>
            <a:ext cx="2468880" cy="49244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personas equivalentes en el </a:t>
            </a:r>
            <a:r>
              <a:rPr lang="es-CL" sz="1600" b="0" noProof="0" dirty="0" err="1">
                <a:solidFill>
                  <a:srgbClr val="3C3C3C"/>
                </a:solidFill>
                <a:latin typeface="Inter"/>
                <a:ea typeface="Inter"/>
                <a:cs typeface="Inter"/>
                <a:sym typeface="Inter"/>
              </a:rPr>
              <a:t>peak</a:t>
            </a:r>
            <a:r>
              <a:rPr lang="es-CL" sz="1600" b="0" noProof="0" dirty="0">
                <a:solidFill>
                  <a:srgbClr val="3C3C3C"/>
                </a:solidFill>
                <a:latin typeface="Inter"/>
                <a:ea typeface="Inter"/>
                <a:cs typeface="Inter"/>
                <a:sym typeface="Inter"/>
              </a:rPr>
              <a:t> (mes 15)</a:t>
            </a:r>
          </a:p>
        </p:txBody>
      </p:sp>
      <p:sp>
        <p:nvSpPr>
          <p:cNvPr id="213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42"/>
        <p:cNvGrpSpPr/>
        <p:nvPr/>
      </p:nvGrpSpPr>
      <p:grpSpPr>
        <a:xfrm>
          <a:off x="0" y="0"/>
          <a:ext cx="0" cy="0"/>
          <a:chOff x="0" y="0"/>
          <a:chExt cx="0" cy="0"/>
        </a:xfrm>
      </p:grpSpPr>
      <p:sp>
        <p:nvSpPr>
          <p:cNvPr id="2143"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4"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5"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6"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7"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8"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9"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50"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dirty="0">
                <a:solidFill>
                  <a:srgbClr val="FFFFFF"/>
                </a:solidFill>
                <a:latin typeface="Inter SemiBold"/>
                <a:ea typeface="Inter SemiBold"/>
                <a:cs typeface="Inter SemiBold"/>
                <a:sym typeface="Inter SemiBold"/>
              </a:rPr>
              <a:t>LafroX </a:t>
            </a:r>
            <a:r>
              <a:rPr lang="es-CL" sz="1999" b="1" noProof="0" dirty="0" err="1">
                <a:solidFill>
                  <a:srgbClr val="FFFFFF"/>
                </a:solidFill>
                <a:latin typeface="Inter SemiBold"/>
                <a:ea typeface="Inter SemiBold"/>
                <a:cs typeface="Inter SemiBold"/>
                <a:sym typeface="Inter SemiBold"/>
              </a:rPr>
              <a:t>SpA</a:t>
            </a:r>
            <a:endParaRPr lang="es-CL" noProof="0" dirty="0"/>
          </a:p>
        </p:txBody>
      </p:sp>
      <p:pic>
        <p:nvPicPr>
          <p:cNvPr id="2151" name="!!logo" descr="Isotipo LafroX"/>
          <p:cNvPicPr preferRelativeResize="0"/>
          <p:nvPr/>
        </p:nvPicPr>
        <p:blipFill rotWithShape="1">
          <a:blip r:embed="rId7">
            <a:alphaModFix/>
          </a:blip>
          <a:srcRect/>
          <a:stretch/>
        </p:blipFill>
        <p:spPr>
          <a:xfrm>
            <a:off x="8814816" y="228600"/>
            <a:ext cx="658508" cy="676656"/>
          </a:xfrm>
          <a:prstGeom prst="rect">
            <a:avLst/>
          </a:prstGeom>
          <a:noFill/>
          <a:ln>
            <a:noFill/>
          </a:ln>
        </p:spPr>
      </p:pic>
      <p:sp>
        <p:nvSpPr>
          <p:cNvPr id="2152" name="!!title"/>
          <p:cNvSpPr txBox="1"/>
          <p:nvPr/>
        </p:nvSpPr>
        <p:spPr>
          <a:xfrm>
            <a:off x="1828800" y="2377440"/>
            <a:ext cx="14630400" cy="356616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23000" b="1" noProof="0" dirty="0">
                <a:solidFill>
                  <a:srgbClr val="FFFFFF"/>
                </a:solidFill>
                <a:latin typeface="Inter SemiBold"/>
                <a:ea typeface="Inter SemiBold"/>
                <a:cs typeface="Inter SemiBold"/>
                <a:sym typeface="Inter SemiBold"/>
              </a:rPr>
              <a:t>9 días</a:t>
            </a:r>
            <a:endParaRPr lang="es-CL" noProof="0" dirty="0"/>
          </a:p>
        </p:txBody>
      </p:sp>
      <p:sp>
        <p:nvSpPr>
          <p:cNvPr id="215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FFFFFF"/>
                </a:solidFill>
                <a:latin typeface="Inter SemiBold"/>
              </a:rPr>
              <a:t>26</a:t>
            </a:r>
          </a:p>
        </p:txBody>
      </p:sp>
    </p:spTree>
  </p:cSld>
  <p:clrMapOvr>
    <a:masterClrMapping/>
  </p:clrMapOvr>
  <p:transition spd="med" advTm="1500">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58"/>
        <p:cNvGrpSpPr/>
        <p:nvPr/>
      </p:nvGrpSpPr>
      <p:grpSpPr>
        <a:xfrm>
          <a:off x="0" y="0"/>
          <a:ext cx="0" cy="0"/>
          <a:chOff x="0" y="0"/>
          <a:chExt cx="0" cy="0"/>
        </a:xfrm>
      </p:grpSpPr>
      <p:sp>
        <p:nvSpPr>
          <p:cNvPr id="2159"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0"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1"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2" name="!!deco_a08c7f17_1"/>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noProof="0" dirty="0">
                <a:solidFill>
                  <a:srgbClr val="FFFFFF"/>
                </a:solidFill>
                <a:latin typeface="Inter"/>
                <a:ea typeface="Inter"/>
                <a:cs typeface="Inter"/>
                <a:sym typeface="Inter"/>
              </a:rPr>
              <a:t>contacto@lafrox.cl</a:t>
            </a:r>
            <a:endParaRPr lang="es-CL" noProof="0" dirty="0"/>
          </a:p>
        </p:txBody>
      </p:sp>
      <p:sp>
        <p:nvSpPr>
          <p:cNvPr id="2164" name="!!deco_abc274cf_1"/>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6"/>
                </a:ext>
              </a:extLst>
            </a:blip>
            <a:stretch>
              <a:fillRect t="-800" b="-80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5" name="!!deco_e6d4545c_1"/>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noProof="0" dirty="0">
                <a:solidFill>
                  <a:srgbClr val="FFFFFF"/>
                </a:solidFill>
                <a:latin typeface="Inter"/>
                <a:ea typeface="Inter"/>
                <a:cs typeface="Inter"/>
                <a:sym typeface="Inter"/>
              </a:rPr>
              <a:t>Av. Brasil 2241, Valparaíso</a:t>
            </a:r>
            <a:endParaRPr lang="es-CL" noProof="0" dirty="0"/>
          </a:p>
        </p:txBody>
      </p:sp>
      <p:sp>
        <p:nvSpPr>
          <p:cNvPr id="2167" name="Google Shape;2167;p35"/>
          <p:cNvSpPr txBox="1"/>
          <p:nvPr/>
        </p:nvSpPr>
        <p:spPr>
          <a:xfrm>
            <a:off x="10736647" y="7329375"/>
            <a:ext cx="2823062" cy="30014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u="none" noProof="0" dirty="0">
                <a:solidFill>
                  <a:srgbClr val="FFFFFF"/>
                </a:solidFill>
                <a:latin typeface="Inter"/>
                <a:ea typeface="Inter"/>
                <a:cs typeface="Inter"/>
                <a:sym typeface="Inter"/>
              </a:rPr>
              <a:t>lafrox.github.io</a:t>
            </a:r>
            <a:endParaRPr lang="es-CL" noProof="0" dirty="0"/>
          </a:p>
        </p:txBody>
      </p:sp>
      <p:sp>
        <p:nvSpPr>
          <p:cNvPr id="2168" name="!!deco_05350c3c_1"/>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u="none" noProof="0" dirty="0">
                <a:solidFill>
                  <a:srgbClr val="FFFFFF"/>
                </a:solidFill>
                <a:latin typeface="Inter"/>
                <a:ea typeface="Inter"/>
                <a:cs typeface="Inter"/>
                <a:sym typeface="Inter"/>
              </a:rPr>
              <a:t>+56 32 250 4100</a:t>
            </a:r>
            <a:endParaRPr lang="es-CL" noProof="0" dirty="0"/>
          </a:p>
        </p:txBody>
      </p:sp>
      <p:sp>
        <p:nvSpPr>
          <p:cNvPr id="2170"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71"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72"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73"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74"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dirty="0">
                <a:solidFill>
                  <a:srgbClr val="FFFFFF"/>
                </a:solidFill>
                <a:latin typeface="Inter SemiBold"/>
                <a:ea typeface="Inter SemiBold"/>
                <a:cs typeface="Inter SemiBold"/>
                <a:sym typeface="Inter SemiBold"/>
              </a:rPr>
              <a:t>LafroX </a:t>
            </a:r>
            <a:r>
              <a:rPr lang="es-CL" sz="1999" b="1" noProof="0" dirty="0" err="1">
                <a:solidFill>
                  <a:srgbClr val="FFFFFF"/>
                </a:solidFill>
                <a:latin typeface="Inter SemiBold"/>
                <a:ea typeface="Inter SemiBold"/>
                <a:cs typeface="Inter SemiBold"/>
                <a:sym typeface="Inter SemiBold"/>
              </a:rPr>
              <a:t>SpA</a:t>
            </a:r>
            <a:endParaRPr lang="es-CL" noProof="0" dirty="0"/>
          </a:p>
        </p:txBody>
      </p:sp>
      <p:sp>
        <p:nvSpPr>
          <p:cNvPr id="2175" name="Google Shape;2175;p35"/>
          <p:cNvSpPr txBox="1"/>
          <p:nvPr/>
        </p:nvSpPr>
        <p:spPr>
          <a:xfrm>
            <a:off x="2743200" y="8850630"/>
            <a:ext cx="12801600" cy="407670"/>
          </a:xfrm>
          <a:prstGeom prst="rect">
            <a:avLst/>
          </a:prstGeom>
          <a:noFill/>
          <a:ln>
            <a:noFill/>
          </a:ln>
        </p:spPr>
        <p:txBody>
          <a:bodyPr spcFirstLastPara="1" wrap="square" lIns="0" tIns="0" rIns="0" bIns="0" anchor="t" anchorCtr="0">
            <a:spAutoFit/>
          </a:bodyPr>
          <a:lstStyle/>
          <a:p>
            <a:pPr marL="0" marR="0" lvl="0" indent="0" algn="ctr" rtl="0">
              <a:lnSpc>
                <a:spcPct val="104937"/>
              </a:lnSpc>
              <a:spcBef>
                <a:spcPts val="0"/>
              </a:spcBef>
              <a:spcAft>
                <a:spcPts val="0"/>
              </a:spcAft>
              <a:buNone/>
            </a:pPr>
            <a:r>
              <a:rPr lang="es-CL" sz="1600" noProof="0" dirty="0">
                <a:solidFill>
                  <a:srgbClr val="FFFFFF"/>
                </a:solidFill>
                <a:latin typeface="Inter"/>
                <a:ea typeface="Inter"/>
                <a:cs typeface="Inter"/>
                <a:sym typeface="Inter"/>
              </a:rPr>
              <a:t>Sistema Integral de Gestión Logística Puelche · LafroX </a:t>
            </a:r>
            <a:r>
              <a:rPr lang="es-CL" sz="1600" noProof="0" dirty="0" err="1">
                <a:solidFill>
                  <a:srgbClr val="FFFFFF"/>
                </a:solidFill>
                <a:latin typeface="Inter"/>
                <a:ea typeface="Inter"/>
                <a:cs typeface="Inter"/>
                <a:sym typeface="Inter"/>
              </a:rPr>
              <a:t>SpA</a:t>
            </a:r>
            <a:endParaRPr lang="es-CL" noProof="0" dirty="0"/>
          </a:p>
        </p:txBody>
      </p:sp>
      <p:pic>
        <p:nvPicPr>
          <p:cNvPr id="2176" name="!!logo" descr="Isotipo LafroX"/>
          <p:cNvPicPr preferRelativeResize="0"/>
          <p:nvPr/>
        </p:nvPicPr>
        <p:blipFill rotWithShape="1">
          <a:blip r:embed="rId11">
            <a:alphaModFix/>
          </a:blip>
          <a:srcRect/>
          <a:stretch/>
        </p:blipFill>
        <p:spPr>
          <a:xfrm>
            <a:off x="8814816" y="228600"/>
            <a:ext cx="658508" cy="676656"/>
          </a:xfrm>
          <a:prstGeom prst="rect">
            <a:avLst/>
          </a:prstGeom>
          <a:noFill/>
          <a:ln>
            <a:noFill/>
          </a:ln>
        </p:spPr>
      </p:pic>
      <p:sp>
        <p:nvSpPr>
          <p:cNvPr id="2177" name="!!pre"/>
          <p:cNvSpPr txBox="1"/>
          <p:nvPr/>
        </p:nvSpPr>
        <p:spPr>
          <a:xfrm>
            <a:off x="1828800" y="1600200"/>
            <a:ext cx="14630400" cy="10058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6000" b="0" noProof="0" dirty="0">
                <a:solidFill>
                  <a:srgbClr val="FFFFFF"/>
                </a:solidFill>
                <a:latin typeface="Inter Light"/>
                <a:ea typeface="Inter Light"/>
                <a:cs typeface="Inter Light"/>
                <a:sym typeface="Inter Light"/>
              </a:rPr>
              <a:t>De 9 días a</a:t>
            </a:r>
            <a:endParaRPr lang="es-CL" noProof="0" dirty="0"/>
          </a:p>
        </p:txBody>
      </p:sp>
      <p:sp>
        <p:nvSpPr>
          <p:cNvPr id="2178" name="!!title"/>
          <p:cNvSpPr txBox="1"/>
          <p:nvPr/>
        </p:nvSpPr>
        <p:spPr>
          <a:xfrm>
            <a:off x="1828800" y="2514600"/>
            <a:ext cx="14630400" cy="301752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9000" b="1" noProof="0" dirty="0">
                <a:solidFill>
                  <a:srgbClr val="E8641B"/>
                </a:solidFill>
                <a:latin typeface="Inter SemiBold"/>
                <a:ea typeface="Inter SemiBold"/>
                <a:cs typeface="Inter SemiBold"/>
                <a:sym typeface="Inter SemiBold"/>
              </a:rPr>
              <a:t>&lt; 2 horas</a:t>
            </a:r>
            <a:endParaRPr lang="es-CL" noProof="0" dirty="0"/>
          </a:p>
        </p:txBody>
      </p:sp>
      <p:sp>
        <p:nvSpPr>
          <p:cNvPr id="2179" name="Google Shape;2179;p35"/>
          <p:cNvSpPr txBox="1"/>
          <p:nvPr/>
        </p:nvSpPr>
        <p:spPr>
          <a:xfrm>
            <a:off x="1828800" y="5669280"/>
            <a:ext cx="14630400" cy="5486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400" b="0" noProof="0" dirty="0">
                <a:solidFill>
                  <a:srgbClr val="FFFFFF"/>
                </a:solidFill>
                <a:latin typeface="Inter Light"/>
                <a:ea typeface="Inter Light"/>
                <a:cs typeface="Inter Light"/>
                <a:sym typeface="Inter Light"/>
              </a:rPr>
              <a:t>para identificar a los clientes afectados</a:t>
            </a:r>
            <a:endParaRPr lang="es-CL" noProof="0" dirty="0"/>
          </a:p>
        </p:txBody>
      </p:sp>
      <p:sp>
        <p:nvSpPr>
          <p:cNvPr id="218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FFFFFF"/>
                </a:solidFill>
                <a:latin typeface="Inter SemiBold"/>
              </a:rPr>
              <a:t>26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theme/theme1.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7483</Words>
  <Application>Microsoft Office PowerPoint</Application>
  <PresentationFormat>Personalizado</PresentationFormat>
  <Paragraphs>1645</Paragraphs>
  <Slides>53</Slides>
  <Notes>53</Notes>
  <HiddenSlides>0</HiddenSlides>
  <MMClips>0</MMClips>
  <ScaleCrop>false</ScaleCrop>
  <HeadingPairs>
    <vt:vector size="6" baseType="variant">
      <vt:variant>
        <vt:lpstr>Fuentes usadas</vt:lpstr>
      </vt:variant>
      <vt:variant>
        <vt:i4>4</vt:i4>
      </vt:variant>
      <vt:variant>
        <vt:lpstr>Tema</vt:lpstr>
      </vt:variant>
      <vt:variant>
        <vt:i4>3</vt:i4>
      </vt:variant>
      <vt:variant>
        <vt:lpstr>Títulos de diapositiva</vt:lpstr>
      </vt:variant>
      <vt:variant>
        <vt:i4>53</vt:i4>
      </vt:variant>
    </vt:vector>
  </HeadingPairs>
  <TitlesOfParts>
    <vt:vector size="60" baseType="lpstr">
      <vt:lpstr>Inter</vt:lpstr>
      <vt:lpstr>Inter Light</vt:lpstr>
      <vt:lpstr>Arial</vt:lpstr>
      <vt:lpstr>Inter SemiBold</vt:lpstr>
      <vt:lpstr>Office Theme</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Patricio Henríquez Tapia</cp:lastModifiedBy>
  <cp:revision>2</cp:revision>
  <dcterms:created xsi:type="dcterms:W3CDTF">2006-08-16T00:00:00Z</dcterms:created>
  <dcterms:modified xsi:type="dcterms:W3CDTF">2026-10-20T18:06:50Z</dcterms:modified>
</cp:coreProperties>
</file>