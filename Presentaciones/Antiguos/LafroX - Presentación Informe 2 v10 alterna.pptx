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6"/>
  </p:notesMasterIdLst>
  <p:sldIdLst>
    <p:sldId id="256" r:id="rId4"/>
    <p:sldId id="30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86" r:id="rId21"/>
    <p:sldId id="287" r:id="rId22"/>
    <p:sldId id="288"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9" r:id="rId36"/>
    <p:sldId id="294" r:id="rId37"/>
    <p:sldId id="295" r:id="rId38"/>
    <p:sldId id="296" r:id="rId39"/>
    <p:sldId id="297" r:id="rId40"/>
    <p:sldId id="298" r:id="rId41"/>
    <p:sldId id="291" r:id="rId42"/>
    <p:sldId id="290" r:id="rId43"/>
    <p:sldId id="303" r:id="rId44"/>
    <p:sldId id="304" r:id="rId45"/>
    <p:sldId id="305" r:id="rId46"/>
    <p:sldId id="306" r:id="rId47"/>
    <p:sldId id="307" r:id="rId48"/>
    <p:sldId id="308" r:id="rId49"/>
    <p:sldId id="309" r:id="rId50"/>
    <p:sldId id="292" r:id="rId51"/>
    <p:sldId id="293" r:id="rId52"/>
    <p:sldId id="299" r:id="rId53"/>
    <p:sldId id="301" r:id="rId54"/>
    <p:sldId id="302" r:id="rId55"/>
  </p:sldIdLst>
  <p:sldSz cx="18288000" cy="10287000"/>
  <p:notesSz cx="6858000" cy="9144000"/>
  <p:embeddedFontLst>
    <p:embeddedFont>
      <p:font typeface="Inter" panose="020B0604020202020204" charset="0"/>
      <p:regular r:id="rId57"/>
      <p:bold r:id="rId58"/>
      <p:italic r:id="rId59"/>
      <p:boldItalic r:id="rId60"/>
    </p:embeddedFont>
    <p:embeddedFont>
      <p:font typeface="Inter Light"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70" roundtripDataSignature="AMtx7mjMn/eJYygyYAIOBg2whbyUSmlg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2" dt="2026-10-21T23:25:37.025"/>
    <p1510:client id="{09D02B70-182A-7A0A-56DE-9E4175509914}" v="91" dt="2026-10-21T00:05:56.530"/>
    <p1510:client id="{3AE63D20-A9F5-5E5D-053C-132AC028C5F5}" v="4" dt="2026-10-21T00:34:02.467"/>
    <p1510:client id="{4DC9CC42-96D1-0F39-9CCE-B2860139B7D5}" v="99" dt="2026-10-20T22:38:54.804"/>
    <p1510:client id="{5B1773B1-B5EB-4255-A691-4E8544E67803}" v="295" dt="2026-10-21T01:15:34.265"/>
    <p1510:client id="{6E77489C-9C97-D8B2-E502-9AD454A1A150}" v="183" dt="2026-10-21T01:26:52.020"/>
    <p1510:client id="{B4D353A1-8446-1601-325E-45018A9A3BA4}" v="683" dt="2026-10-22T00:58:37.339"/>
    <p1510:client id="{E66A248C-3EB0-2D62-97BD-B389C63C57A7}" v="1" dt="2026-10-20T22:33:34.384"/>
  </p1510:revLst>
</p1510:revInfo>
</file>

<file path=ppt/tableStyles.xml><?xml version="1.0" encoding="utf-8"?>
<a:tblStyleLst xmlns:a="http://schemas.openxmlformats.org/drawingml/2006/main" def="{C4A5C758-D4A7-4D3F-9BCE-32F5856BC382}">
  <a:tblStyle styleId="{C4A5C758-D4A7-4D3F-9BCE-32F5856BC3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29"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6.fntdata"/><Relationship Id="rId70" Type="http://customschemas.google.com/relationships/presentationmetadata" Target="metadata"/><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microsoft.com/office/2015/10/relationships/revisionInfo" Target="revisionInfo.xml"/><Relationship Id="rId7" Type="http://schemas.openxmlformats.org/officeDocument/2006/relationships/slide" Target="slides/slide4.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Aravena" userId="S::alex.aravena.p@mail.pucv.cl::3d3c6775-e7a1-4e1c-b64b-c38162922a1a" providerId="AD" clId="Web-{00000000-0000-0000-0000-000000000000}"/>
    <pc:docChg chg="delSld modSld sldOrd">
      <pc:chgData name="Alex Aravena" userId="S::alex.aravena.p@mail.pucv.cl::3d3c6775-e7a1-4e1c-b64b-c38162922a1a" providerId="AD" clId="Web-{00000000-0000-0000-0000-000000000000}" dt="2026-10-21T23:25:37.025" v="216"/>
      <pc:docMkLst>
        <pc:docMk/>
      </pc:docMkLst>
      <pc:sldChg chg="delSp">
        <pc:chgData name="Alex Aravena" userId="S::alex.aravena.p@mail.pucv.cl::3d3c6775-e7a1-4e1c-b64b-c38162922a1a" providerId="AD" clId="Web-{00000000-0000-0000-0000-000000000000}" dt="2026-10-21T23:25:37.025" v="216"/>
        <pc:sldMkLst>
          <pc:docMk/>
          <pc:sldMk cId="0" sldId="256"/>
        </pc:sldMkLst>
        <pc:spChg chg="del">
          <ac:chgData name="Alex Aravena" userId="S::alex.aravena.p@mail.pucv.cl::3d3c6775-e7a1-4e1c-b64b-c38162922a1a" providerId="AD" clId="Web-{00000000-0000-0000-0000-000000000000}" dt="2026-10-21T23:25:37.025" v="216"/>
          <ac:spMkLst>
            <pc:docMk/>
            <pc:sldMk cId="0" sldId="256"/>
            <ac:spMk id="243" creationId="{00000000-0000-0000-0000-000000000000}"/>
          </ac:spMkLst>
        </pc:spChg>
      </pc:sldChg>
      <pc:sldChg chg="addSp delSp modSp ord">
        <pc:chgData name="Alex Aravena" userId="S::alex.aravena.p@mail.pucv.cl::3d3c6775-e7a1-4e1c-b64b-c38162922a1a" providerId="AD" clId="Web-{00000000-0000-0000-0000-000000000000}" dt="2026-10-20T23:38:12.610" v="210"/>
        <pc:sldMkLst>
          <pc:docMk/>
          <pc:sldMk cId="0" sldId="261"/>
        </pc:sldMkLst>
        <pc:spChg chg="add del">
          <ac:chgData name="Alex Aravena" userId="S::alex.aravena.p@mail.pucv.cl::3d3c6775-e7a1-4e1c-b64b-c38162922a1a" providerId="AD" clId="Web-{00000000-0000-0000-0000-000000000000}" dt="2026-10-20T23:36:20.715" v="112"/>
          <ac:spMkLst>
            <pc:docMk/>
            <pc:sldMk cId="0" sldId="261"/>
            <ac:spMk id="371" creationId="{00000000-0000-0000-0000-000000000000}"/>
          </ac:spMkLst>
        </pc:spChg>
        <pc:spChg chg="add del mod">
          <ac:chgData name="Alex Aravena" userId="S::alex.aravena.p@mail.pucv.cl::3d3c6775-e7a1-4e1c-b64b-c38162922a1a" providerId="AD" clId="Web-{00000000-0000-0000-0000-000000000000}" dt="2026-10-20T23:36:20.715" v="113"/>
          <ac:spMkLst>
            <pc:docMk/>
            <pc:sldMk cId="0" sldId="261"/>
            <ac:spMk id="372" creationId="{00000000-0000-0000-0000-000000000000}"/>
          </ac:spMkLst>
        </pc:spChg>
        <pc:spChg chg="add del">
          <ac:chgData name="Alex Aravena" userId="S::alex.aravena.p@mail.pucv.cl::3d3c6775-e7a1-4e1c-b64b-c38162922a1a" providerId="AD" clId="Web-{00000000-0000-0000-0000-000000000000}" dt="2026-10-20T23:36:20.715" v="114"/>
          <ac:spMkLst>
            <pc:docMk/>
            <pc:sldMk cId="0" sldId="261"/>
            <ac:spMk id="373" creationId="{00000000-0000-0000-0000-000000000000}"/>
          </ac:spMkLst>
        </pc:spChg>
        <pc:spChg chg="add del">
          <ac:chgData name="Alex Aravena" userId="S::alex.aravena.p@mail.pucv.cl::3d3c6775-e7a1-4e1c-b64b-c38162922a1a" providerId="AD" clId="Web-{00000000-0000-0000-0000-000000000000}" dt="2026-10-20T23:36:20.715" v="115"/>
          <ac:spMkLst>
            <pc:docMk/>
            <pc:sldMk cId="0" sldId="261"/>
            <ac:spMk id="374" creationId="{00000000-0000-0000-0000-000000000000}"/>
          </ac:spMkLst>
        </pc:spChg>
        <pc:spChg chg="add del">
          <ac:chgData name="Alex Aravena" userId="S::alex.aravena.p@mail.pucv.cl::3d3c6775-e7a1-4e1c-b64b-c38162922a1a" providerId="AD" clId="Web-{00000000-0000-0000-0000-000000000000}" dt="2026-10-20T23:36:20.715" v="116"/>
          <ac:spMkLst>
            <pc:docMk/>
            <pc:sldMk cId="0" sldId="261"/>
            <ac:spMk id="375" creationId="{00000000-0000-0000-0000-000000000000}"/>
          </ac:spMkLst>
        </pc:spChg>
        <pc:spChg chg="add del">
          <ac:chgData name="Alex Aravena" userId="S::alex.aravena.p@mail.pucv.cl::3d3c6775-e7a1-4e1c-b64b-c38162922a1a" providerId="AD" clId="Web-{00000000-0000-0000-0000-000000000000}" dt="2026-10-20T23:36:20.715" v="117"/>
          <ac:spMkLst>
            <pc:docMk/>
            <pc:sldMk cId="0" sldId="261"/>
            <ac:spMk id="376" creationId="{00000000-0000-0000-0000-000000000000}"/>
          </ac:spMkLst>
        </pc:spChg>
        <pc:spChg chg="add del">
          <ac:chgData name="Alex Aravena" userId="S::alex.aravena.p@mail.pucv.cl::3d3c6775-e7a1-4e1c-b64b-c38162922a1a" providerId="AD" clId="Web-{00000000-0000-0000-0000-000000000000}" dt="2026-10-20T23:36:20.715" v="118"/>
          <ac:spMkLst>
            <pc:docMk/>
            <pc:sldMk cId="0" sldId="261"/>
            <ac:spMk id="377" creationId="{00000000-0000-0000-0000-000000000000}"/>
          </ac:spMkLst>
        </pc:spChg>
        <pc:spChg chg="add del">
          <ac:chgData name="Alex Aravena" userId="S::alex.aravena.p@mail.pucv.cl::3d3c6775-e7a1-4e1c-b64b-c38162922a1a" providerId="AD" clId="Web-{00000000-0000-0000-0000-000000000000}" dt="2026-10-20T23:36:20.715" v="119"/>
          <ac:spMkLst>
            <pc:docMk/>
            <pc:sldMk cId="0" sldId="261"/>
            <ac:spMk id="378" creationId="{00000000-0000-0000-0000-000000000000}"/>
          </ac:spMkLst>
        </pc:spChg>
        <pc:spChg chg="add del">
          <ac:chgData name="Alex Aravena" userId="S::alex.aravena.p@mail.pucv.cl::3d3c6775-e7a1-4e1c-b64b-c38162922a1a" providerId="AD" clId="Web-{00000000-0000-0000-0000-000000000000}" dt="2026-10-20T23:36:20.715" v="120"/>
          <ac:spMkLst>
            <pc:docMk/>
            <pc:sldMk cId="0" sldId="261"/>
            <ac:spMk id="379" creationId="{00000000-0000-0000-0000-000000000000}"/>
          </ac:spMkLst>
        </pc:spChg>
        <pc:spChg chg="add del">
          <ac:chgData name="Alex Aravena" userId="S::alex.aravena.p@mail.pucv.cl::3d3c6775-e7a1-4e1c-b64b-c38162922a1a" providerId="AD" clId="Web-{00000000-0000-0000-0000-000000000000}" dt="2026-10-20T23:36:20.715" v="121"/>
          <ac:spMkLst>
            <pc:docMk/>
            <pc:sldMk cId="0" sldId="261"/>
            <ac:spMk id="380" creationId="{00000000-0000-0000-0000-000000000000}"/>
          </ac:spMkLst>
        </pc:spChg>
        <pc:spChg chg="add del">
          <ac:chgData name="Alex Aravena" userId="S::alex.aravena.p@mail.pucv.cl::3d3c6775-e7a1-4e1c-b64b-c38162922a1a" providerId="AD" clId="Web-{00000000-0000-0000-0000-000000000000}" dt="2026-10-20T23:36:20.715" v="122"/>
          <ac:spMkLst>
            <pc:docMk/>
            <pc:sldMk cId="0" sldId="261"/>
            <ac:spMk id="381" creationId="{00000000-0000-0000-0000-000000000000}"/>
          </ac:spMkLst>
        </pc:spChg>
        <pc:spChg chg="add del">
          <ac:chgData name="Alex Aravena" userId="S::alex.aravena.p@mail.pucv.cl::3d3c6775-e7a1-4e1c-b64b-c38162922a1a" providerId="AD" clId="Web-{00000000-0000-0000-0000-000000000000}" dt="2026-10-20T23:36:20.715" v="123"/>
          <ac:spMkLst>
            <pc:docMk/>
            <pc:sldMk cId="0" sldId="261"/>
            <ac:spMk id="382" creationId="{00000000-0000-0000-0000-000000000000}"/>
          </ac:spMkLst>
        </pc:spChg>
        <pc:spChg chg="add del">
          <ac:chgData name="Alex Aravena" userId="S::alex.aravena.p@mail.pucv.cl::3d3c6775-e7a1-4e1c-b64b-c38162922a1a" providerId="AD" clId="Web-{00000000-0000-0000-0000-000000000000}" dt="2026-10-20T23:36:20.715" v="124"/>
          <ac:spMkLst>
            <pc:docMk/>
            <pc:sldMk cId="0" sldId="261"/>
            <ac:spMk id="383" creationId="{00000000-0000-0000-0000-000000000000}"/>
          </ac:spMkLst>
        </pc:spChg>
        <pc:spChg chg="add del">
          <ac:chgData name="Alex Aravena" userId="S::alex.aravena.p@mail.pucv.cl::3d3c6775-e7a1-4e1c-b64b-c38162922a1a" providerId="AD" clId="Web-{00000000-0000-0000-0000-000000000000}" dt="2026-10-20T23:36:20.715" v="125"/>
          <ac:spMkLst>
            <pc:docMk/>
            <pc:sldMk cId="0" sldId="261"/>
            <ac:spMk id="384" creationId="{00000000-0000-0000-0000-000000000000}"/>
          </ac:spMkLst>
        </pc:spChg>
        <pc:spChg chg="add del">
          <ac:chgData name="Alex Aravena" userId="S::alex.aravena.p@mail.pucv.cl::3d3c6775-e7a1-4e1c-b64b-c38162922a1a" providerId="AD" clId="Web-{00000000-0000-0000-0000-000000000000}" dt="2026-10-20T23:36:20.715" v="126"/>
          <ac:spMkLst>
            <pc:docMk/>
            <pc:sldMk cId="0" sldId="261"/>
            <ac:spMk id="385" creationId="{00000000-0000-0000-0000-000000000000}"/>
          </ac:spMkLst>
        </pc:spChg>
        <pc:spChg chg="add del">
          <ac:chgData name="Alex Aravena" userId="S::alex.aravena.p@mail.pucv.cl::3d3c6775-e7a1-4e1c-b64b-c38162922a1a" providerId="AD" clId="Web-{00000000-0000-0000-0000-000000000000}" dt="2026-10-20T23:36:20.715" v="128"/>
          <ac:spMkLst>
            <pc:docMk/>
            <pc:sldMk cId="0" sldId="261"/>
            <ac:spMk id="387" creationId="{00000000-0000-0000-0000-000000000000}"/>
          </ac:spMkLst>
        </pc:spChg>
        <pc:spChg chg="add del">
          <ac:chgData name="Alex Aravena" userId="S::alex.aravena.p@mail.pucv.cl::3d3c6775-e7a1-4e1c-b64b-c38162922a1a" providerId="AD" clId="Web-{00000000-0000-0000-0000-000000000000}" dt="2026-10-20T23:36:20.715" v="129"/>
          <ac:spMkLst>
            <pc:docMk/>
            <pc:sldMk cId="0" sldId="261"/>
            <ac:spMk id="388" creationId="{00000000-0000-0000-0000-000000000000}"/>
          </ac:spMkLst>
        </pc:spChg>
        <pc:spChg chg="add del">
          <ac:chgData name="Alex Aravena" userId="S::alex.aravena.p@mail.pucv.cl::3d3c6775-e7a1-4e1c-b64b-c38162922a1a" providerId="AD" clId="Web-{00000000-0000-0000-0000-000000000000}" dt="2026-10-20T23:36:20.715" v="130"/>
          <ac:spMkLst>
            <pc:docMk/>
            <pc:sldMk cId="0" sldId="261"/>
            <ac:spMk id="389" creationId="{00000000-0000-0000-0000-000000000000}"/>
          </ac:spMkLst>
        </pc:spChg>
        <pc:spChg chg="add del">
          <ac:chgData name="Alex Aravena" userId="S::alex.aravena.p@mail.pucv.cl::3d3c6775-e7a1-4e1c-b64b-c38162922a1a" providerId="AD" clId="Web-{00000000-0000-0000-0000-000000000000}" dt="2026-10-20T23:36:20.715" v="131"/>
          <ac:spMkLst>
            <pc:docMk/>
            <pc:sldMk cId="0" sldId="261"/>
            <ac:spMk id="390" creationId="{00000000-0000-0000-0000-000000000000}"/>
          </ac:spMkLst>
        </pc:spChg>
        <pc:spChg chg="add del">
          <ac:chgData name="Alex Aravena" userId="S::alex.aravena.p@mail.pucv.cl::3d3c6775-e7a1-4e1c-b64b-c38162922a1a" providerId="AD" clId="Web-{00000000-0000-0000-0000-000000000000}" dt="2026-10-20T23:36:20.715" v="132"/>
          <ac:spMkLst>
            <pc:docMk/>
            <pc:sldMk cId="0" sldId="261"/>
            <ac:spMk id="391" creationId="{00000000-0000-0000-0000-000000000000}"/>
          </ac:spMkLst>
        </pc:spChg>
        <pc:spChg chg="add del">
          <ac:chgData name="Alex Aravena" userId="S::alex.aravena.p@mail.pucv.cl::3d3c6775-e7a1-4e1c-b64b-c38162922a1a" providerId="AD" clId="Web-{00000000-0000-0000-0000-000000000000}" dt="2026-10-20T23:36:20.715" v="134"/>
          <ac:spMkLst>
            <pc:docMk/>
            <pc:sldMk cId="0" sldId="261"/>
            <ac:spMk id="393" creationId="{00000000-0000-0000-0000-000000000000}"/>
          </ac:spMkLst>
        </pc:spChg>
        <pc:spChg chg="add del">
          <ac:chgData name="Alex Aravena" userId="S::alex.aravena.p@mail.pucv.cl::3d3c6775-e7a1-4e1c-b64b-c38162922a1a" providerId="AD" clId="Web-{00000000-0000-0000-0000-000000000000}" dt="2026-10-20T23:36:20.715" v="135"/>
          <ac:spMkLst>
            <pc:docMk/>
            <pc:sldMk cId="0" sldId="261"/>
            <ac:spMk id="394" creationId="{00000000-0000-0000-0000-000000000000}"/>
          </ac:spMkLst>
        </pc:spChg>
        <pc:spChg chg="add del">
          <ac:chgData name="Alex Aravena" userId="S::alex.aravena.p@mail.pucv.cl::3d3c6775-e7a1-4e1c-b64b-c38162922a1a" providerId="AD" clId="Web-{00000000-0000-0000-0000-000000000000}" dt="2026-10-20T23:36:20.715" v="136"/>
          <ac:spMkLst>
            <pc:docMk/>
            <pc:sldMk cId="0" sldId="261"/>
            <ac:spMk id="395" creationId="{00000000-0000-0000-0000-000000000000}"/>
          </ac:spMkLst>
        </pc:spChg>
        <pc:spChg chg="add del">
          <ac:chgData name="Alex Aravena" userId="S::alex.aravena.p@mail.pucv.cl::3d3c6775-e7a1-4e1c-b64b-c38162922a1a" providerId="AD" clId="Web-{00000000-0000-0000-0000-000000000000}" dt="2026-10-20T23:36:20.715" v="138"/>
          <ac:spMkLst>
            <pc:docMk/>
            <pc:sldMk cId="0" sldId="261"/>
            <ac:spMk id="397" creationId="{00000000-0000-0000-0000-000000000000}"/>
          </ac:spMkLst>
        </pc:spChg>
        <pc:spChg chg="add del">
          <ac:chgData name="Alex Aravena" userId="S::alex.aravena.p@mail.pucv.cl::3d3c6775-e7a1-4e1c-b64b-c38162922a1a" providerId="AD" clId="Web-{00000000-0000-0000-0000-000000000000}" dt="2026-10-20T23:36:20.715" v="139"/>
          <ac:spMkLst>
            <pc:docMk/>
            <pc:sldMk cId="0" sldId="261"/>
            <ac:spMk id="398" creationId="{00000000-0000-0000-0000-000000000000}"/>
          </ac:spMkLst>
        </pc:spChg>
        <pc:spChg chg="add del">
          <ac:chgData name="Alex Aravena" userId="S::alex.aravena.p@mail.pucv.cl::3d3c6775-e7a1-4e1c-b64b-c38162922a1a" providerId="AD" clId="Web-{00000000-0000-0000-0000-000000000000}" dt="2026-10-20T23:36:20.715" v="140"/>
          <ac:spMkLst>
            <pc:docMk/>
            <pc:sldMk cId="0" sldId="261"/>
            <ac:spMk id="399" creationId="{00000000-0000-0000-0000-000000000000}"/>
          </ac:spMkLst>
        </pc:spChg>
        <pc:spChg chg="add del">
          <ac:chgData name="Alex Aravena" userId="S::alex.aravena.p@mail.pucv.cl::3d3c6775-e7a1-4e1c-b64b-c38162922a1a" providerId="AD" clId="Web-{00000000-0000-0000-0000-000000000000}" dt="2026-10-20T23:36:20.715" v="142"/>
          <ac:spMkLst>
            <pc:docMk/>
            <pc:sldMk cId="0" sldId="261"/>
            <ac:spMk id="401" creationId="{00000000-0000-0000-0000-000000000000}"/>
          </ac:spMkLst>
        </pc:spChg>
        <pc:spChg chg="add del">
          <ac:chgData name="Alex Aravena" userId="S::alex.aravena.p@mail.pucv.cl::3d3c6775-e7a1-4e1c-b64b-c38162922a1a" providerId="AD" clId="Web-{00000000-0000-0000-0000-000000000000}" dt="2026-10-20T23:36:20.715" v="143"/>
          <ac:spMkLst>
            <pc:docMk/>
            <pc:sldMk cId="0" sldId="261"/>
            <ac:spMk id="402" creationId="{00000000-0000-0000-0000-000000000000}"/>
          </ac:spMkLst>
        </pc:spChg>
        <pc:spChg chg="add del">
          <ac:chgData name="Alex Aravena" userId="S::alex.aravena.p@mail.pucv.cl::3d3c6775-e7a1-4e1c-b64b-c38162922a1a" providerId="AD" clId="Web-{00000000-0000-0000-0000-000000000000}" dt="2026-10-20T23:36:20.715" v="144"/>
          <ac:spMkLst>
            <pc:docMk/>
            <pc:sldMk cId="0" sldId="261"/>
            <ac:spMk id="403" creationId="{00000000-0000-0000-0000-000000000000}"/>
          </ac:spMkLst>
        </pc:spChg>
        <pc:spChg chg="add del">
          <ac:chgData name="Alex Aravena" userId="S::alex.aravena.p@mail.pucv.cl::3d3c6775-e7a1-4e1c-b64b-c38162922a1a" providerId="AD" clId="Web-{00000000-0000-0000-0000-000000000000}" dt="2026-10-20T23:36:20.730" v="146"/>
          <ac:spMkLst>
            <pc:docMk/>
            <pc:sldMk cId="0" sldId="261"/>
            <ac:spMk id="405" creationId="{00000000-0000-0000-0000-000000000000}"/>
          </ac:spMkLst>
        </pc:spChg>
        <pc:spChg chg="add del">
          <ac:chgData name="Alex Aravena" userId="S::alex.aravena.p@mail.pucv.cl::3d3c6775-e7a1-4e1c-b64b-c38162922a1a" providerId="AD" clId="Web-{00000000-0000-0000-0000-000000000000}" dt="2026-10-20T23:36:20.730" v="147"/>
          <ac:spMkLst>
            <pc:docMk/>
            <pc:sldMk cId="0" sldId="261"/>
            <ac:spMk id="406" creationId="{00000000-0000-0000-0000-000000000000}"/>
          </ac:spMkLst>
        </pc:spChg>
        <pc:spChg chg="add del">
          <ac:chgData name="Alex Aravena" userId="S::alex.aravena.p@mail.pucv.cl::3d3c6775-e7a1-4e1c-b64b-c38162922a1a" providerId="AD" clId="Web-{00000000-0000-0000-0000-000000000000}" dt="2026-10-20T23:36:20.730" v="148"/>
          <ac:spMkLst>
            <pc:docMk/>
            <pc:sldMk cId="0" sldId="261"/>
            <ac:spMk id="407" creationId="{00000000-0000-0000-0000-000000000000}"/>
          </ac:spMkLst>
        </pc:spChg>
        <pc:spChg chg="add del">
          <ac:chgData name="Alex Aravena" userId="S::alex.aravena.p@mail.pucv.cl::3d3c6775-e7a1-4e1c-b64b-c38162922a1a" providerId="AD" clId="Web-{00000000-0000-0000-0000-000000000000}" dt="2026-10-20T23:36:20.730" v="150"/>
          <ac:spMkLst>
            <pc:docMk/>
            <pc:sldMk cId="0" sldId="261"/>
            <ac:spMk id="409" creationId="{00000000-0000-0000-0000-000000000000}"/>
          </ac:spMkLst>
        </pc:spChg>
        <pc:spChg chg="add del">
          <ac:chgData name="Alex Aravena" userId="S::alex.aravena.p@mail.pucv.cl::3d3c6775-e7a1-4e1c-b64b-c38162922a1a" providerId="AD" clId="Web-{00000000-0000-0000-0000-000000000000}" dt="2026-10-20T23:36:20.730" v="151"/>
          <ac:spMkLst>
            <pc:docMk/>
            <pc:sldMk cId="0" sldId="261"/>
            <ac:spMk id="410" creationId="{00000000-0000-0000-0000-000000000000}"/>
          </ac:spMkLst>
        </pc:spChg>
        <pc:spChg chg="add del">
          <ac:chgData name="Alex Aravena" userId="S::alex.aravena.p@mail.pucv.cl::3d3c6775-e7a1-4e1c-b64b-c38162922a1a" providerId="AD" clId="Web-{00000000-0000-0000-0000-000000000000}" dt="2026-10-20T23:36:20.730" v="152"/>
          <ac:spMkLst>
            <pc:docMk/>
            <pc:sldMk cId="0" sldId="261"/>
            <ac:spMk id="411" creationId="{00000000-0000-0000-0000-000000000000}"/>
          </ac:spMkLst>
        </pc:spChg>
        <pc:spChg chg="add del">
          <ac:chgData name="Alex Aravena" userId="S::alex.aravena.p@mail.pucv.cl::3d3c6775-e7a1-4e1c-b64b-c38162922a1a" providerId="AD" clId="Web-{00000000-0000-0000-0000-000000000000}" dt="2026-10-20T23:36:20.730" v="153"/>
          <ac:spMkLst>
            <pc:docMk/>
            <pc:sldMk cId="0" sldId="261"/>
            <ac:spMk id="412" creationId="{00000000-0000-0000-0000-000000000000}"/>
          </ac:spMkLst>
        </pc:spChg>
        <pc:spChg chg="add del">
          <ac:chgData name="Alex Aravena" userId="S::alex.aravena.p@mail.pucv.cl::3d3c6775-e7a1-4e1c-b64b-c38162922a1a" providerId="AD" clId="Web-{00000000-0000-0000-0000-000000000000}" dt="2026-10-20T23:36:20.730" v="154"/>
          <ac:spMkLst>
            <pc:docMk/>
            <pc:sldMk cId="0" sldId="261"/>
            <ac:spMk id="413" creationId="{00000000-0000-0000-0000-000000000000}"/>
          </ac:spMkLst>
        </pc:spChg>
        <pc:spChg chg="add del">
          <ac:chgData name="Alex Aravena" userId="S::alex.aravena.p@mail.pucv.cl::3d3c6775-e7a1-4e1c-b64b-c38162922a1a" providerId="AD" clId="Web-{00000000-0000-0000-0000-000000000000}" dt="2026-10-20T23:36:20.730" v="156"/>
          <ac:spMkLst>
            <pc:docMk/>
            <pc:sldMk cId="0" sldId="261"/>
            <ac:spMk id="415" creationId="{00000000-0000-0000-0000-000000000000}"/>
          </ac:spMkLst>
        </pc:spChg>
        <pc:spChg chg="add del">
          <ac:chgData name="Alex Aravena" userId="S::alex.aravena.p@mail.pucv.cl::3d3c6775-e7a1-4e1c-b64b-c38162922a1a" providerId="AD" clId="Web-{00000000-0000-0000-0000-000000000000}" dt="2026-10-20T23:36:20.730" v="157"/>
          <ac:spMkLst>
            <pc:docMk/>
            <pc:sldMk cId="0" sldId="261"/>
            <ac:spMk id="416" creationId="{00000000-0000-0000-0000-000000000000}"/>
          </ac:spMkLst>
        </pc:spChg>
        <pc:spChg chg="add del">
          <ac:chgData name="Alex Aravena" userId="S::alex.aravena.p@mail.pucv.cl::3d3c6775-e7a1-4e1c-b64b-c38162922a1a" providerId="AD" clId="Web-{00000000-0000-0000-0000-000000000000}" dt="2026-10-20T23:36:20.730" v="158"/>
          <ac:spMkLst>
            <pc:docMk/>
            <pc:sldMk cId="0" sldId="261"/>
            <ac:spMk id="417" creationId="{00000000-0000-0000-0000-000000000000}"/>
          </ac:spMkLst>
        </pc:spChg>
        <pc:spChg chg="add del">
          <ac:chgData name="Alex Aravena" userId="S::alex.aravena.p@mail.pucv.cl::3d3c6775-e7a1-4e1c-b64b-c38162922a1a" providerId="AD" clId="Web-{00000000-0000-0000-0000-000000000000}" dt="2026-10-20T23:36:20.730" v="159"/>
          <ac:spMkLst>
            <pc:docMk/>
            <pc:sldMk cId="0" sldId="261"/>
            <ac:spMk id="418" creationId="{00000000-0000-0000-0000-000000000000}"/>
          </ac:spMkLst>
        </pc:spChg>
        <pc:spChg chg="add del">
          <ac:chgData name="Alex Aravena" userId="S::alex.aravena.p@mail.pucv.cl::3d3c6775-e7a1-4e1c-b64b-c38162922a1a" providerId="AD" clId="Web-{00000000-0000-0000-0000-000000000000}" dt="2026-10-20T23:36:20.730" v="160"/>
          <ac:spMkLst>
            <pc:docMk/>
            <pc:sldMk cId="0" sldId="261"/>
            <ac:spMk id="419" creationId="{00000000-0000-0000-0000-000000000000}"/>
          </ac:spMkLst>
        </pc:spChg>
        <pc:spChg chg="add del">
          <ac:chgData name="Alex Aravena" userId="S::alex.aravena.p@mail.pucv.cl::3d3c6775-e7a1-4e1c-b64b-c38162922a1a" providerId="AD" clId="Web-{00000000-0000-0000-0000-000000000000}" dt="2026-10-20T23:36:20.730" v="161"/>
          <ac:spMkLst>
            <pc:docMk/>
            <pc:sldMk cId="0" sldId="261"/>
            <ac:spMk id="420" creationId="{00000000-0000-0000-0000-000000000000}"/>
          </ac:spMkLst>
        </pc:spChg>
        <pc:spChg chg="add del">
          <ac:chgData name="Alex Aravena" userId="S::alex.aravena.p@mail.pucv.cl::3d3c6775-e7a1-4e1c-b64b-c38162922a1a" providerId="AD" clId="Web-{00000000-0000-0000-0000-000000000000}" dt="2026-10-20T23:36:20.730" v="163"/>
          <ac:spMkLst>
            <pc:docMk/>
            <pc:sldMk cId="0" sldId="261"/>
            <ac:spMk id="422" creationId="{00000000-0000-0000-0000-000000000000}"/>
          </ac:spMkLst>
        </pc:spChg>
        <pc:spChg chg="add del">
          <ac:chgData name="Alex Aravena" userId="S::alex.aravena.p@mail.pucv.cl::3d3c6775-e7a1-4e1c-b64b-c38162922a1a" providerId="AD" clId="Web-{00000000-0000-0000-0000-000000000000}" dt="2026-10-20T23:36:20.730" v="164"/>
          <ac:spMkLst>
            <pc:docMk/>
            <pc:sldMk cId="0" sldId="261"/>
            <ac:spMk id="423" creationId="{00000000-0000-0000-0000-000000000000}"/>
          </ac:spMkLst>
        </pc:spChg>
        <pc:spChg chg="add del">
          <ac:chgData name="Alex Aravena" userId="S::alex.aravena.p@mail.pucv.cl::3d3c6775-e7a1-4e1c-b64b-c38162922a1a" providerId="AD" clId="Web-{00000000-0000-0000-0000-000000000000}" dt="2026-10-20T23:36:20.730" v="165"/>
          <ac:spMkLst>
            <pc:docMk/>
            <pc:sldMk cId="0" sldId="261"/>
            <ac:spMk id="424" creationId="{00000000-0000-0000-0000-000000000000}"/>
          </ac:spMkLst>
        </pc:spChg>
        <pc:spChg chg="add del">
          <ac:chgData name="Alex Aravena" userId="S::alex.aravena.p@mail.pucv.cl::3d3c6775-e7a1-4e1c-b64b-c38162922a1a" providerId="AD" clId="Web-{00000000-0000-0000-0000-000000000000}" dt="2026-10-20T23:36:20.730" v="167"/>
          <ac:spMkLst>
            <pc:docMk/>
            <pc:sldMk cId="0" sldId="261"/>
            <ac:spMk id="426" creationId="{00000000-0000-0000-0000-000000000000}"/>
          </ac:spMkLst>
        </pc:spChg>
        <pc:spChg chg="add del">
          <ac:chgData name="Alex Aravena" userId="S::alex.aravena.p@mail.pucv.cl::3d3c6775-e7a1-4e1c-b64b-c38162922a1a" providerId="AD" clId="Web-{00000000-0000-0000-0000-000000000000}" dt="2026-10-20T23:36:20.730" v="168"/>
          <ac:spMkLst>
            <pc:docMk/>
            <pc:sldMk cId="0" sldId="261"/>
            <ac:spMk id="427" creationId="{00000000-0000-0000-0000-000000000000}"/>
          </ac:spMkLst>
        </pc:spChg>
        <pc:spChg chg="add del">
          <ac:chgData name="Alex Aravena" userId="S::alex.aravena.p@mail.pucv.cl::3d3c6775-e7a1-4e1c-b64b-c38162922a1a" providerId="AD" clId="Web-{00000000-0000-0000-0000-000000000000}" dt="2026-10-20T23:36:20.730" v="169"/>
          <ac:spMkLst>
            <pc:docMk/>
            <pc:sldMk cId="0" sldId="261"/>
            <ac:spMk id="428" creationId="{00000000-0000-0000-0000-000000000000}"/>
          </ac:spMkLst>
        </pc:spChg>
        <pc:spChg chg="add del">
          <ac:chgData name="Alex Aravena" userId="S::alex.aravena.p@mail.pucv.cl::3d3c6775-e7a1-4e1c-b64b-c38162922a1a" providerId="AD" clId="Web-{00000000-0000-0000-0000-000000000000}" dt="2026-10-20T23:36:20.730" v="171"/>
          <ac:spMkLst>
            <pc:docMk/>
            <pc:sldMk cId="0" sldId="261"/>
            <ac:spMk id="430" creationId="{00000000-0000-0000-0000-000000000000}"/>
          </ac:spMkLst>
        </pc:spChg>
        <pc:spChg chg="add del">
          <ac:chgData name="Alex Aravena" userId="S::alex.aravena.p@mail.pucv.cl::3d3c6775-e7a1-4e1c-b64b-c38162922a1a" providerId="AD" clId="Web-{00000000-0000-0000-0000-000000000000}" dt="2026-10-20T23:36:20.730" v="172"/>
          <ac:spMkLst>
            <pc:docMk/>
            <pc:sldMk cId="0" sldId="261"/>
            <ac:spMk id="431" creationId="{00000000-0000-0000-0000-000000000000}"/>
          </ac:spMkLst>
        </pc:spChg>
        <pc:spChg chg="add del">
          <ac:chgData name="Alex Aravena" userId="S::alex.aravena.p@mail.pucv.cl::3d3c6775-e7a1-4e1c-b64b-c38162922a1a" providerId="AD" clId="Web-{00000000-0000-0000-0000-000000000000}" dt="2026-10-20T23:36:20.730" v="173"/>
          <ac:spMkLst>
            <pc:docMk/>
            <pc:sldMk cId="0" sldId="261"/>
            <ac:spMk id="432" creationId="{00000000-0000-0000-0000-000000000000}"/>
          </ac:spMkLst>
        </pc:spChg>
        <pc:spChg chg="add del">
          <ac:chgData name="Alex Aravena" userId="S::alex.aravena.p@mail.pucv.cl::3d3c6775-e7a1-4e1c-b64b-c38162922a1a" providerId="AD" clId="Web-{00000000-0000-0000-0000-000000000000}" dt="2026-10-20T23:36:20.730" v="175"/>
          <ac:spMkLst>
            <pc:docMk/>
            <pc:sldMk cId="0" sldId="261"/>
            <ac:spMk id="434" creationId="{00000000-0000-0000-0000-000000000000}"/>
          </ac:spMkLst>
        </pc:spChg>
        <pc:spChg chg="add del">
          <ac:chgData name="Alex Aravena" userId="S::alex.aravena.p@mail.pucv.cl::3d3c6775-e7a1-4e1c-b64b-c38162922a1a" providerId="AD" clId="Web-{00000000-0000-0000-0000-000000000000}" dt="2026-10-20T23:36:20.730" v="176"/>
          <ac:spMkLst>
            <pc:docMk/>
            <pc:sldMk cId="0" sldId="261"/>
            <ac:spMk id="435" creationId="{00000000-0000-0000-0000-000000000000}"/>
          </ac:spMkLst>
        </pc:spChg>
        <pc:spChg chg="add del">
          <ac:chgData name="Alex Aravena" userId="S::alex.aravena.p@mail.pucv.cl::3d3c6775-e7a1-4e1c-b64b-c38162922a1a" providerId="AD" clId="Web-{00000000-0000-0000-0000-000000000000}" dt="2026-10-20T23:36:20.730" v="177"/>
          <ac:spMkLst>
            <pc:docMk/>
            <pc:sldMk cId="0" sldId="261"/>
            <ac:spMk id="436" creationId="{00000000-0000-0000-0000-000000000000}"/>
          </ac:spMkLst>
        </pc:spChg>
        <pc:spChg chg="add del">
          <ac:chgData name="Alex Aravena" userId="S::alex.aravena.p@mail.pucv.cl::3d3c6775-e7a1-4e1c-b64b-c38162922a1a" providerId="AD" clId="Web-{00000000-0000-0000-0000-000000000000}" dt="2026-10-20T23:36:20.730" v="178"/>
          <ac:spMkLst>
            <pc:docMk/>
            <pc:sldMk cId="0" sldId="261"/>
            <ac:spMk id="437" creationId="{00000000-0000-0000-0000-000000000000}"/>
          </ac:spMkLst>
        </pc:spChg>
        <pc:spChg chg="add del">
          <ac:chgData name="Alex Aravena" userId="S::alex.aravena.p@mail.pucv.cl::3d3c6775-e7a1-4e1c-b64b-c38162922a1a" providerId="AD" clId="Web-{00000000-0000-0000-0000-000000000000}" dt="2026-10-20T23:36:20.730" v="179"/>
          <ac:spMkLst>
            <pc:docMk/>
            <pc:sldMk cId="0" sldId="261"/>
            <ac:spMk id="438" creationId="{00000000-0000-0000-0000-000000000000}"/>
          </ac:spMkLst>
        </pc:spChg>
        <pc:spChg chg="add del">
          <ac:chgData name="Alex Aravena" userId="S::alex.aravena.p@mail.pucv.cl::3d3c6775-e7a1-4e1c-b64b-c38162922a1a" providerId="AD" clId="Web-{00000000-0000-0000-0000-000000000000}" dt="2026-10-20T23:36:20.730" v="181"/>
          <ac:spMkLst>
            <pc:docMk/>
            <pc:sldMk cId="0" sldId="261"/>
            <ac:spMk id="440" creationId="{00000000-0000-0000-0000-000000000000}"/>
          </ac:spMkLst>
        </pc:spChg>
        <pc:spChg chg="add del">
          <ac:chgData name="Alex Aravena" userId="S::alex.aravena.p@mail.pucv.cl::3d3c6775-e7a1-4e1c-b64b-c38162922a1a" providerId="AD" clId="Web-{00000000-0000-0000-0000-000000000000}" dt="2026-10-20T23:36:20.730" v="182"/>
          <ac:spMkLst>
            <pc:docMk/>
            <pc:sldMk cId="0" sldId="261"/>
            <ac:spMk id="441" creationId="{00000000-0000-0000-0000-000000000000}"/>
          </ac:spMkLst>
        </pc:spChg>
        <pc:spChg chg="add del">
          <ac:chgData name="Alex Aravena" userId="S::alex.aravena.p@mail.pucv.cl::3d3c6775-e7a1-4e1c-b64b-c38162922a1a" providerId="AD" clId="Web-{00000000-0000-0000-0000-000000000000}" dt="2026-10-20T23:36:20.730" v="183"/>
          <ac:spMkLst>
            <pc:docMk/>
            <pc:sldMk cId="0" sldId="261"/>
            <ac:spMk id="442" creationId="{00000000-0000-0000-0000-000000000000}"/>
          </ac:spMkLst>
        </pc:spChg>
        <pc:spChg chg="add del">
          <ac:chgData name="Alex Aravena" userId="S::alex.aravena.p@mail.pucv.cl::3d3c6775-e7a1-4e1c-b64b-c38162922a1a" providerId="AD" clId="Web-{00000000-0000-0000-0000-000000000000}" dt="2026-10-20T23:36:20.730" v="185"/>
          <ac:spMkLst>
            <pc:docMk/>
            <pc:sldMk cId="0" sldId="261"/>
            <ac:spMk id="444" creationId="{00000000-0000-0000-0000-000000000000}"/>
          </ac:spMkLst>
        </pc:spChg>
        <pc:spChg chg="add del">
          <ac:chgData name="Alex Aravena" userId="S::alex.aravena.p@mail.pucv.cl::3d3c6775-e7a1-4e1c-b64b-c38162922a1a" providerId="AD" clId="Web-{00000000-0000-0000-0000-000000000000}" dt="2026-10-20T23:36:20.730" v="193"/>
          <ac:spMkLst>
            <pc:docMk/>
            <pc:sldMk cId="0" sldId="261"/>
            <ac:spMk id="452" creationId="{00000000-0000-0000-0000-000000000000}"/>
          </ac:spMkLst>
        </pc:spChg>
        <pc:spChg chg="add del">
          <ac:chgData name="Alex Aravena" userId="S::alex.aravena.p@mail.pucv.cl::3d3c6775-e7a1-4e1c-b64b-c38162922a1a" providerId="AD" clId="Web-{00000000-0000-0000-0000-000000000000}" dt="2026-10-20T23:36:20.730" v="194"/>
          <ac:spMkLst>
            <pc:docMk/>
            <pc:sldMk cId="0" sldId="261"/>
            <ac:spMk id="453" creationId="{00000000-0000-0000-0000-000000000000}"/>
          </ac:spMkLst>
        </pc:spChg>
        <pc:spChg chg="add del">
          <ac:chgData name="Alex Aravena" userId="S::alex.aravena.p@mail.pucv.cl::3d3c6775-e7a1-4e1c-b64b-c38162922a1a" providerId="AD" clId="Web-{00000000-0000-0000-0000-000000000000}" dt="2026-10-20T23:36:20.730" v="196"/>
          <ac:spMkLst>
            <pc:docMk/>
            <pc:sldMk cId="0" sldId="261"/>
            <ac:spMk id="455" creationId="{00000000-0000-0000-0000-000000000000}"/>
          </ac:spMkLst>
        </pc:spChg>
        <pc:spChg chg="add del">
          <ac:chgData name="Alex Aravena" userId="S::alex.aravena.p@mail.pucv.cl::3d3c6775-e7a1-4e1c-b64b-c38162922a1a" providerId="AD" clId="Web-{00000000-0000-0000-0000-000000000000}" dt="2026-10-20T23:36:20.730" v="200"/>
          <ac:spMkLst>
            <pc:docMk/>
            <pc:sldMk cId="0" sldId="261"/>
            <ac:spMk id="460" creationId="{00000000-0000-0000-0000-000000000000}"/>
          </ac:spMkLst>
        </pc:spChg>
        <pc:spChg chg="add del">
          <ac:chgData name="Alex Aravena" userId="S::alex.aravena.p@mail.pucv.cl::3d3c6775-e7a1-4e1c-b64b-c38162922a1a" providerId="AD" clId="Web-{00000000-0000-0000-0000-000000000000}" dt="2026-10-20T23:36:20.730" v="201"/>
          <ac:spMkLst>
            <pc:docMk/>
            <pc:sldMk cId="0" sldId="261"/>
            <ac:spMk id="461" creationId="{00000000-0000-0000-0000-000000000000}"/>
          </ac:spMkLst>
        </pc:spChg>
        <pc:cxnChg chg="add del">
          <ac:chgData name="Alex Aravena" userId="S::alex.aravena.p@mail.pucv.cl::3d3c6775-e7a1-4e1c-b64b-c38162922a1a" providerId="AD" clId="Web-{00000000-0000-0000-0000-000000000000}" dt="2026-10-20T23:36:20.715" v="127"/>
          <ac:cxnSpMkLst>
            <pc:docMk/>
            <pc:sldMk cId="0" sldId="261"/>
            <ac:cxnSpMk id="386" creationId="{00000000-0000-0000-0000-000000000000}"/>
          </ac:cxnSpMkLst>
        </pc:cxnChg>
        <pc:cxnChg chg="add del">
          <ac:chgData name="Alex Aravena" userId="S::alex.aravena.p@mail.pucv.cl::3d3c6775-e7a1-4e1c-b64b-c38162922a1a" providerId="AD" clId="Web-{00000000-0000-0000-0000-000000000000}" dt="2026-10-20T23:36:20.730" v="186"/>
          <ac:cxnSpMkLst>
            <pc:docMk/>
            <pc:sldMk cId="0" sldId="261"/>
            <ac:cxnSpMk id="445" creationId="{00000000-0000-0000-0000-000000000000}"/>
          </ac:cxnSpMkLst>
        </pc:cxnChg>
        <pc:cxnChg chg="add del">
          <ac:chgData name="Alex Aravena" userId="S::alex.aravena.p@mail.pucv.cl::3d3c6775-e7a1-4e1c-b64b-c38162922a1a" providerId="AD" clId="Web-{00000000-0000-0000-0000-000000000000}" dt="2026-10-20T23:36:20.730" v="187"/>
          <ac:cxnSpMkLst>
            <pc:docMk/>
            <pc:sldMk cId="0" sldId="261"/>
            <ac:cxnSpMk id="446" creationId="{00000000-0000-0000-0000-000000000000}"/>
          </ac:cxnSpMkLst>
        </pc:cxnChg>
        <pc:cxnChg chg="add del">
          <ac:chgData name="Alex Aravena" userId="S::alex.aravena.p@mail.pucv.cl::3d3c6775-e7a1-4e1c-b64b-c38162922a1a" providerId="AD" clId="Web-{00000000-0000-0000-0000-000000000000}" dt="2026-10-20T23:36:20.730" v="188"/>
          <ac:cxnSpMkLst>
            <pc:docMk/>
            <pc:sldMk cId="0" sldId="261"/>
            <ac:cxnSpMk id="447" creationId="{00000000-0000-0000-0000-000000000000}"/>
          </ac:cxnSpMkLst>
        </pc:cxnChg>
        <pc:cxnChg chg="add del">
          <ac:chgData name="Alex Aravena" userId="S::alex.aravena.p@mail.pucv.cl::3d3c6775-e7a1-4e1c-b64b-c38162922a1a" providerId="AD" clId="Web-{00000000-0000-0000-0000-000000000000}" dt="2026-10-20T23:36:20.730" v="189"/>
          <ac:cxnSpMkLst>
            <pc:docMk/>
            <pc:sldMk cId="0" sldId="261"/>
            <ac:cxnSpMk id="448" creationId="{00000000-0000-0000-0000-000000000000}"/>
          </ac:cxnSpMkLst>
        </pc:cxnChg>
        <pc:cxnChg chg="add del">
          <ac:chgData name="Alex Aravena" userId="S::alex.aravena.p@mail.pucv.cl::3d3c6775-e7a1-4e1c-b64b-c38162922a1a" providerId="AD" clId="Web-{00000000-0000-0000-0000-000000000000}" dt="2026-10-20T23:36:20.730" v="190"/>
          <ac:cxnSpMkLst>
            <pc:docMk/>
            <pc:sldMk cId="0" sldId="261"/>
            <ac:cxnSpMk id="449" creationId="{00000000-0000-0000-0000-000000000000}"/>
          </ac:cxnSpMkLst>
        </pc:cxnChg>
        <pc:cxnChg chg="add del">
          <ac:chgData name="Alex Aravena" userId="S::alex.aravena.p@mail.pucv.cl::3d3c6775-e7a1-4e1c-b64b-c38162922a1a" providerId="AD" clId="Web-{00000000-0000-0000-0000-000000000000}" dt="2026-10-20T23:36:20.730" v="191"/>
          <ac:cxnSpMkLst>
            <pc:docMk/>
            <pc:sldMk cId="0" sldId="261"/>
            <ac:cxnSpMk id="450" creationId="{00000000-0000-0000-0000-000000000000}"/>
          </ac:cxnSpMkLst>
        </pc:cxnChg>
        <pc:cxnChg chg="add del">
          <ac:chgData name="Alex Aravena" userId="S::alex.aravena.p@mail.pucv.cl::3d3c6775-e7a1-4e1c-b64b-c38162922a1a" providerId="AD" clId="Web-{00000000-0000-0000-0000-000000000000}" dt="2026-10-20T23:36:20.730" v="195"/>
          <ac:cxnSpMkLst>
            <pc:docMk/>
            <pc:sldMk cId="0" sldId="261"/>
            <ac:cxnSpMk id="454" creationId="{00000000-0000-0000-0000-000000000000}"/>
          </ac:cxnSpMkLst>
        </pc:cxnChg>
        <pc:cxnChg chg="add del">
          <ac:chgData name="Alex Aravena" userId="S::alex.aravena.p@mail.pucv.cl::3d3c6775-e7a1-4e1c-b64b-c38162922a1a" providerId="AD" clId="Web-{00000000-0000-0000-0000-000000000000}" dt="2026-10-20T23:36:20.730" v="197"/>
          <ac:cxnSpMkLst>
            <pc:docMk/>
            <pc:sldMk cId="0" sldId="261"/>
            <ac:cxnSpMk id="456" creationId="{00000000-0000-0000-0000-000000000000}"/>
          </ac:cxnSpMkLst>
        </pc:cxnChg>
        <pc:cxnChg chg="add del">
          <ac:chgData name="Alex Aravena" userId="S::alex.aravena.p@mail.pucv.cl::3d3c6775-e7a1-4e1c-b64b-c38162922a1a" providerId="AD" clId="Web-{00000000-0000-0000-0000-000000000000}" dt="2026-10-20T23:36:20.730" v="199"/>
          <ac:cxnSpMkLst>
            <pc:docMk/>
            <pc:sldMk cId="0" sldId="261"/>
            <ac:cxnSpMk id="458" creationId="{00000000-0000-0000-0000-000000000000}"/>
          </ac:cxnSpMkLst>
        </pc:cxnChg>
      </pc:sldChg>
      <pc:sldChg chg="modSp">
        <pc:chgData name="Alex Aravena" userId="S::alex.aravena.p@mail.pucv.cl::3d3c6775-e7a1-4e1c-b64b-c38162922a1a" providerId="AD" clId="Web-{00000000-0000-0000-0000-000000000000}" dt="2026-10-20T23:38:32.892" v="213" actId="14100"/>
        <pc:sldMkLst>
          <pc:docMk/>
          <pc:sldMk cId="0" sldId="271"/>
        </pc:sldMkLst>
        <pc:spChg chg="mod">
          <ac:chgData name="Alex Aravena" userId="S::alex.aravena.p@mail.pucv.cl::3d3c6775-e7a1-4e1c-b64b-c38162922a1a" providerId="AD" clId="Web-{00000000-0000-0000-0000-000000000000}" dt="2026-10-20T23:38:32.892" v="213" actId="14100"/>
          <ac:spMkLst>
            <pc:docMk/>
            <pc:sldMk cId="0" sldId="271"/>
            <ac:spMk id="639" creationId="{00000000-0000-0000-0000-000000000000}"/>
          </ac:spMkLst>
        </pc:spChg>
      </pc:sldChg>
      <pc:sldChg chg="delSp">
        <pc:chgData name="Alex Aravena" userId="S::alex.aravena.p@mail.pucv.cl::3d3c6775-e7a1-4e1c-b64b-c38162922a1a" providerId="AD" clId="Web-{00000000-0000-0000-0000-000000000000}" dt="2026-10-21T23:20:34.221" v="215"/>
        <pc:sldMkLst>
          <pc:docMk/>
          <pc:sldMk cId="0" sldId="300"/>
        </pc:sldMkLst>
        <pc:spChg chg="del">
          <ac:chgData name="Alex Aravena" userId="S::alex.aravena.p@mail.pucv.cl::3d3c6775-e7a1-4e1c-b64b-c38162922a1a" providerId="AD" clId="Web-{00000000-0000-0000-0000-000000000000}" dt="2026-10-21T23:20:31.955" v="214"/>
          <ac:spMkLst>
            <pc:docMk/>
            <pc:sldMk cId="0" sldId="300"/>
            <ac:spMk id="2100" creationId="{00000000-0000-0000-0000-000000000000}"/>
          </ac:spMkLst>
        </pc:spChg>
        <pc:spChg chg="del">
          <ac:chgData name="Alex Aravena" userId="S::alex.aravena.p@mail.pucv.cl::3d3c6775-e7a1-4e1c-b64b-c38162922a1a" providerId="AD" clId="Web-{00000000-0000-0000-0000-000000000000}" dt="2026-10-21T23:20:34.221" v="215"/>
          <ac:spMkLst>
            <pc:docMk/>
            <pc:sldMk cId="0" sldId="300"/>
            <ac:spMk id="2101" creationId="{00000000-0000-0000-0000-000000000000}"/>
          </ac:spMkLst>
        </pc:spChg>
      </pc:sldChg>
    </pc:docChg>
  </pc:docChgLst>
  <pc:docChgLst>
    <pc:chgData name="Leandro Chamorro Rojas" userId="S::leandro.chamorro.r@mail.pucv.cl::e3266c43-4908-4900-80a3-442f0ccddd51" providerId="AD" clId="Web-{3AE63D20-A9F5-5E5D-053C-132AC028C5F5}"/>
    <pc:docChg chg="modSld">
      <pc:chgData name="Leandro Chamorro Rojas" userId="S::leandro.chamorro.r@mail.pucv.cl::e3266c43-4908-4900-80a3-442f0ccddd51" providerId="AD" clId="Web-{3AE63D20-A9F5-5E5D-053C-132AC028C5F5}" dt="2026-10-21T00:34:02.467" v="3"/>
      <pc:docMkLst>
        <pc:docMk/>
      </pc:docMkLst>
      <pc:sldChg chg="delSp modSp">
        <pc:chgData name="Leandro Chamorro Rojas" userId="S::leandro.chamorro.r@mail.pucv.cl::e3266c43-4908-4900-80a3-442f0ccddd51" providerId="AD" clId="Web-{3AE63D20-A9F5-5E5D-053C-132AC028C5F5}" dt="2026-10-21T00:34:02.467" v="3"/>
        <pc:sldMkLst>
          <pc:docMk/>
          <pc:sldMk cId="0" sldId="261"/>
        </pc:sldMkLst>
        <pc:spChg chg="del">
          <ac:chgData name="Leandro Chamorro Rojas" userId="S::leandro.chamorro.r@mail.pucv.cl::e3266c43-4908-4900-80a3-442f0ccddd51" providerId="AD" clId="Web-{3AE63D20-A9F5-5E5D-053C-132AC028C5F5}" dt="2026-10-21T00:34:02.467" v="3"/>
          <ac:spMkLst>
            <pc:docMk/>
            <pc:sldMk cId="0" sldId="261"/>
            <ac:spMk id="451" creationId="{00000000-0000-0000-0000-000000000000}"/>
          </ac:spMkLst>
        </pc:spChg>
        <pc:spChg chg="mod">
          <ac:chgData name="Leandro Chamorro Rojas" userId="S::leandro.chamorro.r@mail.pucv.cl::e3266c43-4908-4900-80a3-442f0ccddd51" providerId="AD" clId="Web-{3AE63D20-A9F5-5E5D-053C-132AC028C5F5}" dt="2026-10-21T00:33:52.232" v="0" actId="20577"/>
          <ac:spMkLst>
            <pc:docMk/>
            <pc:sldMk cId="0" sldId="261"/>
            <ac:spMk id="453" creationId="{00000000-0000-0000-0000-000000000000}"/>
          </ac:spMkLst>
        </pc:spChg>
        <pc:spChg chg="mod">
          <ac:chgData name="Leandro Chamorro Rojas" userId="S::leandro.chamorro.r@mail.pucv.cl::e3266c43-4908-4900-80a3-442f0ccddd51" providerId="AD" clId="Web-{3AE63D20-A9F5-5E5D-053C-132AC028C5F5}" dt="2026-10-21T00:33:55.779" v="2" actId="20577"/>
          <ac:spMkLst>
            <pc:docMk/>
            <pc:sldMk cId="0" sldId="261"/>
            <ac:spMk id="455" creationId="{00000000-0000-0000-0000-000000000000}"/>
          </ac:spMkLst>
        </pc:spChg>
        <pc:spChg chg="mod">
          <ac:chgData name="Leandro Chamorro Rojas" userId="S::leandro.chamorro.r@mail.pucv.cl::e3266c43-4908-4900-80a3-442f0ccddd51" providerId="AD" clId="Web-{3AE63D20-A9F5-5E5D-053C-132AC028C5F5}" dt="2026-10-21T00:33:54.123" v="1" actId="20577"/>
          <ac:spMkLst>
            <pc:docMk/>
            <pc:sldMk cId="0" sldId="261"/>
            <ac:spMk id="460" creationId="{00000000-0000-0000-0000-000000000000}"/>
          </ac:spMkLst>
        </pc:spChg>
      </pc:sldChg>
    </pc:docChg>
  </pc:docChgLst>
  <pc:docChgLst>
    <pc:chgData name="Guest User" userId="S::urn:spo:tenantanon#6e4d5417-163d-4e66-83d7-c68ec7528de3::" providerId="AD" clId="Web-{4DC9CC42-96D1-0F39-9CCE-B2860139B7D5}"/>
    <pc:docChg chg="modSld">
      <pc:chgData name="Guest User" userId="S::urn:spo:tenantanon#6e4d5417-163d-4e66-83d7-c68ec7528de3::" providerId="AD" clId="Web-{4DC9CC42-96D1-0F39-9CCE-B2860139B7D5}" dt="2026-10-20T22:38:54.804" v="51"/>
      <pc:docMkLst>
        <pc:docMk/>
      </pc:docMkLst>
      <pc:sldChg chg="delSp modSp">
        <pc:chgData name="Guest User" userId="S::urn:spo:tenantanon#6e4d5417-163d-4e66-83d7-c68ec7528de3::" providerId="AD" clId="Web-{4DC9CC42-96D1-0F39-9CCE-B2860139B7D5}" dt="2026-10-20T22:38:54.804" v="51"/>
        <pc:sldMkLst>
          <pc:docMk/>
          <pc:sldMk cId="0" sldId="292"/>
        </pc:sldMkLst>
      </pc:sldChg>
    </pc:docChg>
  </pc:docChgLst>
  <pc:docChgLst>
    <pc:chgData name="Guest User" userId="S::urn:spo:tenantanon#6e4d5417-163d-4e66-83d7-c68ec7528de3::" providerId="AD" clId="Web-{E66A248C-3EB0-2D62-97BD-B389C63C57A7}"/>
    <pc:docChg chg="modSld">
      <pc:chgData name="Guest User" userId="S::urn:spo:tenantanon#6e4d5417-163d-4e66-83d7-c68ec7528de3::" providerId="AD" clId="Web-{E66A248C-3EB0-2D62-97BD-B389C63C57A7}" dt="2026-10-20T22:33:34.384" v="0" actId="1076"/>
      <pc:docMkLst>
        <pc:docMk/>
      </pc:docMkLst>
      <pc:sldChg chg="modSp">
        <pc:chgData name="Guest User" userId="S::urn:spo:tenantanon#6e4d5417-163d-4e66-83d7-c68ec7528de3::" providerId="AD" clId="Web-{E66A248C-3EB0-2D62-97BD-B389C63C57A7}" dt="2026-10-20T22:33:34.384" v="0" actId="1076"/>
        <pc:sldMkLst>
          <pc:docMk/>
          <pc:sldMk cId="0" sldId="256"/>
        </pc:sldMkLst>
        <pc:spChg chg="mod">
          <ac:chgData name="Guest User" userId="S::urn:spo:tenantanon#6e4d5417-163d-4e66-83d7-c68ec7528de3::" providerId="AD" clId="Web-{E66A248C-3EB0-2D62-97BD-B389C63C57A7}" dt="2026-10-20T22:33:34.384" v="0" actId="1076"/>
          <ac:spMkLst>
            <pc:docMk/>
            <pc:sldMk cId="0" sldId="256"/>
            <ac:spMk id="239" creationId="{00000000-0000-0000-0000-000000000000}"/>
          </ac:spMkLst>
        </pc:spChg>
      </pc:sldChg>
    </pc:docChg>
  </pc:docChgLst>
  <pc:docChgLst>
    <pc:chgData name="Guest User" userId="S::urn:spo:tenantanon#6e4d5417-163d-4e66-83d7-c68ec7528de3::" providerId="AD" clId="Web-{6E77489C-9C97-D8B2-E502-9AD454A1A150}"/>
    <pc:docChg chg="modSld">
      <pc:chgData name="Guest User" userId="S::urn:spo:tenantanon#6e4d5417-163d-4e66-83d7-c68ec7528de3::" providerId="AD" clId="Web-{6E77489C-9C97-D8B2-E502-9AD454A1A150}" dt="2026-10-21T01:26:52.020" v="111"/>
      <pc:docMkLst>
        <pc:docMk/>
      </pc:docMkLst>
      <pc:sldChg chg="addSp delSp modSp">
        <pc:chgData name="Guest User" userId="S::urn:spo:tenantanon#6e4d5417-163d-4e66-83d7-c68ec7528de3::" providerId="AD" clId="Web-{6E77489C-9C97-D8B2-E502-9AD454A1A150}" dt="2026-10-21T01:26:52.020" v="111"/>
        <pc:sldMkLst>
          <pc:docMk/>
          <pc:sldMk cId="0" sldId="292"/>
        </pc:sldMkLst>
        <pc:spChg chg="del">
          <ac:chgData name="Guest User" userId="S::urn:spo:tenantanon#6e4d5417-163d-4e66-83d7-c68ec7528de3::" providerId="AD" clId="Web-{6E77489C-9C97-D8B2-E502-9AD454A1A150}" dt="2026-10-21T01:26:52.020" v="111"/>
          <ac:spMkLst>
            <pc:docMk/>
            <pc:sldMk cId="0" sldId="292"/>
            <ac:spMk id="1827" creationId="{00000000-0000-0000-0000-000000000000}"/>
          </ac:spMkLst>
        </pc:spChg>
        <pc:spChg chg="del">
          <ac:chgData name="Guest User" userId="S::urn:spo:tenantanon#6e4d5417-163d-4e66-83d7-c68ec7528de3::" providerId="AD" clId="Web-{6E77489C-9C97-D8B2-E502-9AD454A1A150}" dt="2026-10-21T01:26:52.020" v="110"/>
          <ac:spMkLst>
            <pc:docMk/>
            <pc:sldMk cId="0" sldId="292"/>
            <ac:spMk id="1828" creationId="{00000000-0000-0000-0000-000000000000}"/>
          </ac:spMkLst>
        </pc:spChg>
        <pc:spChg chg="del">
          <ac:chgData name="Guest User" userId="S::urn:spo:tenantanon#6e4d5417-163d-4e66-83d7-c68ec7528de3::" providerId="AD" clId="Web-{6E77489C-9C97-D8B2-E502-9AD454A1A150}" dt="2026-10-21T01:26:52.020" v="109"/>
          <ac:spMkLst>
            <pc:docMk/>
            <pc:sldMk cId="0" sldId="292"/>
            <ac:spMk id="1829" creationId="{00000000-0000-0000-0000-000000000000}"/>
          </ac:spMkLst>
        </pc:spChg>
        <pc:spChg chg="del">
          <ac:chgData name="Guest User" userId="S::urn:spo:tenantanon#6e4d5417-163d-4e66-83d7-c68ec7528de3::" providerId="AD" clId="Web-{6E77489C-9C97-D8B2-E502-9AD454A1A150}" dt="2026-10-21T01:26:52.020" v="108"/>
          <ac:spMkLst>
            <pc:docMk/>
            <pc:sldMk cId="0" sldId="292"/>
            <ac:spMk id="1830" creationId="{00000000-0000-0000-0000-000000000000}"/>
          </ac:spMkLst>
        </pc:spChg>
        <pc:spChg chg="mod">
          <ac:chgData name="Guest User" userId="S::urn:spo:tenantanon#6e4d5417-163d-4e66-83d7-c68ec7528de3::" providerId="AD" clId="Web-{6E77489C-9C97-D8B2-E502-9AD454A1A150}" dt="2026-10-20T22:43:06.048" v="8" actId="20577"/>
          <ac:spMkLst>
            <pc:docMk/>
            <pc:sldMk cId="0" sldId="292"/>
            <ac:spMk id="1839" creationId="{00000000-0000-0000-0000-000000000000}"/>
          </ac:spMkLst>
        </pc:spChg>
        <pc:spChg chg="del">
          <ac:chgData name="Guest User" userId="S::urn:spo:tenantanon#6e4d5417-163d-4e66-83d7-c68ec7528de3::" providerId="AD" clId="Web-{6E77489C-9C97-D8B2-E502-9AD454A1A150}" dt="2026-10-21T01:20:25.633" v="107"/>
          <ac:spMkLst>
            <pc:docMk/>
            <pc:sldMk cId="0" sldId="292"/>
            <ac:spMk id="1844" creationId="{00000000-0000-0000-0000-000000000000}"/>
          </ac:spMkLst>
        </pc:spChg>
        <pc:spChg chg="mod">
          <ac:chgData name="Guest User" userId="S::urn:spo:tenantanon#6e4d5417-163d-4e66-83d7-c68ec7528de3::" providerId="AD" clId="Web-{6E77489C-9C97-D8B2-E502-9AD454A1A150}" dt="2026-10-20T22:43:12.657" v="16" actId="20577"/>
          <ac:spMkLst>
            <pc:docMk/>
            <pc:sldMk cId="0" sldId="292"/>
            <ac:spMk id="1848" creationId="{00000000-0000-0000-0000-000000000000}"/>
          </ac:spMkLst>
        </pc:spChg>
        <pc:spChg chg="add del">
          <ac:chgData name="Guest User" userId="S::urn:spo:tenantanon#6e4d5417-163d-4e66-83d7-c68ec7528de3::" providerId="AD" clId="Web-{6E77489C-9C97-D8B2-E502-9AD454A1A150}" dt="2026-10-21T01:20:24.461" v="106"/>
          <ac:spMkLst>
            <pc:docMk/>
            <pc:sldMk cId="0" sldId="292"/>
            <ac:spMk id="1853" creationId="{00000000-0000-0000-0000-000000000000}"/>
          </ac:spMkLst>
        </pc:spChg>
        <pc:spChg chg="mod">
          <ac:chgData name="Guest User" userId="S::urn:spo:tenantanon#6e4d5417-163d-4e66-83d7-c68ec7528de3::" providerId="AD" clId="Web-{6E77489C-9C97-D8B2-E502-9AD454A1A150}" dt="2026-10-20T22:43:31.517" v="24" actId="20577"/>
          <ac:spMkLst>
            <pc:docMk/>
            <pc:sldMk cId="0" sldId="292"/>
            <ac:spMk id="1857" creationId="{00000000-0000-0000-0000-000000000000}"/>
          </ac:spMkLst>
        </pc:spChg>
        <pc:spChg chg="add del">
          <ac:chgData name="Guest User" userId="S::urn:spo:tenantanon#6e4d5417-163d-4e66-83d7-c68ec7528de3::" providerId="AD" clId="Web-{6E77489C-9C97-D8B2-E502-9AD454A1A150}" dt="2026-10-21T01:20:23.758" v="105"/>
          <ac:spMkLst>
            <pc:docMk/>
            <pc:sldMk cId="0" sldId="292"/>
            <ac:spMk id="1862" creationId="{00000000-0000-0000-0000-000000000000}"/>
          </ac:spMkLst>
        </pc:spChg>
        <pc:spChg chg="mod">
          <ac:chgData name="Guest User" userId="S::urn:spo:tenantanon#6e4d5417-163d-4e66-83d7-c68ec7528de3::" providerId="AD" clId="Web-{6E77489C-9C97-D8B2-E502-9AD454A1A150}" dt="2026-10-20T22:43:43.799" v="32" actId="20577"/>
          <ac:spMkLst>
            <pc:docMk/>
            <pc:sldMk cId="0" sldId="292"/>
            <ac:spMk id="1866" creationId="{00000000-0000-0000-0000-000000000000}"/>
          </ac:spMkLst>
        </pc:spChg>
        <pc:spChg chg="add del">
          <ac:chgData name="Guest User" userId="S::urn:spo:tenantanon#6e4d5417-163d-4e66-83d7-c68ec7528de3::" providerId="AD" clId="Web-{6E77489C-9C97-D8B2-E502-9AD454A1A150}" dt="2026-10-21T01:20:23.070" v="104"/>
          <ac:spMkLst>
            <pc:docMk/>
            <pc:sldMk cId="0" sldId="292"/>
            <ac:spMk id="1871" creationId="{00000000-0000-0000-0000-000000000000}"/>
          </ac:spMkLst>
        </pc:spChg>
        <pc:spChg chg="mod">
          <ac:chgData name="Guest User" userId="S::urn:spo:tenantanon#6e4d5417-163d-4e66-83d7-c68ec7528de3::" providerId="AD" clId="Web-{6E77489C-9C97-D8B2-E502-9AD454A1A150}" dt="2026-10-20T22:43:46.252" v="37" actId="20577"/>
          <ac:spMkLst>
            <pc:docMk/>
            <pc:sldMk cId="0" sldId="292"/>
            <ac:spMk id="1875" creationId="{00000000-0000-0000-0000-000000000000}"/>
          </ac:spMkLst>
        </pc:spChg>
        <pc:spChg chg="add del">
          <ac:chgData name="Guest User" userId="S::urn:spo:tenantanon#6e4d5417-163d-4e66-83d7-c68ec7528de3::" providerId="AD" clId="Web-{6E77489C-9C97-D8B2-E502-9AD454A1A150}" dt="2026-10-21T01:20:22.367" v="103"/>
          <ac:spMkLst>
            <pc:docMk/>
            <pc:sldMk cId="0" sldId="292"/>
            <ac:spMk id="1880" creationId="{00000000-0000-0000-0000-000000000000}"/>
          </ac:spMkLst>
        </pc:spChg>
        <pc:spChg chg="mod">
          <ac:chgData name="Guest User" userId="S::urn:spo:tenantanon#6e4d5417-163d-4e66-83d7-c68ec7528de3::" providerId="AD" clId="Web-{6E77489C-9C97-D8B2-E502-9AD454A1A150}" dt="2026-10-20T22:44:00.878" v="45" actId="20577"/>
          <ac:spMkLst>
            <pc:docMk/>
            <pc:sldMk cId="0" sldId="292"/>
            <ac:spMk id="1884" creationId="{00000000-0000-0000-0000-000000000000}"/>
          </ac:spMkLst>
        </pc:spChg>
        <pc:spChg chg="add del">
          <ac:chgData name="Guest User" userId="S::urn:spo:tenantanon#6e4d5417-163d-4e66-83d7-c68ec7528de3::" providerId="AD" clId="Web-{6E77489C-9C97-D8B2-E502-9AD454A1A150}" dt="2026-10-21T01:20:21.758" v="102"/>
          <ac:spMkLst>
            <pc:docMk/>
            <pc:sldMk cId="0" sldId="292"/>
            <ac:spMk id="1889" creationId="{00000000-0000-0000-0000-000000000000}"/>
          </ac:spMkLst>
        </pc:spChg>
        <pc:spChg chg="mod">
          <ac:chgData name="Guest User" userId="S::urn:spo:tenantanon#6e4d5417-163d-4e66-83d7-c68ec7528de3::" providerId="AD" clId="Web-{6E77489C-9C97-D8B2-E502-9AD454A1A150}" dt="2026-10-20T22:44:09.003" v="55" actId="20577"/>
          <ac:spMkLst>
            <pc:docMk/>
            <pc:sldMk cId="0" sldId="292"/>
            <ac:spMk id="1893" creationId="{00000000-0000-0000-0000-000000000000}"/>
          </ac:spMkLst>
        </pc:spChg>
        <pc:spChg chg="add del">
          <ac:chgData name="Guest User" userId="S::urn:spo:tenantanon#6e4d5417-163d-4e66-83d7-c68ec7528de3::" providerId="AD" clId="Web-{6E77489C-9C97-D8B2-E502-9AD454A1A150}" dt="2026-10-21T01:20:20.679" v="101"/>
          <ac:spMkLst>
            <pc:docMk/>
            <pc:sldMk cId="0" sldId="292"/>
            <ac:spMk id="1898" creationId="{00000000-0000-0000-0000-000000000000}"/>
          </ac:spMkLst>
        </pc:spChg>
        <pc:spChg chg="mod">
          <ac:chgData name="Guest User" userId="S::urn:spo:tenantanon#6e4d5417-163d-4e66-83d7-c68ec7528de3::" providerId="AD" clId="Web-{6E77489C-9C97-D8B2-E502-9AD454A1A150}" dt="2026-10-20T22:44:26.488" v="65" actId="20577"/>
          <ac:spMkLst>
            <pc:docMk/>
            <pc:sldMk cId="0" sldId="292"/>
            <ac:spMk id="1902" creationId="{00000000-0000-0000-0000-000000000000}"/>
          </ac:spMkLst>
        </pc:spChg>
        <pc:spChg chg="add del">
          <ac:chgData name="Guest User" userId="S::urn:spo:tenantanon#6e4d5417-163d-4e66-83d7-c68ec7528de3::" providerId="AD" clId="Web-{6E77489C-9C97-D8B2-E502-9AD454A1A150}" dt="2026-10-21T01:20:19.992" v="100"/>
          <ac:spMkLst>
            <pc:docMk/>
            <pc:sldMk cId="0" sldId="292"/>
            <ac:spMk id="1907" creationId="{00000000-0000-0000-0000-000000000000}"/>
          </ac:spMkLst>
        </pc:spChg>
        <pc:spChg chg="mod">
          <ac:chgData name="Guest User" userId="S::urn:spo:tenantanon#6e4d5417-163d-4e66-83d7-c68ec7528de3::" providerId="AD" clId="Web-{6E77489C-9C97-D8B2-E502-9AD454A1A150}" dt="2026-10-20T22:44:32.957" v="73" actId="20577"/>
          <ac:spMkLst>
            <pc:docMk/>
            <pc:sldMk cId="0" sldId="292"/>
            <ac:spMk id="1911" creationId="{00000000-0000-0000-0000-000000000000}"/>
          </ac:spMkLst>
        </pc:spChg>
        <pc:spChg chg="add del">
          <ac:chgData name="Guest User" userId="S::urn:spo:tenantanon#6e4d5417-163d-4e66-83d7-c68ec7528de3::" providerId="AD" clId="Web-{6E77489C-9C97-D8B2-E502-9AD454A1A150}" dt="2026-10-21T01:20:19.336" v="99"/>
          <ac:spMkLst>
            <pc:docMk/>
            <pc:sldMk cId="0" sldId="292"/>
            <ac:spMk id="1916" creationId="{00000000-0000-0000-0000-000000000000}"/>
          </ac:spMkLst>
        </pc:spChg>
        <pc:spChg chg="mod">
          <ac:chgData name="Guest User" userId="S::urn:spo:tenantanon#6e4d5417-163d-4e66-83d7-c68ec7528de3::" providerId="AD" clId="Web-{6E77489C-9C97-D8B2-E502-9AD454A1A150}" dt="2026-10-20T22:44:37.957" v="79" actId="20577"/>
          <ac:spMkLst>
            <pc:docMk/>
            <pc:sldMk cId="0" sldId="292"/>
            <ac:spMk id="1920" creationId="{00000000-0000-0000-0000-000000000000}"/>
          </ac:spMkLst>
        </pc:spChg>
        <pc:spChg chg="add del">
          <ac:chgData name="Guest User" userId="S::urn:spo:tenantanon#6e4d5417-163d-4e66-83d7-c68ec7528de3::" providerId="AD" clId="Web-{6E77489C-9C97-D8B2-E502-9AD454A1A150}" dt="2026-10-21T01:20:18.242" v="98"/>
          <ac:spMkLst>
            <pc:docMk/>
            <pc:sldMk cId="0" sldId="292"/>
            <ac:spMk id="1925" creationId="{00000000-0000-0000-0000-000000000000}"/>
          </ac:spMkLst>
        </pc:spChg>
      </pc:sldChg>
    </pc:docChg>
  </pc:docChgLst>
  <pc:docChgLst>
    <pc:chgData name="Leandro Chamorro Rojas" userId="S::leandro.chamorro.r@mail.pucv.cl::e3266c43-4908-4900-80a3-442f0ccddd51" providerId="AD" clId="Web-{B4D353A1-8446-1601-325E-45018A9A3BA4}"/>
    <pc:docChg chg="modSld">
      <pc:chgData name="Leandro Chamorro Rojas" userId="S::leandro.chamorro.r@mail.pucv.cl::e3266c43-4908-4900-80a3-442f0ccddd51" providerId="AD" clId="Web-{B4D353A1-8446-1601-325E-45018A9A3BA4}" dt="2026-10-22T00:58:37.339" v="648" actId="1076"/>
      <pc:docMkLst>
        <pc:docMk/>
      </pc:docMkLst>
      <pc:sldChg chg="modSp">
        <pc:chgData name="Leandro Chamorro Rojas" userId="S::leandro.chamorro.r@mail.pucv.cl::e3266c43-4908-4900-80a3-442f0ccddd51" providerId="AD" clId="Web-{B4D353A1-8446-1601-325E-45018A9A3BA4}" dt="2026-10-22T00:41:06.023" v="11" actId="20577"/>
        <pc:sldMkLst>
          <pc:docMk/>
          <pc:sldMk cId="0" sldId="258"/>
        </pc:sldMkLst>
        <pc:spChg chg="mod">
          <ac:chgData name="Leandro Chamorro Rojas" userId="S::leandro.chamorro.r@mail.pucv.cl::e3266c43-4908-4900-80a3-442f0ccddd51" providerId="AD" clId="Web-{B4D353A1-8446-1601-325E-45018A9A3BA4}" dt="2026-10-22T00:39:57.333" v="5" actId="20577"/>
          <ac:spMkLst>
            <pc:docMk/>
            <pc:sldMk cId="0" sldId="258"/>
            <ac:spMk id="289" creationId="{00000000-0000-0000-0000-000000000000}"/>
          </ac:spMkLst>
        </pc:spChg>
        <pc:spChg chg="mod">
          <ac:chgData name="Leandro Chamorro Rojas" userId="S::leandro.chamorro.r@mail.pucv.cl::e3266c43-4908-4900-80a3-442f0ccddd51" providerId="AD" clId="Web-{B4D353A1-8446-1601-325E-45018A9A3BA4}" dt="2026-10-22T00:40:02.115" v="7" actId="20577"/>
          <ac:spMkLst>
            <pc:docMk/>
            <pc:sldMk cId="0" sldId="258"/>
            <ac:spMk id="295" creationId="{00000000-0000-0000-0000-000000000000}"/>
          </ac:spMkLst>
        </pc:spChg>
        <pc:spChg chg="mod">
          <ac:chgData name="Leandro Chamorro Rojas" userId="S::leandro.chamorro.r@mail.pucv.cl::e3266c43-4908-4900-80a3-442f0ccddd51" providerId="AD" clId="Web-{B4D353A1-8446-1601-325E-45018A9A3BA4}" dt="2026-10-22T00:41:06.023" v="11" actId="20577"/>
          <ac:spMkLst>
            <pc:docMk/>
            <pc:sldMk cId="0" sldId="258"/>
            <ac:spMk id="301" creationId="{00000000-0000-0000-0000-000000000000}"/>
          </ac:spMkLst>
        </pc:spChg>
      </pc:sldChg>
      <pc:sldChg chg="modSp">
        <pc:chgData name="Leandro Chamorro Rojas" userId="S::leandro.chamorro.r@mail.pucv.cl::e3266c43-4908-4900-80a3-442f0ccddd51" providerId="AD" clId="Web-{B4D353A1-8446-1601-325E-45018A9A3BA4}" dt="2026-10-22T00:42:59.074" v="21" actId="1076"/>
        <pc:sldMkLst>
          <pc:docMk/>
          <pc:sldMk cId="0" sldId="259"/>
        </pc:sldMkLst>
        <pc:spChg chg="mod">
          <ac:chgData name="Leandro Chamorro Rojas" userId="S::leandro.chamorro.r@mail.pucv.cl::e3266c43-4908-4900-80a3-442f0ccddd51" providerId="AD" clId="Web-{B4D353A1-8446-1601-325E-45018A9A3BA4}" dt="2026-10-22T00:42:59.074" v="21" actId="1076"/>
          <ac:spMkLst>
            <pc:docMk/>
            <pc:sldMk cId="0" sldId="259"/>
            <ac:spMk id="326" creationId="{00000000-0000-0000-0000-000000000000}"/>
          </ac:spMkLst>
        </pc:spChg>
      </pc:sldChg>
      <pc:sldChg chg="addSp delSp modSp">
        <pc:chgData name="Leandro Chamorro Rojas" userId="S::leandro.chamorro.r@mail.pucv.cl::e3266c43-4908-4900-80a3-442f0ccddd51" providerId="AD" clId="Web-{B4D353A1-8446-1601-325E-45018A9A3BA4}" dt="2026-10-22T00:58:37.339" v="648" actId="1076"/>
        <pc:sldMkLst>
          <pc:docMk/>
          <pc:sldMk cId="0" sldId="261"/>
        </pc:sldMkLst>
        <pc:spChg chg="mod">
          <ac:chgData name="Leandro Chamorro Rojas" userId="S::leandro.chamorro.r@mail.pucv.cl::e3266c43-4908-4900-80a3-442f0ccddd51" providerId="AD" clId="Web-{B4D353A1-8446-1601-325E-45018A9A3BA4}" dt="2026-10-22T00:55:01.223" v="326" actId="1076"/>
          <ac:spMkLst>
            <pc:docMk/>
            <pc:sldMk cId="0" sldId="261"/>
            <ac:spMk id="372" creationId="{00000000-0000-0000-0000-000000000000}"/>
          </ac:spMkLst>
        </pc:spChg>
        <pc:spChg chg="mod">
          <ac:chgData name="Leandro Chamorro Rojas" userId="S::leandro.chamorro.r@mail.pucv.cl::e3266c43-4908-4900-80a3-442f0ccddd51" providerId="AD" clId="Web-{B4D353A1-8446-1601-325E-45018A9A3BA4}" dt="2026-10-22T00:53:46.517" v="288" actId="1076"/>
          <ac:spMkLst>
            <pc:docMk/>
            <pc:sldMk cId="0" sldId="261"/>
            <ac:spMk id="374" creationId="{00000000-0000-0000-0000-000000000000}"/>
          </ac:spMkLst>
        </pc:spChg>
        <pc:spChg chg="del">
          <ac:chgData name="Leandro Chamorro Rojas" userId="S::leandro.chamorro.r@mail.pucv.cl::e3266c43-4908-4900-80a3-442f0ccddd51" providerId="AD" clId="Web-{B4D353A1-8446-1601-325E-45018A9A3BA4}" dt="2026-10-22T00:46:59.332" v="29"/>
          <ac:spMkLst>
            <pc:docMk/>
            <pc:sldMk cId="0" sldId="261"/>
            <ac:spMk id="375" creationId="{00000000-0000-0000-0000-000000000000}"/>
          </ac:spMkLst>
        </pc:spChg>
        <pc:spChg chg="del">
          <ac:chgData name="Leandro Chamorro Rojas" userId="S::leandro.chamorro.r@mail.pucv.cl::e3266c43-4908-4900-80a3-442f0ccddd51" providerId="AD" clId="Web-{B4D353A1-8446-1601-325E-45018A9A3BA4}" dt="2026-10-22T00:46:57.441" v="28"/>
          <ac:spMkLst>
            <pc:docMk/>
            <pc:sldMk cId="0" sldId="261"/>
            <ac:spMk id="376" creationId="{00000000-0000-0000-0000-000000000000}"/>
          </ac:spMkLst>
        </pc:spChg>
        <pc:spChg chg="add del mod">
          <ac:chgData name="Leandro Chamorro Rojas" userId="S::leandro.chamorro.r@mail.pucv.cl::e3266c43-4908-4900-80a3-442f0ccddd51" providerId="AD" clId="Web-{B4D353A1-8446-1601-325E-45018A9A3BA4}" dt="2026-10-22T00:58:37.339" v="648" actId="1076"/>
          <ac:spMkLst>
            <pc:docMk/>
            <pc:sldMk cId="0" sldId="261"/>
            <ac:spMk id="377" creationId="{00000000-0000-0000-0000-000000000000}"/>
          </ac:spMkLst>
        </pc:spChg>
        <pc:spChg chg="mod">
          <ac:chgData name="Leandro Chamorro Rojas" userId="S::leandro.chamorro.r@mail.pucv.cl::e3266c43-4908-4900-80a3-442f0ccddd51" providerId="AD" clId="Web-{B4D353A1-8446-1601-325E-45018A9A3BA4}" dt="2026-10-22T00:58:14.839" v="634" actId="1076"/>
          <ac:spMkLst>
            <pc:docMk/>
            <pc:sldMk cId="0" sldId="261"/>
            <ac:spMk id="378" creationId="{00000000-0000-0000-0000-000000000000}"/>
          </ac:spMkLst>
        </pc:spChg>
        <pc:spChg chg="mod">
          <ac:chgData name="Leandro Chamorro Rojas" userId="S::leandro.chamorro.r@mail.pucv.cl::e3266c43-4908-4900-80a3-442f0ccddd51" providerId="AD" clId="Web-{B4D353A1-8446-1601-325E-45018A9A3BA4}" dt="2026-10-22T00:58:14.901" v="635" actId="1076"/>
          <ac:spMkLst>
            <pc:docMk/>
            <pc:sldMk cId="0" sldId="261"/>
            <ac:spMk id="379" creationId="{00000000-0000-0000-0000-000000000000}"/>
          </ac:spMkLst>
        </pc:spChg>
        <pc:spChg chg="mod">
          <ac:chgData name="Leandro Chamorro Rojas" userId="S::leandro.chamorro.r@mail.pucv.cl::e3266c43-4908-4900-80a3-442f0ccddd51" providerId="AD" clId="Web-{B4D353A1-8446-1601-325E-45018A9A3BA4}" dt="2026-10-22T00:58:14.979" v="636" actId="1076"/>
          <ac:spMkLst>
            <pc:docMk/>
            <pc:sldMk cId="0" sldId="261"/>
            <ac:spMk id="380" creationId="{00000000-0000-0000-0000-000000000000}"/>
          </ac:spMkLst>
        </pc:spChg>
        <pc:spChg chg="mod">
          <ac:chgData name="Leandro Chamorro Rojas" userId="S::leandro.chamorro.r@mail.pucv.cl::e3266c43-4908-4900-80a3-442f0ccddd51" providerId="AD" clId="Web-{B4D353A1-8446-1601-325E-45018A9A3BA4}" dt="2026-10-22T00:58:15.042" v="637" actId="1076"/>
          <ac:spMkLst>
            <pc:docMk/>
            <pc:sldMk cId="0" sldId="261"/>
            <ac:spMk id="381" creationId="{00000000-0000-0000-0000-000000000000}"/>
          </ac:spMkLst>
        </pc:spChg>
        <pc:spChg chg="mod">
          <ac:chgData name="Leandro Chamorro Rojas" userId="S::leandro.chamorro.r@mail.pucv.cl::e3266c43-4908-4900-80a3-442f0ccddd51" providerId="AD" clId="Web-{B4D353A1-8446-1601-325E-45018A9A3BA4}" dt="2026-10-22T00:58:15.120" v="638" actId="1076"/>
          <ac:spMkLst>
            <pc:docMk/>
            <pc:sldMk cId="0" sldId="261"/>
            <ac:spMk id="382" creationId="{00000000-0000-0000-0000-000000000000}"/>
          </ac:spMkLst>
        </pc:spChg>
        <pc:spChg chg="mod">
          <ac:chgData name="Leandro Chamorro Rojas" userId="S::leandro.chamorro.r@mail.pucv.cl::e3266c43-4908-4900-80a3-442f0ccddd51" providerId="AD" clId="Web-{B4D353A1-8446-1601-325E-45018A9A3BA4}" dt="2026-10-22T00:58:15.182" v="639" actId="1076"/>
          <ac:spMkLst>
            <pc:docMk/>
            <pc:sldMk cId="0" sldId="261"/>
            <ac:spMk id="383" creationId="{00000000-0000-0000-0000-000000000000}"/>
          </ac:spMkLst>
        </pc:spChg>
        <pc:spChg chg="mod">
          <ac:chgData name="Leandro Chamorro Rojas" userId="S::leandro.chamorro.r@mail.pucv.cl::e3266c43-4908-4900-80a3-442f0ccddd51" providerId="AD" clId="Web-{B4D353A1-8446-1601-325E-45018A9A3BA4}" dt="2026-10-22T00:58:15.260" v="640" actId="1076"/>
          <ac:spMkLst>
            <pc:docMk/>
            <pc:sldMk cId="0" sldId="261"/>
            <ac:spMk id="384" creationId="{00000000-0000-0000-0000-000000000000}"/>
          </ac:spMkLst>
        </pc:spChg>
        <pc:spChg chg="mod">
          <ac:chgData name="Leandro Chamorro Rojas" userId="S::leandro.chamorro.r@mail.pucv.cl::e3266c43-4908-4900-80a3-442f0ccddd51" providerId="AD" clId="Web-{B4D353A1-8446-1601-325E-45018A9A3BA4}" dt="2026-10-22T00:58:15.323" v="641" actId="1076"/>
          <ac:spMkLst>
            <pc:docMk/>
            <pc:sldMk cId="0" sldId="261"/>
            <ac:spMk id="385" creationId="{00000000-0000-0000-0000-000000000000}"/>
          </ac:spMkLst>
        </pc:spChg>
        <pc:spChg chg="mod">
          <ac:chgData name="Leandro Chamorro Rojas" userId="S::leandro.chamorro.r@mail.pucv.cl::e3266c43-4908-4900-80a3-442f0ccddd51" providerId="AD" clId="Web-{B4D353A1-8446-1601-325E-45018A9A3BA4}" dt="2026-10-22T00:56:56.617" v="576"/>
          <ac:spMkLst>
            <pc:docMk/>
            <pc:sldMk cId="0" sldId="261"/>
            <ac:spMk id="387" creationId="{00000000-0000-0000-0000-000000000000}"/>
          </ac:spMkLst>
        </pc:spChg>
        <pc:spChg chg="mod">
          <ac:chgData name="Leandro Chamorro Rojas" userId="S::leandro.chamorro.r@mail.pucv.cl::e3266c43-4908-4900-80a3-442f0ccddd51" providerId="AD" clId="Web-{B4D353A1-8446-1601-325E-45018A9A3BA4}" dt="2026-10-22T00:56:10.053" v="494"/>
          <ac:spMkLst>
            <pc:docMk/>
            <pc:sldMk cId="0" sldId="261"/>
            <ac:spMk id="388" creationId="{00000000-0000-0000-0000-000000000000}"/>
          </ac:spMkLst>
        </pc:spChg>
        <pc:spChg chg="mod">
          <ac:chgData name="Leandro Chamorro Rojas" userId="S::leandro.chamorro.r@mail.pucv.cl::e3266c43-4908-4900-80a3-442f0ccddd51" providerId="AD" clId="Web-{B4D353A1-8446-1601-325E-45018A9A3BA4}" dt="2026-10-22T00:56:56.617" v="577"/>
          <ac:spMkLst>
            <pc:docMk/>
            <pc:sldMk cId="0" sldId="261"/>
            <ac:spMk id="389" creationId="{00000000-0000-0000-0000-000000000000}"/>
          </ac:spMkLst>
        </pc:spChg>
        <pc:spChg chg="mod">
          <ac:chgData name="Leandro Chamorro Rojas" userId="S::leandro.chamorro.r@mail.pucv.cl::e3266c43-4908-4900-80a3-442f0ccddd51" providerId="AD" clId="Web-{B4D353A1-8446-1601-325E-45018A9A3BA4}" dt="2026-10-22T00:56:56.633" v="578"/>
          <ac:spMkLst>
            <pc:docMk/>
            <pc:sldMk cId="0" sldId="261"/>
            <ac:spMk id="390" creationId="{00000000-0000-0000-0000-000000000000}"/>
          </ac:spMkLst>
        </pc:spChg>
        <pc:spChg chg="mod">
          <ac:chgData name="Leandro Chamorro Rojas" userId="S::leandro.chamorro.r@mail.pucv.cl::e3266c43-4908-4900-80a3-442f0ccddd51" providerId="AD" clId="Web-{B4D353A1-8446-1601-325E-45018A9A3BA4}" dt="2026-10-22T00:56:56.633" v="579"/>
          <ac:spMkLst>
            <pc:docMk/>
            <pc:sldMk cId="0" sldId="261"/>
            <ac:spMk id="391" creationId="{00000000-0000-0000-0000-000000000000}"/>
          </ac:spMkLst>
        </pc:spChg>
        <pc:spChg chg="mod">
          <ac:chgData name="Leandro Chamorro Rojas" userId="S::leandro.chamorro.r@mail.pucv.cl::e3266c43-4908-4900-80a3-442f0ccddd51" providerId="AD" clId="Web-{B4D353A1-8446-1601-325E-45018A9A3BA4}" dt="2026-10-22T00:56:56.633" v="580"/>
          <ac:spMkLst>
            <pc:docMk/>
            <pc:sldMk cId="0" sldId="261"/>
            <ac:spMk id="393" creationId="{00000000-0000-0000-0000-000000000000}"/>
          </ac:spMkLst>
        </pc:spChg>
        <pc:spChg chg="mod">
          <ac:chgData name="Leandro Chamorro Rojas" userId="S::leandro.chamorro.r@mail.pucv.cl::e3266c43-4908-4900-80a3-442f0ccddd51" providerId="AD" clId="Web-{B4D353A1-8446-1601-325E-45018A9A3BA4}" dt="2026-10-22T00:56:56.633" v="581"/>
          <ac:spMkLst>
            <pc:docMk/>
            <pc:sldMk cId="0" sldId="261"/>
            <ac:spMk id="394" creationId="{00000000-0000-0000-0000-000000000000}"/>
          </ac:spMkLst>
        </pc:spChg>
        <pc:spChg chg="mod">
          <ac:chgData name="Leandro Chamorro Rojas" userId="S::leandro.chamorro.r@mail.pucv.cl::e3266c43-4908-4900-80a3-442f0ccddd51" providerId="AD" clId="Web-{B4D353A1-8446-1601-325E-45018A9A3BA4}" dt="2026-10-22T00:56:56.633" v="582"/>
          <ac:spMkLst>
            <pc:docMk/>
            <pc:sldMk cId="0" sldId="261"/>
            <ac:spMk id="395" creationId="{00000000-0000-0000-0000-000000000000}"/>
          </ac:spMkLst>
        </pc:spChg>
        <pc:spChg chg="mod">
          <ac:chgData name="Leandro Chamorro Rojas" userId="S::leandro.chamorro.r@mail.pucv.cl::e3266c43-4908-4900-80a3-442f0ccddd51" providerId="AD" clId="Web-{B4D353A1-8446-1601-325E-45018A9A3BA4}" dt="2026-10-22T00:56:56.633" v="583"/>
          <ac:spMkLst>
            <pc:docMk/>
            <pc:sldMk cId="0" sldId="261"/>
            <ac:spMk id="397" creationId="{00000000-0000-0000-0000-000000000000}"/>
          </ac:spMkLst>
        </pc:spChg>
        <pc:spChg chg="mod">
          <ac:chgData name="Leandro Chamorro Rojas" userId="S::leandro.chamorro.r@mail.pucv.cl::e3266c43-4908-4900-80a3-442f0ccddd51" providerId="AD" clId="Web-{B4D353A1-8446-1601-325E-45018A9A3BA4}" dt="2026-10-22T00:56:56.633" v="584"/>
          <ac:spMkLst>
            <pc:docMk/>
            <pc:sldMk cId="0" sldId="261"/>
            <ac:spMk id="398" creationId="{00000000-0000-0000-0000-000000000000}"/>
          </ac:spMkLst>
        </pc:spChg>
        <pc:spChg chg="mod">
          <ac:chgData name="Leandro Chamorro Rojas" userId="S::leandro.chamorro.r@mail.pucv.cl::e3266c43-4908-4900-80a3-442f0ccddd51" providerId="AD" clId="Web-{B4D353A1-8446-1601-325E-45018A9A3BA4}" dt="2026-10-22T00:56:56.633" v="585"/>
          <ac:spMkLst>
            <pc:docMk/>
            <pc:sldMk cId="0" sldId="261"/>
            <ac:spMk id="399" creationId="{00000000-0000-0000-0000-000000000000}"/>
          </ac:spMkLst>
        </pc:spChg>
        <pc:spChg chg="mod">
          <ac:chgData name="Leandro Chamorro Rojas" userId="S::leandro.chamorro.r@mail.pucv.cl::e3266c43-4908-4900-80a3-442f0ccddd51" providerId="AD" clId="Web-{B4D353A1-8446-1601-325E-45018A9A3BA4}" dt="2026-10-22T00:56:56.633" v="586"/>
          <ac:spMkLst>
            <pc:docMk/>
            <pc:sldMk cId="0" sldId="261"/>
            <ac:spMk id="401" creationId="{00000000-0000-0000-0000-000000000000}"/>
          </ac:spMkLst>
        </pc:spChg>
        <pc:spChg chg="mod">
          <ac:chgData name="Leandro Chamorro Rojas" userId="S::leandro.chamorro.r@mail.pucv.cl::e3266c43-4908-4900-80a3-442f0ccddd51" providerId="AD" clId="Web-{B4D353A1-8446-1601-325E-45018A9A3BA4}" dt="2026-10-22T00:56:56.633" v="587"/>
          <ac:spMkLst>
            <pc:docMk/>
            <pc:sldMk cId="0" sldId="261"/>
            <ac:spMk id="402" creationId="{00000000-0000-0000-0000-000000000000}"/>
          </ac:spMkLst>
        </pc:spChg>
        <pc:spChg chg="mod">
          <ac:chgData name="Leandro Chamorro Rojas" userId="S::leandro.chamorro.r@mail.pucv.cl::e3266c43-4908-4900-80a3-442f0ccddd51" providerId="AD" clId="Web-{B4D353A1-8446-1601-325E-45018A9A3BA4}" dt="2026-10-22T00:56:56.648" v="588"/>
          <ac:spMkLst>
            <pc:docMk/>
            <pc:sldMk cId="0" sldId="261"/>
            <ac:spMk id="403" creationId="{00000000-0000-0000-0000-000000000000}"/>
          </ac:spMkLst>
        </pc:spChg>
        <pc:spChg chg="mod">
          <ac:chgData name="Leandro Chamorro Rojas" userId="S::leandro.chamorro.r@mail.pucv.cl::e3266c43-4908-4900-80a3-442f0ccddd51" providerId="AD" clId="Web-{B4D353A1-8446-1601-325E-45018A9A3BA4}" dt="2026-10-22T00:56:56.648" v="589"/>
          <ac:spMkLst>
            <pc:docMk/>
            <pc:sldMk cId="0" sldId="261"/>
            <ac:spMk id="405" creationId="{00000000-0000-0000-0000-000000000000}"/>
          </ac:spMkLst>
        </pc:spChg>
        <pc:spChg chg="mod">
          <ac:chgData name="Leandro Chamorro Rojas" userId="S::leandro.chamorro.r@mail.pucv.cl::e3266c43-4908-4900-80a3-442f0ccddd51" providerId="AD" clId="Web-{B4D353A1-8446-1601-325E-45018A9A3BA4}" dt="2026-10-22T00:56:56.648" v="590"/>
          <ac:spMkLst>
            <pc:docMk/>
            <pc:sldMk cId="0" sldId="261"/>
            <ac:spMk id="406" creationId="{00000000-0000-0000-0000-000000000000}"/>
          </ac:spMkLst>
        </pc:spChg>
        <pc:spChg chg="mod">
          <ac:chgData name="Leandro Chamorro Rojas" userId="S::leandro.chamorro.r@mail.pucv.cl::e3266c43-4908-4900-80a3-442f0ccddd51" providerId="AD" clId="Web-{B4D353A1-8446-1601-325E-45018A9A3BA4}" dt="2026-10-22T00:56:56.648" v="591"/>
          <ac:spMkLst>
            <pc:docMk/>
            <pc:sldMk cId="0" sldId="261"/>
            <ac:spMk id="407" creationId="{00000000-0000-0000-0000-000000000000}"/>
          </ac:spMkLst>
        </pc:spChg>
        <pc:spChg chg="mod">
          <ac:chgData name="Leandro Chamorro Rojas" userId="S::leandro.chamorro.r@mail.pucv.cl::e3266c43-4908-4900-80a3-442f0ccddd51" providerId="AD" clId="Web-{B4D353A1-8446-1601-325E-45018A9A3BA4}" dt="2026-10-22T00:56:56.648" v="592"/>
          <ac:spMkLst>
            <pc:docMk/>
            <pc:sldMk cId="0" sldId="261"/>
            <ac:spMk id="409" creationId="{00000000-0000-0000-0000-000000000000}"/>
          </ac:spMkLst>
        </pc:spChg>
        <pc:spChg chg="mod">
          <ac:chgData name="Leandro Chamorro Rojas" userId="S::leandro.chamorro.r@mail.pucv.cl::e3266c43-4908-4900-80a3-442f0ccddd51" providerId="AD" clId="Web-{B4D353A1-8446-1601-325E-45018A9A3BA4}" dt="2026-10-22T00:56:10.053" v="477"/>
          <ac:spMkLst>
            <pc:docMk/>
            <pc:sldMk cId="0" sldId="261"/>
            <ac:spMk id="410" creationId="{00000000-0000-0000-0000-000000000000}"/>
          </ac:spMkLst>
        </pc:spChg>
        <pc:spChg chg="mod">
          <ac:chgData name="Leandro Chamorro Rojas" userId="S::leandro.chamorro.r@mail.pucv.cl::e3266c43-4908-4900-80a3-442f0ccddd51" providerId="AD" clId="Web-{B4D353A1-8446-1601-325E-45018A9A3BA4}" dt="2026-10-22T00:56:56.648" v="593"/>
          <ac:spMkLst>
            <pc:docMk/>
            <pc:sldMk cId="0" sldId="261"/>
            <ac:spMk id="411" creationId="{00000000-0000-0000-0000-000000000000}"/>
          </ac:spMkLst>
        </pc:spChg>
        <pc:spChg chg="mod">
          <ac:chgData name="Leandro Chamorro Rojas" userId="S::leandro.chamorro.r@mail.pucv.cl::e3266c43-4908-4900-80a3-442f0ccddd51" providerId="AD" clId="Web-{B4D353A1-8446-1601-325E-45018A9A3BA4}" dt="2026-10-22T00:56:56.648" v="594"/>
          <ac:spMkLst>
            <pc:docMk/>
            <pc:sldMk cId="0" sldId="261"/>
            <ac:spMk id="412" creationId="{00000000-0000-0000-0000-000000000000}"/>
          </ac:spMkLst>
        </pc:spChg>
        <pc:spChg chg="mod">
          <ac:chgData name="Leandro Chamorro Rojas" userId="S::leandro.chamorro.r@mail.pucv.cl::e3266c43-4908-4900-80a3-442f0ccddd51" providerId="AD" clId="Web-{B4D353A1-8446-1601-325E-45018A9A3BA4}" dt="2026-10-22T00:56:58.305" v="595"/>
          <ac:spMkLst>
            <pc:docMk/>
            <pc:sldMk cId="0" sldId="261"/>
            <ac:spMk id="413" creationId="{00000000-0000-0000-0000-000000000000}"/>
          </ac:spMkLst>
        </pc:spChg>
        <pc:spChg chg="del mod">
          <ac:chgData name="Leandro Chamorro Rojas" userId="S::leandro.chamorro.r@mail.pucv.cl::e3266c43-4908-4900-80a3-442f0ccddd51" providerId="AD" clId="Web-{B4D353A1-8446-1601-325E-45018A9A3BA4}" dt="2026-10-22T00:46:55.316" v="27"/>
          <ac:spMkLst>
            <pc:docMk/>
            <pc:sldMk cId="0" sldId="261"/>
            <ac:spMk id="415" creationId="{00000000-0000-0000-0000-000000000000}"/>
          </ac:spMkLst>
        </pc:spChg>
        <pc:spChg chg="mod">
          <ac:chgData name="Leandro Chamorro Rojas" userId="S::leandro.chamorro.r@mail.pucv.cl::e3266c43-4908-4900-80a3-442f0ccddd51" providerId="AD" clId="Web-{B4D353A1-8446-1601-325E-45018A9A3BA4}" dt="2026-10-22T00:57:28.368" v="620" actId="14100"/>
          <ac:spMkLst>
            <pc:docMk/>
            <pc:sldMk cId="0" sldId="261"/>
            <ac:spMk id="416" creationId="{00000000-0000-0000-0000-000000000000}"/>
          </ac:spMkLst>
        </pc:spChg>
        <pc:spChg chg="mod">
          <ac:chgData name="Leandro Chamorro Rojas" userId="S::leandro.chamorro.r@mail.pucv.cl::e3266c43-4908-4900-80a3-442f0ccddd51" providerId="AD" clId="Web-{B4D353A1-8446-1601-325E-45018A9A3BA4}" dt="2026-10-22T00:56:10.053" v="472"/>
          <ac:spMkLst>
            <pc:docMk/>
            <pc:sldMk cId="0" sldId="261"/>
            <ac:spMk id="417" creationId="{00000000-0000-0000-0000-000000000000}"/>
          </ac:spMkLst>
        </pc:spChg>
        <pc:spChg chg="mod">
          <ac:chgData name="Leandro Chamorro Rojas" userId="S::leandro.chamorro.r@mail.pucv.cl::e3266c43-4908-4900-80a3-442f0ccddd51" providerId="AD" clId="Web-{B4D353A1-8446-1601-325E-45018A9A3BA4}" dt="2026-10-22T00:57:05.727" v="597"/>
          <ac:spMkLst>
            <pc:docMk/>
            <pc:sldMk cId="0" sldId="261"/>
            <ac:spMk id="418" creationId="{00000000-0000-0000-0000-000000000000}"/>
          </ac:spMkLst>
        </pc:spChg>
        <pc:spChg chg="mod">
          <ac:chgData name="Leandro Chamorro Rojas" userId="S::leandro.chamorro.r@mail.pucv.cl::e3266c43-4908-4900-80a3-442f0ccddd51" providerId="AD" clId="Web-{B4D353A1-8446-1601-325E-45018A9A3BA4}" dt="2026-10-22T00:57:05.727" v="598"/>
          <ac:spMkLst>
            <pc:docMk/>
            <pc:sldMk cId="0" sldId="261"/>
            <ac:spMk id="419" creationId="{00000000-0000-0000-0000-000000000000}"/>
          </ac:spMkLst>
        </pc:spChg>
        <pc:spChg chg="mod">
          <ac:chgData name="Leandro Chamorro Rojas" userId="S::leandro.chamorro.r@mail.pucv.cl::e3266c43-4908-4900-80a3-442f0ccddd51" providerId="AD" clId="Web-{B4D353A1-8446-1601-325E-45018A9A3BA4}" dt="2026-10-22T00:57:05.727" v="599"/>
          <ac:spMkLst>
            <pc:docMk/>
            <pc:sldMk cId="0" sldId="261"/>
            <ac:spMk id="420" creationId="{00000000-0000-0000-0000-000000000000}"/>
          </ac:spMkLst>
        </pc:spChg>
        <pc:spChg chg="mod">
          <ac:chgData name="Leandro Chamorro Rojas" userId="S::leandro.chamorro.r@mail.pucv.cl::e3266c43-4908-4900-80a3-442f0ccddd51" providerId="AD" clId="Web-{B4D353A1-8446-1601-325E-45018A9A3BA4}" dt="2026-10-22T00:57:05.727" v="600"/>
          <ac:spMkLst>
            <pc:docMk/>
            <pc:sldMk cId="0" sldId="261"/>
            <ac:spMk id="422" creationId="{00000000-0000-0000-0000-000000000000}"/>
          </ac:spMkLst>
        </pc:spChg>
        <pc:spChg chg="mod">
          <ac:chgData name="Leandro Chamorro Rojas" userId="S::leandro.chamorro.r@mail.pucv.cl::e3266c43-4908-4900-80a3-442f0ccddd51" providerId="AD" clId="Web-{B4D353A1-8446-1601-325E-45018A9A3BA4}" dt="2026-10-22T00:57:05.727" v="601"/>
          <ac:spMkLst>
            <pc:docMk/>
            <pc:sldMk cId="0" sldId="261"/>
            <ac:spMk id="423" creationId="{00000000-0000-0000-0000-000000000000}"/>
          </ac:spMkLst>
        </pc:spChg>
        <pc:spChg chg="mod">
          <ac:chgData name="Leandro Chamorro Rojas" userId="S::leandro.chamorro.r@mail.pucv.cl::e3266c43-4908-4900-80a3-442f0ccddd51" providerId="AD" clId="Web-{B4D353A1-8446-1601-325E-45018A9A3BA4}" dt="2026-10-22T00:57:05.727" v="602"/>
          <ac:spMkLst>
            <pc:docMk/>
            <pc:sldMk cId="0" sldId="261"/>
            <ac:spMk id="424" creationId="{00000000-0000-0000-0000-000000000000}"/>
          </ac:spMkLst>
        </pc:spChg>
        <pc:spChg chg="mod">
          <ac:chgData name="Leandro Chamorro Rojas" userId="S::leandro.chamorro.r@mail.pucv.cl::e3266c43-4908-4900-80a3-442f0ccddd51" providerId="AD" clId="Web-{B4D353A1-8446-1601-325E-45018A9A3BA4}" dt="2026-10-22T00:57:05.727" v="603"/>
          <ac:spMkLst>
            <pc:docMk/>
            <pc:sldMk cId="0" sldId="261"/>
            <ac:spMk id="426" creationId="{00000000-0000-0000-0000-000000000000}"/>
          </ac:spMkLst>
        </pc:spChg>
        <pc:spChg chg="mod">
          <ac:chgData name="Leandro Chamorro Rojas" userId="S::leandro.chamorro.r@mail.pucv.cl::e3266c43-4908-4900-80a3-442f0ccddd51" providerId="AD" clId="Web-{B4D353A1-8446-1601-325E-45018A9A3BA4}" dt="2026-10-22T00:57:05.742" v="604"/>
          <ac:spMkLst>
            <pc:docMk/>
            <pc:sldMk cId="0" sldId="261"/>
            <ac:spMk id="427" creationId="{00000000-0000-0000-0000-000000000000}"/>
          </ac:spMkLst>
        </pc:spChg>
        <pc:spChg chg="mod">
          <ac:chgData name="Leandro Chamorro Rojas" userId="S::leandro.chamorro.r@mail.pucv.cl::e3266c43-4908-4900-80a3-442f0ccddd51" providerId="AD" clId="Web-{B4D353A1-8446-1601-325E-45018A9A3BA4}" dt="2026-10-22T00:57:05.742" v="605"/>
          <ac:spMkLst>
            <pc:docMk/>
            <pc:sldMk cId="0" sldId="261"/>
            <ac:spMk id="428" creationId="{00000000-0000-0000-0000-000000000000}"/>
          </ac:spMkLst>
        </pc:spChg>
        <pc:spChg chg="mod">
          <ac:chgData name="Leandro Chamorro Rojas" userId="S::leandro.chamorro.r@mail.pucv.cl::e3266c43-4908-4900-80a3-442f0ccddd51" providerId="AD" clId="Web-{B4D353A1-8446-1601-325E-45018A9A3BA4}" dt="2026-10-22T00:57:18.212" v="617" actId="14100"/>
          <ac:spMkLst>
            <pc:docMk/>
            <pc:sldMk cId="0" sldId="261"/>
            <ac:spMk id="430" creationId="{00000000-0000-0000-0000-000000000000}"/>
          </ac:spMkLst>
        </pc:spChg>
        <pc:spChg chg="mod">
          <ac:chgData name="Leandro Chamorro Rojas" userId="S::leandro.chamorro.r@mail.pucv.cl::e3266c43-4908-4900-80a3-442f0ccddd51" providerId="AD" clId="Web-{B4D353A1-8446-1601-325E-45018A9A3BA4}" dt="2026-10-22T00:57:05.742" v="607"/>
          <ac:spMkLst>
            <pc:docMk/>
            <pc:sldMk cId="0" sldId="261"/>
            <ac:spMk id="431" creationId="{00000000-0000-0000-0000-000000000000}"/>
          </ac:spMkLst>
        </pc:spChg>
        <pc:spChg chg="mod">
          <ac:chgData name="Leandro Chamorro Rojas" userId="S::leandro.chamorro.r@mail.pucv.cl::e3266c43-4908-4900-80a3-442f0ccddd51" providerId="AD" clId="Web-{B4D353A1-8446-1601-325E-45018A9A3BA4}" dt="2026-10-22T00:57:21.071" v="618" actId="14100"/>
          <ac:spMkLst>
            <pc:docMk/>
            <pc:sldMk cId="0" sldId="261"/>
            <ac:spMk id="432" creationId="{00000000-0000-0000-0000-000000000000}"/>
          </ac:spMkLst>
        </pc:spChg>
        <pc:spChg chg="mod">
          <ac:chgData name="Leandro Chamorro Rojas" userId="S::leandro.chamorro.r@mail.pucv.cl::e3266c43-4908-4900-80a3-442f0ccddd51" providerId="AD" clId="Web-{B4D353A1-8446-1601-325E-45018A9A3BA4}" dt="2026-10-22T00:57:05.742" v="609"/>
          <ac:spMkLst>
            <pc:docMk/>
            <pc:sldMk cId="0" sldId="261"/>
            <ac:spMk id="434" creationId="{00000000-0000-0000-0000-000000000000}"/>
          </ac:spMkLst>
        </pc:spChg>
        <pc:spChg chg="mod">
          <ac:chgData name="Leandro Chamorro Rojas" userId="S::leandro.chamorro.r@mail.pucv.cl::e3266c43-4908-4900-80a3-442f0ccddd51" providerId="AD" clId="Web-{B4D353A1-8446-1601-325E-45018A9A3BA4}" dt="2026-10-22T00:56:10.037" v="458"/>
          <ac:spMkLst>
            <pc:docMk/>
            <pc:sldMk cId="0" sldId="261"/>
            <ac:spMk id="435" creationId="{00000000-0000-0000-0000-000000000000}"/>
          </ac:spMkLst>
        </pc:spChg>
        <pc:spChg chg="mod">
          <ac:chgData name="Leandro Chamorro Rojas" userId="S::leandro.chamorro.r@mail.pucv.cl::e3266c43-4908-4900-80a3-442f0ccddd51" providerId="AD" clId="Web-{B4D353A1-8446-1601-325E-45018A9A3BA4}" dt="2026-10-22T00:57:05.742" v="610"/>
          <ac:spMkLst>
            <pc:docMk/>
            <pc:sldMk cId="0" sldId="261"/>
            <ac:spMk id="436" creationId="{00000000-0000-0000-0000-000000000000}"/>
          </ac:spMkLst>
        </pc:spChg>
        <pc:spChg chg="mod">
          <ac:chgData name="Leandro Chamorro Rojas" userId="S::leandro.chamorro.r@mail.pucv.cl::e3266c43-4908-4900-80a3-442f0ccddd51" providerId="AD" clId="Web-{B4D353A1-8446-1601-325E-45018A9A3BA4}" dt="2026-10-22T00:57:05.742" v="611"/>
          <ac:spMkLst>
            <pc:docMk/>
            <pc:sldMk cId="0" sldId="261"/>
            <ac:spMk id="437" creationId="{00000000-0000-0000-0000-000000000000}"/>
          </ac:spMkLst>
        </pc:spChg>
        <pc:spChg chg="mod">
          <ac:chgData name="Leandro Chamorro Rojas" userId="S::leandro.chamorro.r@mail.pucv.cl::e3266c43-4908-4900-80a3-442f0ccddd51" providerId="AD" clId="Web-{B4D353A1-8446-1601-325E-45018A9A3BA4}" dt="2026-10-22T00:57:05.758" v="612"/>
          <ac:spMkLst>
            <pc:docMk/>
            <pc:sldMk cId="0" sldId="261"/>
            <ac:spMk id="438" creationId="{00000000-0000-0000-0000-000000000000}"/>
          </ac:spMkLst>
        </pc:spChg>
        <pc:spChg chg="mod">
          <ac:chgData name="Leandro Chamorro Rojas" userId="S::leandro.chamorro.r@mail.pucv.cl::e3266c43-4908-4900-80a3-442f0ccddd51" providerId="AD" clId="Web-{B4D353A1-8446-1601-325E-45018A9A3BA4}" dt="2026-10-22T00:57:05.758" v="613"/>
          <ac:spMkLst>
            <pc:docMk/>
            <pc:sldMk cId="0" sldId="261"/>
            <ac:spMk id="440" creationId="{00000000-0000-0000-0000-000000000000}"/>
          </ac:spMkLst>
        </pc:spChg>
        <pc:spChg chg="mod">
          <ac:chgData name="Leandro Chamorro Rojas" userId="S::leandro.chamorro.r@mail.pucv.cl::e3266c43-4908-4900-80a3-442f0ccddd51" providerId="AD" clId="Web-{B4D353A1-8446-1601-325E-45018A9A3BA4}" dt="2026-10-22T00:57:05.758" v="614"/>
          <ac:spMkLst>
            <pc:docMk/>
            <pc:sldMk cId="0" sldId="261"/>
            <ac:spMk id="441" creationId="{00000000-0000-0000-0000-000000000000}"/>
          </ac:spMkLst>
        </pc:spChg>
        <pc:spChg chg="mod">
          <ac:chgData name="Leandro Chamorro Rojas" userId="S::leandro.chamorro.r@mail.pucv.cl::e3266c43-4908-4900-80a3-442f0ccddd51" providerId="AD" clId="Web-{B4D353A1-8446-1601-325E-45018A9A3BA4}" dt="2026-10-22T00:57:07.321" v="615"/>
          <ac:spMkLst>
            <pc:docMk/>
            <pc:sldMk cId="0" sldId="261"/>
            <ac:spMk id="442" creationId="{00000000-0000-0000-0000-000000000000}"/>
          </ac:spMkLst>
        </pc:spChg>
        <pc:spChg chg="del">
          <ac:chgData name="Leandro Chamorro Rojas" userId="S::leandro.chamorro.r@mail.pucv.cl::e3266c43-4908-4900-80a3-442f0ccddd51" providerId="AD" clId="Web-{B4D353A1-8446-1601-325E-45018A9A3BA4}" dt="2026-10-22T00:46:50.972" v="24"/>
          <ac:spMkLst>
            <pc:docMk/>
            <pc:sldMk cId="0" sldId="261"/>
            <ac:spMk id="444" creationId="{00000000-0000-0000-0000-000000000000}"/>
          </ac:spMkLst>
        </pc:spChg>
        <pc:spChg chg="mod">
          <ac:chgData name="Leandro Chamorro Rojas" userId="S::leandro.chamorro.r@mail.pucv.cl::e3266c43-4908-4900-80a3-442f0ccddd51" providerId="AD" clId="Web-{B4D353A1-8446-1601-325E-45018A9A3BA4}" dt="2026-10-22T00:58:07.370" v="633" actId="1076"/>
          <ac:spMkLst>
            <pc:docMk/>
            <pc:sldMk cId="0" sldId="261"/>
            <ac:spMk id="452" creationId="{00000000-0000-0000-0000-000000000000}"/>
          </ac:spMkLst>
        </pc:spChg>
        <pc:spChg chg="mod">
          <ac:chgData name="Leandro Chamorro Rojas" userId="S::leandro.chamorro.r@mail.pucv.cl::e3266c43-4908-4900-80a3-442f0ccddd51" providerId="AD" clId="Web-{B4D353A1-8446-1601-325E-45018A9A3BA4}" dt="2026-10-22T00:58:01.979" v="627" actId="1076"/>
          <ac:spMkLst>
            <pc:docMk/>
            <pc:sldMk cId="0" sldId="261"/>
            <ac:spMk id="453" creationId="{00000000-0000-0000-0000-000000000000}"/>
          </ac:spMkLst>
        </pc:spChg>
        <pc:spChg chg="mod">
          <ac:chgData name="Leandro Chamorro Rojas" userId="S::leandro.chamorro.r@mail.pucv.cl::e3266c43-4908-4900-80a3-442f0ccddd51" providerId="AD" clId="Web-{B4D353A1-8446-1601-325E-45018A9A3BA4}" dt="2026-10-22T00:58:02.104" v="629" actId="1076"/>
          <ac:spMkLst>
            <pc:docMk/>
            <pc:sldMk cId="0" sldId="261"/>
            <ac:spMk id="455" creationId="{00000000-0000-0000-0000-000000000000}"/>
          </ac:spMkLst>
        </pc:spChg>
        <pc:spChg chg="del">
          <ac:chgData name="Leandro Chamorro Rojas" userId="S::leandro.chamorro.r@mail.pucv.cl::e3266c43-4908-4900-80a3-442f0ccddd51" providerId="AD" clId="Web-{B4D353A1-8446-1601-325E-45018A9A3BA4}" dt="2026-10-22T00:46:45.862" v="22"/>
          <ac:spMkLst>
            <pc:docMk/>
            <pc:sldMk cId="0" sldId="261"/>
            <ac:spMk id="457" creationId="{00000000-0000-0000-0000-000000000000}"/>
          </ac:spMkLst>
        </pc:spChg>
        <pc:spChg chg="mod">
          <ac:chgData name="Leandro Chamorro Rojas" userId="S::leandro.chamorro.r@mail.pucv.cl::e3266c43-4908-4900-80a3-442f0ccddd51" providerId="AD" clId="Web-{B4D353A1-8446-1601-325E-45018A9A3BA4}" dt="2026-10-22T00:58:02.322" v="632" actId="1076"/>
          <ac:spMkLst>
            <pc:docMk/>
            <pc:sldMk cId="0" sldId="261"/>
            <ac:spMk id="460" creationId="{00000000-0000-0000-0000-000000000000}"/>
          </ac:spMkLst>
        </pc:spChg>
        <pc:spChg chg="del">
          <ac:chgData name="Leandro Chamorro Rojas" userId="S::leandro.chamorro.r@mail.pucv.cl::e3266c43-4908-4900-80a3-442f0ccddd51" providerId="AD" clId="Web-{B4D353A1-8446-1601-325E-45018A9A3BA4}" dt="2026-10-22T00:46:46.800" v="23"/>
          <ac:spMkLst>
            <pc:docMk/>
            <pc:sldMk cId="0" sldId="261"/>
            <ac:spMk id="461" creationId="{00000000-0000-0000-0000-000000000000}"/>
          </ac:spMkLst>
        </pc:spChg>
        <pc:cxnChg chg="mod">
          <ac:chgData name="Leandro Chamorro Rojas" userId="S::leandro.chamorro.r@mail.pucv.cl::e3266c43-4908-4900-80a3-442f0ccddd51" providerId="AD" clId="Web-{B4D353A1-8446-1601-325E-45018A9A3BA4}" dt="2026-10-22T00:58:19.057" v="643" actId="14100"/>
          <ac:cxnSpMkLst>
            <pc:docMk/>
            <pc:sldMk cId="0" sldId="261"/>
            <ac:cxnSpMk id="386" creationId="{00000000-0000-0000-0000-000000000000}"/>
          </ac:cxnSpMkLst>
        </pc:cxnChg>
        <pc:cxnChg chg="del">
          <ac:chgData name="Leandro Chamorro Rojas" userId="S::leandro.chamorro.r@mail.pucv.cl::e3266c43-4908-4900-80a3-442f0ccddd51" providerId="AD" clId="Web-{B4D353A1-8446-1601-325E-45018A9A3BA4}" dt="2026-10-22T00:48:37.851" v="65"/>
          <ac:cxnSpMkLst>
            <pc:docMk/>
            <pc:sldMk cId="0" sldId="261"/>
            <ac:cxnSpMk id="445" creationId="{00000000-0000-0000-0000-000000000000}"/>
          </ac:cxnSpMkLst>
        </pc:cxnChg>
        <pc:cxnChg chg="del">
          <ac:chgData name="Leandro Chamorro Rojas" userId="S::leandro.chamorro.r@mail.pucv.cl::e3266c43-4908-4900-80a3-442f0ccddd51" providerId="AD" clId="Web-{B4D353A1-8446-1601-325E-45018A9A3BA4}" dt="2026-10-22T00:48:36.569" v="64"/>
          <ac:cxnSpMkLst>
            <pc:docMk/>
            <pc:sldMk cId="0" sldId="261"/>
            <ac:cxnSpMk id="446" creationId="{00000000-0000-0000-0000-000000000000}"/>
          </ac:cxnSpMkLst>
        </pc:cxnChg>
        <pc:cxnChg chg="del">
          <ac:chgData name="Leandro Chamorro Rojas" userId="S::leandro.chamorro.r@mail.pucv.cl::e3266c43-4908-4900-80a3-442f0ccddd51" providerId="AD" clId="Web-{B4D353A1-8446-1601-325E-45018A9A3BA4}" dt="2026-10-22T00:48:38.960" v="66"/>
          <ac:cxnSpMkLst>
            <pc:docMk/>
            <pc:sldMk cId="0" sldId="261"/>
            <ac:cxnSpMk id="447" creationId="{00000000-0000-0000-0000-000000000000}"/>
          </ac:cxnSpMkLst>
        </pc:cxnChg>
        <pc:cxnChg chg="del">
          <ac:chgData name="Leandro Chamorro Rojas" userId="S::leandro.chamorro.r@mail.pucv.cl::e3266c43-4908-4900-80a3-442f0ccddd51" providerId="AD" clId="Web-{B4D353A1-8446-1601-325E-45018A9A3BA4}" dt="2026-10-22T00:48:40.257" v="67"/>
          <ac:cxnSpMkLst>
            <pc:docMk/>
            <pc:sldMk cId="0" sldId="261"/>
            <ac:cxnSpMk id="448" creationId="{00000000-0000-0000-0000-000000000000}"/>
          </ac:cxnSpMkLst>
        </pc:cxnChg>
        <pc:cxnChg chg="del">
          <ac:chgData name="Leandro Chamorro Rojas" userId="S::leandro.chamorro.r@mail.pucv.cl::e3266c43-4908-4900-80a3-442f0ccddd51" providerId="AD" clId="Web-{B4D353A1-8446-1601-325E-45018A9A3BA4}" dt="2026-10-22T00:48:41.788" v="68"/>
          <ac:cxnSpMkLst>
            <pc:docMk/>
            <pc:sldMk cId="0" sldId="261"/>
            <ac:cxnSpMk id="449" creationId="{00000000-0000-0000-0000-000000000000}"/>
          </ac:cxnSpMkLst>
        </pc:cxnChg>
        <pc:cxnChg chg="del">
          <ac:chgData name="Leandro Chamorro Rojas" userId="S::leandro.chamorro.r@mail.pucv.cl::e3266c43-4908-4900-80a3-442f0ccddd51" providerId="AD" clId="Web-{B4D353A1-8446-1601-325E-45018A9A3BA4}" dt="2026-10-22T00:47:49.193" v="51"/>
          <ac:cxnSpMkLst>
            <pc:docMk/>
            <pc:sldMk cId="0" sldId="261"/>
            <ac:cxnSpMk id="450" creationId="{00000000-0000-0000-0000-000000000000}"/>
          </ac:cxnSpMkLst>
        </pc:cxnChg>
        <pc:cxnChg chg="mod">
          <ac:chgData name="Leandro Chamorro Rojas" userId="S::leandro.chamorro.r@mail.pucv.cl::e3266c43-4908-4900-80a3-442f0ccddd51" providerId="AD" clId="Web-{B4D353A1-8446-1601-325E-45018A9A3BA4}" dt="2026-10-22T00:58:02.041" v="628" actId="1076"/>
          <ac:cxnSpMkLst>
            <pc:docMk/>
            <pc:sldMk cId="0" sldId="261"/>
            <ac:cxnSpMk id="454" creationId="{00000000-0000-0000-0000-000000000000}"/>
          </ac:cxnSpMkLst>
        </pc:cxnChg>
        <pc:cxnChg chg="mod">
          <ac:chgData name="Leandro Chamorro Rojas" userId="S::leandro.chamorro.r@mail.pucv.cl::e3266c43-4908-4900-80a3-442f0ccddd51" providerId="AD" clId="Web-{B4D353A1-8446-1601-325E-45018A9A3BA4}" dt="2026-10-22T00:58:02.182" v="630" actId="1076"/>
          <ac:cxnSpMkLst>
            <pc:docMk/>
            <pc:sldMk cId="0" sldId="261"/>
            <ac:cxnSpMk id="456" creationId="{00000000-0000-0000-0000-000000000000}"/>
          </ac:cxnSpMkLst>
        </pc:cxnChg>
        <pc:cxnChg chg="mod">
          <ac:chgData name="Leandro Chamorro Rojas" userId="S::leandro.chamorro.r@mail.pucv.cl::e3266c43-4908-4900-80a3-442f0ccddd51" providerId="AD" clId="Web-{B4D353A1-8446-1601-325E-45018A9A3BA4}" dt="2026-10-22T00:58:02.244" v="631" actId="1076"/>
          <ac:cxnSpMkLst>
            <pc:docMk/>
            <pc:sldMk cId="0" sldId="261"/>
            <ac:cxnSpMk id="458" creationId="{00000000-0000-0000-0000-000000000000}"/>
          </ac:cxnSpMkLst>
        </pc:cxnChg>
      </pc:sldChg>
    </pc:docChg>
  </pc:docChgLst>
  <pc:docChgLst>
    <pc:chgData name="Patricio Henríquez Tapia" userId="4f189ec0-b5da-4dd3-b70a-6f9a76bc763e" providerId="ADAL" clId="{2A6394DD-8411-431D-8451-C5B24C4EE61F}"/>
    <pc:docChg chg="undo custSel modSld sldOrd">
      <pc:chgData name="Patricio Henríquez Tapia" userId="4f189ec0-b5da-4dd3-b70a-6f9a76bc763e" providerId="ADAL" clId="{2A6394DD-8411-431D-8451-C5B24C4EE61F}" dt="2026-10-21T01:15:34.265" v="294" actId="20577"/>
      <pc:docMkLst>
        <pc:docMk/>
      </pc:docMkLst>
      <pc:sldChg chg="ord">
        <pc:chgData name="Patricio Henríquez Tapia" userId="4f189ec0-b5da-4dd3-b70a-6f9a76bc763e" providerId="ADAL" clId="{2A6394DD-8411-431D-8451-C5B24C4EE61F}" dt="2026-10-21T00:05:11.460" v="1"/>
        <pc:sldMkLst>
          <pc:docMk/>
          <pc:sldMk cId="0" sldId="257"/>
        </pc:sldMkLst>
      </pc:sldChg>
      <pc:sldChg chg="modSp mod">
        <pc:chgData name="Patricio Henríquez Tapia" userId="4f189ec0-b5da-4dd3-b70a-6f9a76bc763e" providerId="ADAL" clId="{2A6394DD-8411-431D-8451-C5B24C4EE61F}" dt="2026-10-21T00:06:22.792" v="5" actId="1076"/>
        <pc:sldMkLst>
          <pc:docMk/>
          <pc:sldMk cId="0" sldId="261"/>
        </pc:sldMkLst>
        <pc:spChg chg="mod">
          <ac:chgData name="Patricio Henríquez Tapia" userId="4f189ec0-b5da-4dd3-b70a-6f9a76bc763e" providerId="ADAL" clId="{2A6394DD-8411-431D-8451-C5B24C4EE61F}" dt="2026-10-21T00:06:22.792" v="5" actId="1076"/>
          <ac:spMkLst>
            <pc:docMk/>
            <pc:sldMk cId="0" sldId="261"/>
            <ac:spMk id="457" creationId="{00000000-0000-0000-0000-000000000000}"/>
          </ac:spMkLst>
        </pc:spChg>
      </pc:sldChg>
      <pc:sldChg chg="delSp modSp mod">
        <pc:chgData name="Patricio Henríquez Tapia" userId="4f189ec0-b5da-4dd3-b70a-6f9a76bc763e" providerId="ADAL" clId="{2A6394DD-8411-431D-8451-C5B24C4EE61F}" dt="2026-10-21T00:13:46.895" v="7" actId="478"/>
        <pc:sldMkLst>
          <pc:docMk/>
          <pc:sldMk cId="0" sldId="295"/>
        </pc:sldMkLst>
        <pc:spChg chg="del mod">
          <ac:chgData name="Patricio Henríquez Tapia" userId="4f189ec0-b5da-4dd3-b70a-6f9a76bc763e" providerId="ADAL" clId="{2A6394DD-8411-431D-8451-C5B24C4EE61F}" dt="2026-10-21T00:13:46.895" v="7" actId="478"/>
          <ac:spMkLst>
            <pc:docMk/>
            <pc:sldMk cId="0" sldId="295"/>
            <ac:spMk id="1886" creationId="{00000000-0000-0000-0000-000000000000}"/>
          </ac:spMkLst>
        </pc:spChg>
      </pc:sldChg>
      <pc:sldChg chg="delSp modSp mod">
        <pc:chgData name="Patricio Henríquez Tapia" userId="4f189ec0-b5da-4dd3-b70a-6f9a76bc763e" providerId="ADAL" clId="{2A6394DD-8411-431D-8451-C5B24C4EE61F}" dt="2026-10-21T01:09:00.973" v="17"/>
        <pc:sldMkLst>
          <pc:docMk/>
          <pc:sldMk cId="0" sldId="297"/>
        </pc:sldMkLst>
        <pc:spChg chg="del">
          <ac:chgData name="Patricio Henríquez Tapia" userId="4f189ec0-b5da-4dd3-b70a-6f9a76bc763e" providerId="ADAL" clId="{2A6394DD-8411-431D-8451-C5B24C4EE61F}" dt="2026-10-21T00:55:28.372" v="8" actId="478"/>
          <ac:spMkLst>
            <pc:docMk/>
            <pc:sldMk cId="0" sldId="297"/>
            <ac:spMk id="1980" creationId="{00000000-0000-0000-0000-000000000000}"/>
          </ac:spMkLst>
        </pc:spChg>
        <pc:spChg chg="mod">
          <ac:chgData name="Patricio Henríquez Tapia" userId="4f189ec0-b5da-4dd3-b70a-6f9a76bc763e" providerId="ADAL" clId="{2A6394DD-8411-431D-8451-C5B24C4EE61F}" dt="2026-10-21T01:09:00.973" v="17"/>
          <ac:spMkLst>
            <pc:docMk/>
            <pc:sldMk cId="0" sldId="297"/>
            <ac:spMk id="2007" creationId="{00000000-0000-0000-0000-000000000000}"/>
          </ac:spMkLst>
        </pc:spChg>
      </pc:sldChg>
      <pc:sldChg chg="modSp mod">
        <pc:chgData name="Patricio Henríquez Tapia" userId="4f189ec0-b5da-4dd3-b70a-6f9a76bc763e" providerId="ADAL" clId="{2A6394DD-8411-431D-8451-C5B24C4EE61F}" dt="2026-10-21T01:13:12.471" v="137" actId="1076"/>
        <pc:sldMkLst>
          <pc:docMk/>
          <pc:sldMk cId="0" sldId="298"/>
        </pc:sldMkLst>
        <pc:spChg chg="mod">
          <ac:chgData name="Patricio Henríquez Tapia" userId="4f189ec0-b5da-4dd3-b70a-6f9a76bc763e" providerId="ADAL" clId="{2A6394DD-8411-431D-8451-C5B24C4EE61F}" dt="2026-10-21T01:13:12.471" v="137" actId="1076"/>
          <ac:spMkLst>
            <pc:docMk/>
            <pc:sldMk cId="0" sldId="298"/>
            <ac:spMk id="2049" creationId="{00000000-0000-0000-0000-000000000000}"/>
          </ac:spMkLst>
        </pc:spChg>
      </pc:sldChg>
      <pc:sldChg chg="modSp mod">
        <pc:chgData name="Patricio Henríquez Tapia" userId="4f189ec0-b5da-4dd3-b70a-6f9a76bc763e" providerId="ADAL" clId="{2A6394DD-8411-431D-8451-C5B24C4EE61F}" dt="2026-10-21T01:15:34.265" v="294" actId="20577"/>
        <pc:sldMkLst>
          <pc:docMk/>
          <pc:sldMk cId="0" sldId="299"/>
        </pc:sldMkLst>
        <pc:spChg chg="mod">
          <ac:chgData name="Patricio Henríquez Tapia" userId="4f189ec0-b5da-4dd3-b70a-6f9a76bc763e" providerId="ADAL" clId="{2A6394DD-8411-431D-8451-C5B24C4EE61F}" dt="2026-10-21T01:13:57.571" v="149" actId="20577"/>
          <ac:spMkLst>
            <pc:docMk/>
            <pc:sldMk cId="0" sldId="299"/>
            <ac:spMk id="2072" creationId="{00000000-0000-0000-0000-000000000000}"/>
          </ac:spMkLst>
        </pc:spChg>
        <pc:spChg chg="mod">
          <ac:chgData name="Patricio Henríquez Tapia" userId="4f189ec0-b5da-4dd3-b70a-6f9a76bc763e" providerId="ADAL" clId="{2A6394DD-8411-431D-8451-C5B24C4EE61F}" dt="2026-10-21T01:14:24.730" v="222" actId="20577"/>
          <ac:spMkLst>
            <pc:docMk/>
            <pc:sldMk cId="0" sldId="299"/>
            <ac:spMk id="2076" creationId="{00000000-0000-0000-0000-000000000000}"/>
          </ac:spMkLst>
        </pc:spChg>
        <pc:spChg chg="mod">
          <ac:chgData name="Patricio Henríquez Tapia" userId="4f189ec0-b5da-4dd3-b70a-6f9a76bc763e" providerId="ADAL" clId="{2A6394DD-8411-431D-8451-C5B24C4EE61F}" dt="2026-10-21T01:15:17.838" v="279" actId="20577"/>
          <ac:spMkLst>
            <pc:docMk/>
            <pc:sldMk cId="0" sldId="299"/>
            <ac:spMk id="2080" creationId="{00000000-0000-0000-0000-000000000000}"/>
          </ac:spMkLst>
        </pc:spChg>
        <pc:spChg chg="mod">
          <ac:chgData name="Patricio Henríquez Tapia" userId="4f189ec0-b5da-4dd3-b70a-6f9a76bc763e" providerId="ADAL" clId="{2A6394DD-8411-431D-8451-C5B24C4EE61F}" dt="2026-10-21T01:15:34.265" v="294" actId="20577"/>
          <ac:spMkLst>
            <pc:docMk/>
            <pc:sldMk cId="0" sldId="299"/>
            <ac:spMk id="2084" creationId="{00000000-0000-0000-0000-000000000000}"/>
          </ac:spMkLst>
        </pc:spChg>
      </pc:sldChg>
      <pc:sldChg chg="ord">
        <pc:chgData name="Patricio Henríquez Tapia" userId="4f189ec0-b5da-4dd3-b70a-6f9a76bc763e" providerId="ADAL" clId="{2A6394DD-8411-431D-8451-C5B24C4EE61F}" dt="2026-10-21T00:05:31.618" v="3"/>
        <pc:sldMkLst>
          <pc:docMk/>
          <pc:sldMk cId="0" sldId="300"/>
        </pc:sldMkLst>
      </pc:sldChg>
    </pc:docChg>
  </pc:docChgLst>
  <pc:docChgLst>
    <pc:chgData name="Guest User" userId="S::urn:spo:tenantanon#6e4d5417-163d-4e66-83d7-c68ec7528de3::" providerId="AD" clId="Web-{09D02B70-182A-7A0A-56DE-9E4175509914}"/>
    <pc:docChg chg="modSld sldOrd">
      <pc:chgData name="Guest User" userId="S::urn:spo:tenantanon#6e4d5417-163d-4e66-83d7-c68ec7528de3::" providerId="AD" clId="Web-{09D02B70-182A-7A0A-56DE-9E4175509914}" dt="2026-10-21T00:05:56.530" v="58"/>
      <pc:docMkLst>
        <pc:docMk/>
      </pc:docMkLst>
      <pc:sldChg chg="delSp">
        <pc:chgData name="Guest User" userId="S::urn:spo:tenantanon#6e4d5417-163d-4e66-83d7-c68ec7528de3::" providerId="AD" clId="Web-{09D02B70-182A-7A0A-56DE-9E4175509914}" dt="2026-10-20T23:27:23.555" v="1"/>
        <pc:sldMkLst>
          <pc:docMk/>
          <pc:sldMk cId="0" sldId="257"/>
        </pc:sldMkLst>
      </pc:sldChg>
      <pc:sldChg chg="ord">
        <pc:chgData name="Guest User" userId="S::urn:spo:tenantanon#6e4d5417-163d-4e66-83d7-c68ec7528de3::" providerId="AD" clId="Web-{09D02B70-182A-7A0A-56DE-9E4175509914}" dt="2026-10-21T00:05:56.530" v="58"/>
        <pc:sldMkLst>
          <pc:docMk/>
          <pc:sldMk cId="0" sldId="260"/>
        </pc:sldMkLst>
      </pc:sldChg>
      <pc:sldChg chg="addSp delSp modSp">
        <pc:chgData name="Guest User" userId="S::urn:spo:tenantanon#6e4d5417-163d-4e66-83d7-c68ec7528de3::" providerId="AD" clId="Web-{09D02B70-182A-7A0A-56DE-9E4175509914}" dt="2026-10-20T23:40:16.005" v="57"/>
        <pc:sldMkLst>
          <pc:docMk/>
          <pc:sldMk cId="0" sldId="261"/>
        </pc:sldMkLst>
        <pc:spChg chg="mod">
          <ac:chgData name="Guest User" userId="S::urn:spo:tenantanon#6e4d5417-163d-4e66-83d7-c68ec7528de3::" providerId="AD" clId="Web-{09D02B70-182A-7A0A-56DE-9E4175509914}" dt="2026-10-20T23:34:24.367" v="15" actId="20577"/>
          <ac:spMkLst>
            <pc:docMk/>
            <pc:sldMk cId="0" sldId="261"/>
            <ac:spMk id="372" creationId="{00000000-0000-0000-0000-000000000000}"/>
          </ac:spMkLst>
        </pc:spChg>
        <pc:spChg chg="mod">
          <ac:chgData name="Guest User" userId="S::urn:spo:tenantanon#6e4d5417-163d-4e66-83d7-c68ec7528de3::" providerId="AD" clId="Web-{09D02B70-182A-7A0A-56DE-9E4175509914}" dt="2026-10-20T23:36:14.965" v="51" actId="1076"/>
          <ac:spMkLst>
            <pc:docMk/>
            <pc:sldMk cId="0" sldId="261"/>
            <ac:spMk id="377" creationId="{00000000-0000-0000-0000-000000000000}"/>
          </ac:spMkLst>
        </pc:spChg>
      </pc:sldChg>
      <pc:sldChg chg="ord">
        <pc:chgData name="Guest User" userId="S::urn:spo:tenantanon#6e4d5417-163d-4e66-83d7-c68ec7528de3::" providerId="AD" clId="Web-{09D02B70-182A-7A0A-56DE-9E4175509914}" dt="2026-10-20T23:35:57.605" v="46"/>
        <pc:sldMkLst>
          <pc:docMk/>
          <pc:sldMk cId="0" sldId="30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L" sz="1800" b="1" noProof="0">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2" name="Google Shape;2092;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c7cc306779174be_12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hc7cc306779174be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hc7cc306779174b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hc7cc306779174be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hc7cc306779174be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hc7cc306779174be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hc7cc306779174be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hc7cc306779174be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c7cc306779174be_1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c7cc306779174be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c7cc306779174be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hc7cc306779174be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hc7cc306779174be_1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hc7cc306779174be_1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hc7cc306779174be_1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hc7cc306779174be_1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c7cc306779174be_1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c7cc306779174be_1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3" name="Google Shape;15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7" name="Google Shape;162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hc7cc306779174be_0_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hc7cc306779174be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hc7cc306779174be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hc7cc306779174be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hc7cc306779174be_8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hc7cc306779174be_8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hc7cc306779174be_8_1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hc7cc306779174be_8_1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hc7cc306779174be_8_2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hc7cc306779174be_8_2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hc7cc306779174be_8_29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3" name="Google Shape;1003;hc7cc306779174be_8_2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hc7cc306779174be_8_3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hc7cc306779174be_8_3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Transición: plan de implantación y las dos marchas blancas con su paso a producción (H7 mes 16 y H12 mes 21). (T-14 §7.2)</a:t>
            </a:r>
          </a:p>
        </p:txBody>
      </p:sp>
      <p:sp>
        <p:nvSpPr>
          <p:cNvPr id="1083" name="Google Shape;1083;hc7cc306779174be_8_3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hc7cc306779174be_8_4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hc7cc306779174be_8_4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hc7cc306779174be_8_5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hc7cc306779174be_8_5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hc7cc306779174be_8_5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9" name="Google Shape;1299;hc7cc306779174be_8_5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hc7cc306779174be_8_6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0" name="Google Shape;1370;hc7cc306779174be_8_6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hc7cc306779174be_8_7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3" name="Google Shape;1443;hc7cc306779174be_8_7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Cierre: cierre de la implementación y salida ordenada al término del contrato, con el plan de reversibilidad (meses 54–56). (T-14 §7.2)</a:t>
            </a:r>
          </a:p>
        </p:txBody>
      </p:sp>
      <p:sp>
        <p:nvSpPr>
          <p:cNvPr id="1444" name="Google Shape;1444;hc7cc306779174be_8_7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5" name="Google Shape;173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hc7cc306779174be_4_2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2" name="Google Shape;1832;hc7cc306779174be_4_2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hc7cc306779174be_4_4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hc7cc306779174be_4_9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hc7cc306779174be_4_10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hc7cc306779174be_6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5" name="Google Shape;1765;hc7cc306779174be_6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hc7cc306779174be_0_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5" name="Google Shape;1755;hc7cc306779174be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8" name="Google Shape;181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hc7cc306779174be_6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hc7cc306779174be_6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9" name="Google Shape;2059;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0" name="Google Shape;2140;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6" name="Google Shape;2156;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1792288" y="612775"/>
            <a:ext cx="5486400" cy="4114800"/>
          </a:xfrm>
          <a:prstGeom prst="rect">
            <a:avLst/>
          </a:prstGeom>
          <a:noFill/>
          <a:ln>
            <a:noFill/>
          </a:ln>
        </p:spPr>
      </p:sp>
      <p:sp>
        <p:nvSpPr>
          <p:cNvPr id="64" name="Google Shape;64;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hc7cc306779174be_8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hc7cc306779174be_8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hc7cc306779174be_8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hc7cc306779174be_8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hc7cc306779174be_8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hc7cc306779174be_8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hc7cc306779174be_8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hc7cc306779174be_8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hc7cc306779174be_8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hc7cc306779174be_8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hc7cc306779174be_8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hc7cc306779174be_8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hc7cc306779174be_8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hc7cc306779174be_8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hc7cc306779174be_8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hc7cc306779174be_8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hc7cc306779174be_8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hc7cc306779174be_8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hc7cc306779174be_8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hc7cc306779174be_8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hc7cc306779174be_8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hc7cc306779174be_8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hc7cc306779174be_8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hc7cc306779174be_8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hc7cc306779174be_8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hc7cc306779174be_8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hc7cc306779174be_8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hc7cc306779174be_8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hc7cc306779174be_8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hc7cc306779174be_8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hc7cc306779174be_8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c7cc306779174be_8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hc7cc306779174be_8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hc7cc306779174be_8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c7cc306779174be_8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c7cc306779174be_8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hc7cc306779174be_8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hc7cc306779174be_8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hc7cc306779174be_8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hc7cc306779174be_8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hc7cc306779174be_8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hc7cc306779174be_8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hc7cc306779174be_8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hc7cc306779174be_8_56"/>
          <p:cNvSpPr>
            <a:spLocks noGrp="1"/>
          </p:cNvSpPr>
          <p:nvPr>
            <p:ph type="pic" idx="2"/>
          </p:nvPr>
        </p:nvSpPr>
        <p:spPr>
          <a:xfrm>
            <a:off x="1792288" y="612775"/>
            <a:ext cx="5486400" cy="4114800"/>
          </a:xfrm>
          <a:prstGeom prst="rect">
            <a:avLst/>
          </a:prstGeom>
          <a:noFill/>
          <a:ln>
            <a:noFill/>
          </a:ln>
        </p:spPr>
      </p:sp>
      <p:sp>
        <p:nvSpPr>
          <p:cNvPr id="139" name="Google Shape;139;hc7cc306779174be_8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hc7cc306779174be_8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c7cc306779174be_8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c7cc306779174be_8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hc7cc306779174be_8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c7cc306779174be_8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hc7cc306779174be_8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hc7cc306779174be_8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c7cc306779174be_8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hc7cc306779174be_8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hc7cc306779174be_8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hc7cc306779174be_8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hc7cc306779174be_8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hc7cc306779174be_8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hc7cc306779174be_4_100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hc7cc306779174be_4_100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hc7cc306779174be_4_100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5"/>
        <p:cNvGrpSpPr/>
        <p:nvPr/>
      </p:nvGrpSpPr>
      <p:grpSpPr>
        <a:xfrm>
          <a:off x="0" y="0"/>
          <a:ext cx="0" cy="0"/>
          <a:chOff x="0" y="0"/>
          <a:chExt cx="0" cy="0"/>
        </a:xfrm>
      </p:grpSpPr>
      <p:sp>
        <p:nvSpPr>
          <p:cNvPr id="166" name="Google Shape;166;hc7cc306779174be_4_1007"/>
          <p:cNvSpPr txBox="1">
            <a:spLocks noGrp="1"/>
          </p:cNvSpPr>
          <p:nvPr>
            <p:ph type="ctrTitle"/>
          </p:nvPr>
        </p:nvSpPr>
        <p:spPr>
          <a:xfrm>
            <a:off x="685800" y="2130425"/>
            <a:ext cx="7772400" cy="1470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hc7cc306779174be_4_1007"/>
          <p:cNvSpPr txBox="1">
            <a:spLocks noGrp="1"/>
          </p:cNvSpPr>
          <p:nvPr>
            <p:ph type="subTitle" idx="1"/>
          </p:nvPr>
        </p:nvSpPr>
        <p:spPr>
          <a:xfrm>
            <a:off x="1371600" y="3886200"/>
            <a:ext cx="6400800" cy="1752600"/>
          </a:xfrm>
          <a:prstGeom prst="rect">
            <a:avLst/>
          </a:prstGeom>
          <a:noFill/>
          <a:ln>
            <a:noFill/>
          </a:ln>
        </p:spPr>
        <p:txBody>
          <a:bodyPr spcFirstLastPara="1" wrap="square" lIns="91450" tIns="45700" rIns="91450" bIns="45700" anchor="t" anchorCtr="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8" name="Google Shape;168;hc7cc306779174be_4_100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hc7cc306779174be_4_100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hc7cc306779174be_4_100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1"/>
        <p:cNvGrpSpPr/>
        <p:nvPr/>
      </p:nvGrpSpPr>
      <p:grpSpPr>
        <a:xfrm>
          <a:off x="0" y="0"/>
          <a:ext cx="0" cy="0"/>
          <a:chOff x="0" y="0"/>
          <a:chExt cx="0" cy="0"/>
        </a:xfrm>
      </p:grpSpPr>
      <p:sp>
        <p:nvSpPr>
          <p:cNvPr id="172" name="Google Shape;172;hc7cc306779174be_4_1013"/>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hc7cc306779174be_4_1013"/>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74" name="Google Shape;174;hc7cc306779174be_4_101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hc7cc306779174be_4_101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hc7cc306779174be_4_101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hc7cc306779174be_4_1019"/>
          <p:cNvSpPr txBox="1">
            <a:spLocks noGrp="1"/>
          </p:cNvSpPr>
          <p:nvPr>
            <p:ph type="title"/>
          </p:nvPr>
        </p:nvSpPr>
        <p:spPr>
          <a:xfrm>
            <a:off x="722313" y="4406900"/>
            <a:ext cx="7772400" cy="1362000"/>
          </a:xfrm>
          <a:prstGeom prst="rect">
            <a:avLst/>
          </a:prstGeom>
          <a:noFill/>
          <a:ln>
            <a:noFill/>
          </a:ln>
        </p:spPr>
        <p:txBody>
          <a:bodyPr spcFirstLastPara="1" wrap="square" lIns="91450" tIns="45700" rIns="91450"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hc7cc306779174be_4_1019"/>
          <p:cNvSpPr txBox="1">
            <a:spLocks noGrp="1"/>
          </p:cNvSpPr>
          <p:nvPr>
            <p:ph type="body" idx="1"/>
          </p:nvPr>
        </p:nvSpPr>
        <p:spPr>
          <a:xfrm>
            <a:off x="722313" y="2906713"/>
            <a:ext cx="7772400" cy="15000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400"/>
              </a:spcBef>
              <a:spcAft>
                <a:spcPts val="0"/>
              </a:spcAft>
              <a:buClr>
                <a:srgbClr val="888888"/>
              </a:buClr>
              <a:buSzPts val="1800"/>
              <a:buNone/>
              <a:defRPr sz="1800">
                <a:solidFill>
                  <a:srgbClr val="888888"/>
                </a:solidFill>
              </a:defRPr>
            </a:lvl2pPr>
            <a:lvl3pPr marL="1371600" lvl="2" indent="-228600" algn="l">
              <a:spcBef>
                <a:spcPts val="400"/>
              </a:spcBef>
              <a:spcAft>
                <a:spcPts val="0"/>
              </a:spcAft>
              <a:buClr>
                <a:srgbClr val="888888"/>
              </a:buClr>
              <a:buSzPts val="1600"/>
              <a:buNone/>
              <a:defRPr sz="1600">
                <a:solidFill>
                  <a:srgbClr val="888888"/>
                </a:solidFill>
              </a:defRPr>
            </a:lvl3pPr>
            <a:lvl4pPr marL="1828800" lvl="3" indent="-228600" algn="l">
              <a:spcBef>
                <a:spcPts val="200"/>
              </a:spcBef>
              <a:spcAft>
                <a:spcPts val="0"/>
              </a:spcAft>
              <a:buClr>
                <a:srgbClr val="888888"/>
              </a:buClr>
              <a:buSzPts val="1400"/>
              <a:buNone/>
              <a:defRPr sz="1400">
                <a:solidFill>
                  <a:srgbClr val="888888"/>
                </a:solidFill>
              </a:defRPr>
            </a:lvl4pPr>
            <a:lvl5pPr marL="2286000" lvl="4" indent="-228600" algn="l">
              <a:spcBef>
                <a:spcPts val="200"/>
              </a:spcBef>
              <a:spcAft>
                <a:spcPts val="0"/>
              </a:spcAft>
              <a:buClr>
                <a:srgbClr val="888888"/>
              </a:buClr>
              <a:buSzPts val="1400"/>
              <a:buNone/>
              <a:defRPr sz="1400">
                <a:solidFill>
                  <a:srgbClr val="888888"/>
                </a:solidFill>
              </a:defRPr>
            </a:lvl5pPr>
            <a:lvl6pPr marL="2743200" lvl="5" indent="-228600" algn="l">
              <a:spcBef>
                <a:spcPts val="200"/>
              </a:spcBef>
              <a:spcAft>
                <a:spcPts val="0"/>
              </a:spcAft>
              <a:buClr>
                <a:srgbClr val="888888"/>
              </a:buClr>
              <a:buSzPts val="1400"/>
              <a:buNone/>
              <a:defRPr sz="1400">
                <a:solidFill>
                  <a:srgbClr val="888888"/>
                </a:solidFill>
              </a:defRPr>
            </a:lvl6pPr>
            <a:lvl7pPr marL="3200400" lvl="6" indent="-228600" algn="l">
              <a:spcBef>
                <a:spcPts val="200"/>
              </a:spcBef>
              <a:spcAft>
                <a:spcPts val="0"/>
              </a:spcAft>
              <a:buClr>
                <a:srgbClr val="888888"/>
              </a:buClr>
              <a:buSzPts val="1400"/>
              <a:buNone/>
              <a:defRPr sz="1400">
                <a:solidFill>
                  <a:srgbClr val="888888"/>
                </a:solidFill>
              </a:defRPr>
            </a:lvl7pPr>
            <a:lvl8pPr marL="3657600" lvl="7" indent="-228600" algn="l">
              <a:spcBef>
                <a:spcPts val="200"/>
              </a:spcBef>
              <a:spcAft>
                <a:spcPts val="0"/>
              </a:spcAft>
              <a:buClr>
                <a:srgbClr val="888888"/>
              </a:buClr>
              <a:buSzPts val="1400"/>
              <a:buNone/>
              <a:defRPr sz="1400">
                <a:solidFill>
                  <a:srgbClr val="888888"/>
                </a:solidFill>
              </a:defRPr>
            </a:lvl8pPr>
            <a:lvl9pPr marL="4114800" lvl="8" indent="-228600" algn="l">
              <a:spcBef>
                <a:spcPts val="200"/>
              </a:spcBef>
              <a:spcAft>
                <a:spcPts val="0"/>
              </a:spcAft>
              <a:buClr>
                <a:srgbClr val="888888"/>
              </a:buClr>
              <a:buSzPts val="1400"/>
              <a:buNone/>
              <a:defRPr sz="1400">
                <a:solidFill>
                  <a:srgbClr val="888888"/>
                </a:solidFill>
              </a:defRPr>
            </a:lvl9pPr>
          </a:lstStyle>
          <a:p>
            <a:endParaRPr/>
          </a:p>
        </p:txBody>
      </p:sp>
      <p:sp>
        <p:nvSpPr>
          <p:cNvPr id="180" name="Google Shape;180;hc7cc306779174be_4_1019"/>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hc7cc306779174be_4_1019"/>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hc7cc306779174be_4_1019"/>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hc7cc306779174be_4_1025"/>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hc7cc306779174be_4_1025"/>
          <p:cNvSpPr txBox="1">
            <a:spLocks noGrp="1"/>
          </p:cNvSpPr>
          <p:nvPr>
            <p:ph type="body" idx="1"/>
          </p:nvPr>
        </p:nvSpPr>
        <p:spPr>
          <a:xfrm>
            <a:off x="457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6" name="Google Shape;186;hc7cc306779174be_4_1025"/>
          <p:cNvSpPr txBox="1">
            <a:spLocks noGrp="1"/>
          </p:cNvSpPr>
          <p:nvPr>
            <p:ph type="body" idx="2"/>
          </p:nvPr>
        </p:nvSpPr>
        <p:spPr>
          <a:xfrm>
            <a:off x="4648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7" name="Google Shape;187;hc7cc306779174be_4_1025"/>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hc7cc306779174be_4_1025"/>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hc7cc306779174be_4_1025"/>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hc7cc306779174be_4_1032"/>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hc7cc306779174be_4_1032"/>
          <p:cNvSpPr txBox="1">
            <a:spLocks noGrp="1"/>
          </p:cNvSpPr>
          <p:nvPr>
            <p:ph type="body" idx="1"/>
          </p:nvPr>
        </p:nvSpPr>
        <p:spPr>
          <a:xfrm>
            <a:off x="457200" y="1535113"/>
            <a:ext cx="40404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3" name="Google Shape;193;hc7cc306779174be_4_1032"/>
          <p:cNvSpPr txBox="1">
            <a:spLocks noGrp="1"/>
          </p:cNvSpPr>
          <p:nvPr>
            <p:ph type="body" idx="2"/>
          </p:nvPr>
        </p:nvSpPr>
        <p:spPr>
          <a:xfrm>
            <a:off x="457200" y="2174875"/>
            <a:ext cx="40404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4" name="Google Shape;194;hc7cc306779174be_4_1032"/>
          <p:cNvSpPr txBox="1">
            <a:spLocks noGrp="1"/>
          </p:cNvSpPr>
          <p:nvPr>
            <p:ph type="body" idx="3"/>
          </p:nvPr>
        </p:nvSpPr>
        <p:spPr>
          <a:xfrm>
            <a:off x="4645025" y="1535113"/>
            <a:ext cx="40416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5" name="Google Shape;195;hc7cc306779174be_4_1032"/>
          <p:cNvSpPr txBox="1">
            <a:spLocks noGrp="1"/>
          </p:cNvSpPr>
          <p:nvPr>
            <p:ph type="body" idx="4"/>
          </p:nvPr>
        </p:nvSpPr>
        <p:spPr>
          <a:xfrm>
            <a:off x="4645025" y="2174875"/>
            <a:ext cx="40416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6" name="Google Shape;196;hc7cc306779174be_4_1032"/>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hc7cc306779174be_4_1032"/>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hc7cc306779174be_4_1032"/>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hc7cc306779174be_4_1041"/>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hc7cc306779174be_4_1041"/>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hc7cc306779174be_4_1041"/>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hc7cc306779174be_4_1041"/>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4"/>
        <p:cNvGrpSpPr/>
        <p:nvPr/>
      </p:nvGrpSpPr>
      <p:grpSpPr>
        <a:xfrm>
          <a:off x="0" y="0"/>
          <a:ext cx="0" cy="0"/>
          <a:chOff x="0" y="0"/>
          <a:chExt cx="0" cy="0"/>
        </a:xfrm>
      </p:grpSpPr>
      <p:sp>
        <p:nvSpPr>
          <p:cNvPr id="205" name="Google Shape;205;hc7cc306779174be_4_1046"/>
          <p:cNvSpPr txBox="1">
            <a:spLocks noGrp="1"/>
          </p:cNvSpPr>
          <p:nvPr>
            <p:ph type="title"/>
          </p:nvPr>
        </p:nvSpPr>
        <p:spPr>
          <a:xfrm>
            <a:off x="457200" y="273050"/>
            <a:ext cx="3008400" cy="11622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hc7cc306779174be_4_1046"/>
          <p:cNvSpPr txBox="1">
            <a:spLocks noGrp="1"/>
          </p:cNvSpPr>
          <p:nvPr>
            <p:ph type="body" idx="1"/>
          </p:nvPr>
        </p:nvSpPr>
        <p:spPr>
          <a:xfrm>
            <a:off x="3575050" y="273050"/>
            <a:ext cx="5112000" cy="5853000"/>
          </a:xfrm>
          <a:prstGeom prst="rect">
            <a:avLst/>
          </a:prstGeom>
          <a:noFill/>
          <a:ln>
            <a:noFill/>
          </a:ln>
        </p:spPr>
        <p:txBody>
          <a:bodyPr spcFirstLastPara="1" wrap="square" lIns="91450" tIns="45700" rIns="91450" bIns="45700" anchor="t" anchorCtr="0">
            <a:normAutofit/>
          </a:bodyPr>
          <a:lstStyle>
            <a:lvl1pPr marL="457200" lvl="0" indent="-431800" algn="l">
              <a:spcBef>
                <a:spcPts val="600"/>
              </a:spcBef>
              <a:spcAft>
                <a:spcPts val="0"/>
              </a:spcAft>
              <a:buClr>
                <a:schemeClr val="dk1"/>
              </a:buClr>
              <a:buSzPts val="3200"/>
              <a:buChar char="•"/>
              <a:defRPr sz="3200"/>
            </a:lvl1pPr>
            <a:lvl2pPr marL="914400" lvl="1" indent="-406400" algn="l">
              <a:spcBef>
                <a:spcPts val="600"/>
              </a:spcBef>
              <a:spcAft>
                <a:spcPts val="0"/>
              </a:spcAft>
              <a:buClr>
                <a:schemeClr val="dk1"/>
              </a:buClr>
              <a:buSzPts val="2800"/>
              <a:buChar char="–"/>
              <a:defRPr sz="2800"/>
            </a:lvl2pPr>
            <a:lvl3pPr marL="1371600" lvl="2" indent="-381000" algn="l">
              <a:spcBef>
                <a:spcPts val="40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07" name="Google Shape;207;hc7cc306779174be_4_1046"/>
          <p:cNvSpPr txBox="1">
            <a:spLocks noGrp="1"/>
          </p:cNvSpPr>
          <p:nvPr>
            <p:ph type="body" idx="2"/>
          </p:nvPr>
        </p:nvSpPr>
        <p:spPr>
          <a:xfrm>
            <a:off x="457200" y="1435100"/>
            <a:ext cx="3008400" cy="46908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08" name="Google Shape;208;hc7cc306779174be_4_104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hc7cc306779174be_4_104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hc7cc306779174be_4_104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1"/>
        <p:cNvGrpSpPr/>
        <p:nvPr/>
      </p:nvGrpSpPr>
      <p:grpSpPr>
        <a:xfrm>
          <a:off x="0" y="0"/>
          <a:ext cx="0" cy="0"/>
          <a:chOff x="0" y="0"/>
          <a:chExt cx="0" cy="0"/>
        </a:xfrm>
      </p:grpSpPr>
      <p:sp>
        <p:nvSpPr>
          <p:cNvPr id="212" name="Google Shape;212;hc7cc306779174be_4_1053"/>
          <p:cNvSpPr txBox="1">
            <a:spLocks noGrp="1"/>
          </p:cNvSpPr>
          <p:nvPr>
            <p:ph type="title"/>
          </p:nvPr>
        </p:nvSpPr>
        <p:spPr>
          <a:xfrm>
            <a:off x="1792288" y="4800600"/>
            <a:ext cx="5486400" cy="5670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hc7cc306779174be_4_1053"/>
          <p:cNvSpPr>
            <a:spLocks noGrp="1"/>
          </p:cNvSpPr>
          <p:nvPr>
            <p:ph type="pic" idx="2"/>
          </p:nvPr>
        </p:nvSpPr>
        <p:spPr>
          <a:xfrm>
            <a:off x="1792288" y="612775"/>
            <a:ext cx="5486400" cy="4114800"/>
          </a:xfrm>
          <a:prstGeom prst="rect">
            <a:avLst/>
          </a:prstGeom>
          <a:noFill/>
          <a:ln>
            <a:noFill/>
          </a:ln>
        </p:spPr>
      </p:sp>
      <p:sp>
        <p:nvSpPr>
          <p:cNvPr id="214" name="Google Shape;214;hc7cc306779174be_4_1053"/>
          <p:cNvSpPr txBox="1">
            <a:spLocks noGrp="1"/>
          </p:cNvSpPr>
          <p:nvPr>
            <p:ph type="body" idx="1"/>
          </p:nvPr>
        </p:nvSpPr>
        <p:spPr>
          <a:xfrm>
            <a:off x="1792288" y="5367338"/>
            <a:ext cx="5486400" cy="8046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15" name="Google Shape;215;hc7cc306779174be_4_105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hc7cc306779174be_4_105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hc7cc306779174be_4_105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hc7cc306779174be_4_1060"/>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hc7cc306779174be_4_1060"/>
          <p:cNvSpPr txBox="1">
            <a:spLocks noGrp="1"/>
          </p:cNvSpPr>
          <p:nvPr>
            <p:ph type="body" idx="1"/>
          </p:nvPr>
        </p:nvSpPr>
        <p:spPr>
          <a:xfrm rot="5400000">
            <a:off x="2309100" y="-251700"/>
            <a:ext cx="4525800" cy="82296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1" name="Google Shape;221;hc7cc306779174be_4_1060"/>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hc7cc306779174be_4_1060"/>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hc7cc306779174be_4_1060"/>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hc7cc306779174be_4_1066"/>
          <p:cNvSpPr txBox="1">
            <a:spLocks noGrp="1"/>
          </p:cNvSpPr>
          <p:nvPr>
            <p:ph type="title"/>
          </p:nvPr>
        </p:nvSpPr>
        <p:spPr>
          <a:xfrm rot="5400000">
            <a:off x="4732200" y="2171838"/>
            <a:ext cx="5851800" cy="20574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hc7cc306779174be_4_1066"/>
          <p:cNvSpPr txBox="1">
            <a:spLocks noGrp="1"/>
          </p:cNvSpPr>
          <p:nvPr>
            <p:ph type="body" idx="1"/>
          </p:nvPr>
        </p:nvSpPr>
        <p:spPr>
          <a:xfrm rot="5400000">
            <a:off x="541200" y="190638"/>
            <a:ext cx="5851800" cy="6019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7" name="Google Shape;227;hc7cc306779174be_4_106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hc7cc306779174be_4_106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hc7cc306779174be_4_106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 name="Google Shape;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9" name="Google Shape;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0" name="Google Shape;1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hc7cc306779174be_8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hc7cc306779174be_8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3" name="Google Shape;83;hc7cc306779174be_8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4" name="Google Shape;84;hc7cc306779174be_8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5" name="Google Shape;85;hc7cc306779174be_8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hc7cc306779174be_4_997"/>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marR="0" lvl="0" algn="ctr">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hc7cc306779174be_4_997"/>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marR="0" lvl="0" indent="-431800" algn="l">
              <a:spcBef>
                <a:spcPts val="60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a:spcBef>
                <a:spcPts val="40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58" name="Google Shape;158;hc7cc306779174be_4_99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marR="0" lvl="0" algn="l">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59" name="Google Shape;159;hc7cc306779174be_4_99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marR="0" lvl="0" algn="ctr">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60" name="Google Shape;160;hc7cc306779174be_4_99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marR="0" lvl="0" indent="0" algn="r">
              <a:spcBef>
                <a:spcPts val="0"/>
              </a:spcBef>
              <a:buNone/>
              <a:defRPr sz="1200" b="0" i="0" u="none" strike="noStrike" cap="none">
                <a:solidFill>
                  <a:srgbClr val="888888"/>
                </a:solidFill>
                <a:latin typeface="Inter"/>
                <a:ea typeface="Inter"/>
                <a:cs typeface="Inter"/>
                <a:sym typeface="Inter"/>
              </a:defRPr>
            </a:lvl1pPr>
            <a:lvl2pPr marL="0" marR="0" lvl="1" indent="0" algn="r">
              <a:spcBef>
                <a:spcPts val="0"/>
              </a:spcBef>
              <a:buNone/>
              <a:defRPr sz="1200" b="0" i="0" u="none" strike="noStrike" cap="none">
                <a:solidFill>
                  <a:srgbClr val="888888"/>
                </a:solidFill>
                <a:latin typeface="Inter"/>
                <a:ea typeface="Inter"/>
                <a:cs typeface="Inter"/>
                <a:sym typeface="Inter"/>
              </a:defRPr>
            </a:lvl2pPr>
            <a:lvl3pPr marL="0" marR="0" lvl="2" indent="0" algn="r">
              <a:spcBef>
                <a:spcPts val="0"/>
              </a:spcBef>
              <a:buNone/>
              <a:defRPr sz="1200" b="0" i="0" u="none" strike="noStrike" cap="none">
                <a:solidFill>
                  <a:srgbClr val="888888"/>
                </a:solidFill>
                <a:latin typeface="Inter"/>
                <a:ea typeface="Inter"/>
                <a:cs typeface="Inter"/>
                <a:sym typeface="Inter"/>
              </a:defRPr>
            </a:lvl3pPr>
            <a:lvl4pPr marL="0" marR="0" lvl="3" indent="0" algn="r">
              <a:spcBef>
                <a:spcPts val="0"/>
              </a:spcBef>
              <a:buNone/>
              <a:defRPr sz="1200" b="0" i="0" u="none" strike="noStrike" cap="none">
                <a:solidFill>
                  <a:srgbClr val="888888"/>
                </a:solidFill>
                <a:latin typeface="Inter"/>
                <a:ea typeface="Inter"/>
                <a:cs typeface="Inter"/>
                <a:sym typeface="Inter"/>
              </a:defRPr>
            </a:lvl4pPr>
            <a:lvl5pPr marL="0" marR="0" lvl="4" indent="0" algn="r">
              <a:spcBef>
                <a:spcPts val="0"/>
              </a:spcBef>
              <a:buNone/>
              <a:defRPr sz="1200" b="0" i="0" u="none" strike="noStrike" cap="none">
                <a:solidFill>
                  <a:srgbClr val="888888"/>
                </a:solidFill>
                <a:latin typeface="Inter"/>
                <a:ea typeface="Inter"/>
                <a:cs typeface="Inter"/>
                <a:sym typeface="Inter"/>
              </a:defRPr>
            </a:lvl5pPr>
            <a:lvl6pPr marL="0" marR="0" lvl="5" indent="0" algn="r">
              <a:spcBef>
                <a:spcPts val="0"/>
              </a:spcBef>
              <a:buNone/>
              <a:defRPr sz="1200" b="0" i="0" u="none" strike="noStrike" cap="none">
                <a:solidFill>
                  <a:srgbClr val="888888"/>
                </a:solidFill>
                <a:latin typeface="Inter"/>
                <a:ea typeface="Inter"/>
                <a:cs typeface="Inter"/>
                <a:sym typeface="Inter"/>
              </a:defRPr>
            </a:lvl6pPr>
            <a:lvl7pPr marL="0" marR="0" lvl="6" indent="0" algn="r">
              <a:spcBef>
                <a:spcPts val="0"/>
              </a:spcBef>
              <a:buNone/>
              <a:defRPr sz="1200" b="0" i="0" u="none" strike="noStrike" cap="none">
                <a:solidFill>
                  <a:srgbClr val="888888"/>
                </a:solidFill>
                <a:latin typeface="Inter"/>
                <a:ea typeface="Inter"/>
                <a:cs typeface="Inter"/>
                <a:sym typeface="Inter"/>
              </a:defRPr>
            </a:lvl7pPr>
            <a:lvl8pPr marL="0" marR="0" lvl="7" indent="0" algn="r">
              <a:spcBef>
                <a:spcPts val="0"/>
              </a:spcBef>
              <a:buNone/>
              <a:defRPr sz="1200" b="0" i="0" u="none" strike="noStrike" cap="none">
                <a:solidFill>
                  <a:srgbClr val="888888"/>
                </a:solidFill>
                <a:latin typeface="Inter"/>
                <a:ea typeface="Inter"/>
                <a:cs typeface="Inter"/>
                <a:sym typeface="Inter"/>
              </a:defRPr>
            </a:lvl8pPr>
            <a:lvl9pPr marL="0" marR="0" lvl="8" indent="0" algn="r">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2.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7.sv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6.png"/><Relationship Id="rId10" Type="http://schemas.openxmlformats.org/officeDocument/2006/relationships/image" Target="../media/image22.png"/><Relationship Id="rId4" Type="http://schemas.openxmlformats.org/officeDocument/2006/relationships/image" Target="../media/image7.sv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8.png"/><Relationship Id="rId4" Type="http://schemas.openxmlformats.org/officeDocument/2006/relationships/image" Target="../media/image7.sv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7.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7.sv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9.png"/><Relationship Id="rId4" Type="http://schemas.openxmlformats.org/officeDocument/2006/relationships/image" Target="../media/image17.svg"/></Relationships>
</file>

<file path=ppt/slides/_rels/slide3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6.svg"/></Relationships>
</file>

<file path=ppt/slides/_rels/slide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5.xml"/><Relationship Id="rId1" Type="http://schemas.openxmlformats.org/officeDocument/2006/relationships/slideLayout" Target="../slideLayouts/slideLayout23.xml"/><Relationship Id="rId5" Type="http://schemas.openxmlformats.org/officeDocument/2006/relationships/image" Target="../media/image7.svg"/><Relationship Id="rId4" Type="http://schemas.openxmlformats.org/officeDocument/2006/relationships/image" Target="../media/image6.svg"/></Relationships>
</file>

<file path=ppt/slides/_rels/slide3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1.svg"/></Relationships>
</file>

<file path=ppt/slides/_rels/slide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7.xml"/><Relationship Id="rId1" Type="http://schemas.openxmlformats.org/officeDocument/2006/relationships/slideLayout" Target="../slideLayouts/slideLayout23.xml"/><Relationship Id="rId5" Type="http://schemas.openxmlformats.org/officeDocument/2006/relationships/image" Target="../media/image7.svg"/><Relationship Id="rId4" Type="http://schemas.openxmlformats.org/officeDocument/2006/relationships/image" Target="../media/image6.svg"/></Relationships>
</file>

<file path=ppt/slides/_rels/slide3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38.xml"/><Relationship Id="rId1" Type="http://schemas.openxmlformats.org/officeDocument/2006/relationships/slideLayout" Target="../slideLayouts/slideLayout23.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1.svg"/></Relationships>
</file>

<file path=ppt/slides/_rels/slide3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1.svg"/></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33.svg"/></Relationships>
</file>

<file path=ppt/slides/_rels/slide5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1.jpeg"/><Relationship Id="rId7" Type="http://schemas.openxmlformats.org/officeDocument/2006/relationships/image" Target="../media/image36.sv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5.svg"/><Relationship Id="rId11" Type="http://schemas.openxmlformats.org/officeDocument/2006/relationships/image" Target="../media/image5.png"/><Relationship Id="rId5" Type="http://schemas.openxmlformats.org/officeDocument/2006/relationships/image" Target="../media/image34.svg"/><Relationship Id="rId10" Type="http://schemas.openxmlformats.org/officeDocument/2006/relationships/image" Target="../media/image2.svg"/><Relationship Id="rId4" Type="http://schemas.openxmlformats.org/officeDocument/2006/relationships/image" Target="../media/image33.sv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7" name="!!deco_13b10c14_1"/>
          <p:cNvSpPr/>
          <p:nvPr/>
        </p:nvSpPr>
        <p:spPr>
          <a:xfrm rot="10800000" flipH="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9" name="!!deco_21515bef_2"/>
          <p:cNvSpPr/>
          <p:nvPr/>
        </p:nvSpPr>
        <p:spPr>
          <a:xfrm flipH="1">
            <a:off x="20870738" y="6538304"/>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spcFirstLastPara="1" wrap="square" lIns="0" tIns="0" rIns="0" bIns="0" anchor="t" anchorCtr="0">
            <a:spAutoFit/>
          </a:bodyPr>
          <a:lstStyle/>
          <a:p>
            <a:pPr marL="0" marR="0" lvl="0" indent="0" algn="l" rtl="0">
              <a:lnSpc>
                <a:spcPct val="139998"/>
              </a:lnSpc>
              <a:spcBef>
                <a:spcPts val="0"/>
              </a:spcBef>
              <a:spcAft>
                <a:spcPts val="0"/>
              </a:spcAft>
              <a:buNone/>
            </a:pPr>
            <a:r>
              <a:rPr lang="es-CL" sz="10693" noProof="0">
                <a:solidFill>
                  <a:srgbClr val="FFFFFF"/>
                </a:solidFill>
                <a:latin typeface="Inter"/>
                <a:ea typeface="Inter"/>
                <a:cs typeface="Inter"/>
                <a:sym typeface="Inter"/>
              </a:rPr>
              <a:t>Propuesta</a:t>
            </a:r>
            <a:endParaRPr lang="es-CL" noProof="0"/>
          </a:p>
        </p:txBody>
      </p:sp>
      <p:sp>
        <p:nvSpPr>
          <p:cNvPr id="241" name="Google Shape;241;p1"/>
          <p:cNvSpPr txBox="1"/>
          <p:nvPr/>
        </p:nvSpPr>
        <p:spPr>
          <a:xfrm>
            <a:off x="1428123" y="3820932"/>
            <a:ext cx="12950077" cy="2374011"/>
          </a:xfrm>
          <a:prstGeom prst="rect">
            <a:avLst/>
          </a:prstGeom>
          <a:noFill/>
          <a:ln>
            <a:noFill/>
          </a:ln>
        </p:spPr>
        <p:txBody>
          <a:bodyPr spcFirstLastPara="1" wrap="square" lIns="0" tIns="0" rIns="0" bIns="0" anchor="t" anchorCtr="0">
            <a:spAutoFit/>
          </a:bodyPr>
          <a:lstStyle/>
          <a:p>
            <a:pPr marL="0" marR="0" lvl="0" indent="0" algn="l" rtl="0">
              <a:lnSpc>
                <a:spcPct val="175014"/>
              </a:lnSpc>
              <a:spcBef>
                <a:spcPts val="0"/>
              </a:spcBef>
              <a:spcAft>
                <a:spcPts val="0"/>
              </a:spcAft>
              <a:buNone/>
            </a:pPr>
            <a:r>
              <a:rPr lang="es-CL" sz="10494" b="1" noProof="0">
                <a:solidFill>
                  <a:srgbClr val="FFFFFF"/>
                </a:solidFill>
                <a:latin typeface="Inter SemiBold"/>
                <a:ea typeface="Inter SemiBold"/>
                <a:cs typeface="Inter SemiBold"/>
                <a:sym typeface="Inter SemiBold"/>
              </a:rPr>
              <a:t>Técnica</a:t>
            </a:r>
            <a:endParaRPr lang="es-CL" noProof="0"/>
          </a:p>
        </p:txBody>
      </p:sp>
      <p:sp>
        <p:nvSpPr>
          <p:cNvPr id="242" name="Google Shape;242;p1"/>
          <p:cNvSpPr txBox="1"/>
          <p:nvPr/>
        </p:nvSpPr>
        <p:spPr>
          <a:xfrm>
            <a:off x="1428123" y="6162459"/>
            <a:ext cx="8734851" cy="1097280"/>
          </a:xfrm>
          <a:prstGeom prst="rect">
            <a:avLst/>
          </a:prstGeom>
          <a:noFill/>
          <a:ln>
            <a:noFill/>
          </a:ln>
        </p:spPr>
        <p:txBody>
          <a:bodyPr spcFirstLastPara="1" wrap="square" lIns="0" tIns="0" rIns="0" bIns="0" anchor="t" anchorCtr="0">
            <a:spAutoFit/>
          </a:bodyPr>
          <a:lstStyle/>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Sistema Integral de Gestión Logística Puelche</a:t>
            </a:r>
            <a:endParaRPr lang="es-CL" noProof="0"/>
          </a:p>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Licitación TFEP-01/2026 · Distribuidora Puelche S.A.</a:t>
            </a:r>
            <a:endParaRPr lang="es-CL" noProof="0"/>
          </a:p>
        </p:txBody>
      </p:sp>
      <p:sp>
        <p:nvSpPr>
          <p:cNvPr id="244"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FFFFFF"/>
                </a:solidFill>
                <a:latin typeface="Inter SemiBold"/>
                <a:ea typeface="Inter SemiBold"/>
                <a:cs typeface="Inter SemiBold"/>
                <a:sym typeface="Inter SemiBold"/>
              </a:rPr>
              <a:t>LafroX </a:t>
            </a:r>
            <a:r>
              <a:rPr lang="es-CL" sz="1800" b="1" noProof="0" err="1">
                <a:solidFill>
                  <a:srgbClr val="FFFFFF"/>
                </a:solidFill>
                <a:latin typeface="Inter SemiBold"/>
                <a:ea typeface="Inter SemiBold"/>
                <a:cs typeface="Inter SemiBold"/>
                <a:sym typeface="Inter SemiBold"/>
              </a:rPr>
              <a:t>SpA</a:t>
            </a:r>
            <a:endParaRPr lang="es-CL" noProof="0"/>
          </a:p>
        </p:txBody>
      </p:sp>
      <p:sp>
        <p:nvSpPr>
          <p:cNvPr id="245" name="Google Shape;245;p1"/>
          <p:cNvSpPr txBox="1"/>
          <p:nvPr/>
        </p:nvSpPr>
        <p:spPr>
          <a:xfrm>
            <a:off x="12763761" y="8961120"/>
            <a:ext cx="4041891"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FFFFFF"/>
                </a:solidFill>
                <a:latin typeface="Inter"/>
                <a:ea typeface="Inter"/>
                <a:cs typeface="Inter"/>
                <a:sym typeface="Inter"/>
              </a:rPr>
              <a:t>Siguiente</a:t>
            </a:r>
            <a:endParaRPr lang="es-CL" noProof="0"/>
          </a:p>
        </p:txBody>
      </p:sp>
      <p:pic>
        <p:nvPicPr>
          <p:cNvPr id="246"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3001" name="!!deco_fd810b03_1"/>
          <p:cNvSpPr/>
          <p:nvPr/>
        </p:nvSpPr>
        <p:spPr>
          <a:xfrm rot="10800000">
            <a:off x="0" y="0"/>
            <a:ext cx="877824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l="-54167" r="-54167"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2"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3"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4" name="!!deco_13b10c14_2"/>
          <p:cNvSpPr/>
          <p:nvPr/>
        </p:nvSpPr>
        <p:spPr>
          <a:xfrm rot="10800000" flipH="1">
            <a:off x="18588000"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5" name="!!deco_4b7ea539_2"/>
          <p:cNvSpPr/>
          <p:nvPr/>
        </p:nvSpPr>
        <p:spPr>
          <a:xfrm>
            <a:off x="18588000"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2096" name="Google Shape;2096;p33"/>
          <p:cNvSpPr txBox="1"/>
          <p:nvPr/>
        </p:nvSpPr>
        <p:spPr>
          <a:xfrm>
            <a:off x="2743200" y="4072951"/>
            <a:ext cx="5760720" cy="1632652"/>
          </a:xfrm>
          <a:prstGeom prst="rect">
            <a:avLst/>
          </a:prstGeom>
          <a:noFill/>
          <a:ln>
            <a:noFill/>
          </a:ln>
        </p:spPr>
        <p:txBody>
          <a:bodyPr spcFirstLastPara="1" wrap="square" lIns="0" tIns="0" rIns="0" bIns="0" anchor="t" anchorCtr="0">
            <a:spAutoFit/>
          </a:bodyPr>
          <a:lstStyle/>
          <a:p>
            <a:pPr marL="0" marR="0" lvl="0" indent="0" algn="l" rtl="0">
              <a:lnSpc>
                <a:spcPct val="131254"/>
              </a:lnSpc>
              <a:spcBef>
                <a:spcPts val="0"/>
              </a:spcBef>
              <a:spcAft>
                <a:spcPts val="0"/>
              </a:spcAft>
              <a:buNone/>
            </a:pPr>
            <a:r>
              <a:rPr lang="es-CL" sz="8786" b="1" noProof="0">
                <a:solidFill>
                  <a:srgbClr val="FFFFFF"/>
                </a:solidFill>
                <a:latin typeface="Inter SemiBold"/>
                <a:ea typeface="Inter SemiBold"/>
                <a:cs typeface="Inter SemiBold"/>
                <a:sym typeface="Inter SemiBold"/>
              </a:rPr>
              <a:t>El Equipo</a:t>
            </a:r>
            <a:endParaRPr lang="es-CL" noProof="0"/>
          </a:p>
        </p:txBody>
      </p:sp>
      <p:sp>
        <p:nvSpPr>
          <p:cNvPr id="2102" name="Google Shape;2102;p33"/>
          <p:cNvSpPr/>
          <p:nvPr/>
        </p:nvSpPr>
        <p:spPr>
          <a:xfrm>
            <a:off x="9509760" y="914400"/>
            <a:ext cx="7863840" cy="1463040"/>
          </a:xfrm>
          <a:prstGeom prst="roundRect">
            <a:avLst>
              <a:gd name="adj" fmla="val 1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2200" b="1" noProof="0">
                <a:solidFill>
                  <a:srgbClr val="FFFFFF"/>
                </a:solidFill>
                <a:latin typeface="Inter SemiBold"/>
                <a:ea typeface="Inter SemiBold"/>
                <a:cs typeface="Inter SemiBold"/>
                <a:sym typeface="Inter SemiBold"/>
              </a:rPr>
              <a:t>AA</a:t>
            </a:r>
            <a:endParaRPr lang="es-CL" noProof="0"/>
          </a:p>
        </p:txBody>
      </p:sp>
      <p:sp>
        <p:nvSpPr>
          <p:cNvPr id="2104" name="Google Shape;2104;p33"/>
          <p:cNvSpPr txBox="1"/>
          <p:nvPr/>
        </p:nvSpPr>
        <p:spPr>
          <a:xfrm>
            <a:off x="10972800" y="1143000"/>
            <a:ext cx="6217920" cy="502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FFFFFF"/>
                </a:solidFill>
                <a:latin typeface="Inter SemiBold"/>
                <a:ea typeface="Inter SemiBold"/>
                <a:cs typeface="Inter SemiBold"/>
                <a:sym typeface="Inter SemiBold"/>
              </a:rPr>
              <a:t>Alex Aravena</a:t>
            </a:r>
            <a:endParaRPr lang="es-CL" noProof="0"/>
          </a:p>
        </p:txBody>
      </p:sp>
      <p:sp>
        <p:nvSpPr>
          <p:cNvPr id="2105" name="Google Shape;2105;p33"/>
          <p:cNvSpPr txBox="1"/>
          <p:nvPr/>
        </p:nvSpPr>
        <p:spPr>
          <a:xfrm>
            <a:off x="10972800" y="169164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C7C7C7"/>
                </a:solidFill>
                <a:latin typeface="Inter"/>
                <a:ea typeface="Inter"/>
                <a:cs typeface="Inter"/>
                <a:sym typeface="Inter"/>
              </a:rPr>
              <a:t>Jefe de Proyecto</a:t>
            </a:r>
            <a:endParaRPr lang="es-CL" noProof="0"/>
          </a:p>
        </p:txBody>
      </p:sp>
      <p:sp>
        <p:nvSpPr>
          <p:cNvPr id="2106" name="Google Shape;2106;p33"/>
          <p:cNvSpPr/>
          <p:nvPr/>
        </p:nvSpPr>
        <p:spPr>
          <a:xfrm>
            <a:off x="950976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BT</a:t>
            </a:r>
            <a:endParaRPr lang="es-CL" noProof="0"/>
          </a:p>
        </p:txBody>
      </p:sp>
      <p:sp>
        <p:nvSpPr>
          <p:cNvPr id="2108" name="Google Shape;2108;p33"/>
          <p:cNvSpPr txBox="1"/>
          <p:nvPr/>
        </p:nvSpPr>
        <p:spPr>
          <a:xfrm>
            <a:off x="1069848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Bastián Trejo</a:t>
            </a:r>
            <a:endParaRPr lang="es-CL" noProof="0"/>
          </a:p>
        </p:txBody>
      </p:sp>
      <p:sp>
        <p:nvSpPr>
          <p:cNvPr id="2109" name="Google Shape;2109;p33"/>
          <p:cNvSpPr txBox="1"/>
          <p:nvPr/>
        </p:nvSpPr>
        <p:spPr>
          <a:xfrm>
            <a:off x="1069848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Arquitectura e Integración</a:t>
            </a:r>
            <a:endParaRPr lang="es-CL" noProof="0"/>
          </a:p>
        </p:txBody>
      </p:sp>
      <p:sp>
        <p:nvSpPr>
          <p:cNvPr id="2110" name="Google Shape;2110;p33"/>
          <p:cNvSpPr/>
          <p:nvPr/>
        </p:nvSpPr>
        <p:spPr>
          <a:xfrm>
            <a:off x="1357884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ÁC</a:t>
            </a:r>
            <a:endParaRPr lang="es-CL" noProof="0"/>
          </a:p>
        </p:txBody>
      </p:sp>
      <p:sp>
        <p:nvSpPr>
          <p:cNvPr id="2112" name="Google Shape;2112;p33"/>
          <p:cNvSpPr txBox="1"/>
          <p:nvPr/>
        </p:nvSpPr>
        <p:spPr>
          <a:xfrm>
            <a:off x="1476756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Álvaro Catalán</a:t>
            </a:r>
            <a:endParaRPr lang="es-CL" noProof="0"/>
          </a:p>
        </p:txBody>
      </p:sp>
      <p:sp>
        <p:nvSpPr>
          <p:cNvPr id="2113" name="Google Shape;2113;p33"/>
          <p:cNvSpPr txBox="1"/>
          <p:nvPr/>
        </p:nvSpPr>
        <p:spPr>
          <a:xfrm>
            <a:off x="1476756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Seguridad</a:t>
            </a:r>
            <a:endParaRPr lang="es-CL" noProof="0"/>
          </a:p>
        </p:txBody>
      </p:sp>
      <p:sp>
        <p:nvSpPr>
          <p:cNvPr id="2114" name="Google Shape;2114;p33"/>
          <p:cNvSpPr/>
          <p:nvPr/>
        </p:nvSpPr>
        <p:spPr>
          <a:xfrm>
            <a:off x="950976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LC</a:t>
            </a:r>
            <a:endParaRPr lang="es-CL" noProof="0"/>
          </a:p>
        </p:txBody>
      </p:sp>
      <p:sp>
        <p:nvSpPr>
          <p:cNvPr id="2116" name="Google Shape;2116;p33"/>
          <p:cNvSpPr txBox="1"/>
          <p:nvPr/>
        </p:nvSpPr>
        <p:spPr>
          <a:xfrm>
            <a:off x="1069848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Leandro Chamorro</a:t>
            </a:r>
            <a:endParaRPr lang="es-CL" noProof="0"/>
          </a:p>
        </p:txBody>
      </p:sp>
      <p:sp>
        <p:nvSpPr>
          <p:cNvPr id="2117" name="Google Shape;2117;p33"/>
          <p:cNvSpPr txBox="1"/>
          <p:nvPr/>
        </p:nvSpPr>
        <p:spPr>
          <a:xfrm>
            <a:off x="1069848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Datos</a:t>
            </a:r>
            <a:endParaRPr lang="es-CL" noProof="0"/>
          </a:p>
        </p:txBody>
      </p:sp>
      <p:sp>
        <p:nvSpPr>
          <p:cNvPr id="2118" name="Google Shape;2118;p33"/>
          <p:cNvSpPr/>
          <p:nvPr/>
        </p:nvSpPr>
        <p:spPr>
          <a:xfrm>
            <a:off x="1357884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TP</a:t>
            </a:r>
            <a:endParaRPr lang="es-CL" noProof="0"/>
          </a:p>
        </p:txBody>
      </p:sp>
      <p:sp>
        <p:nvSpPr>
          <p:cNvPr id="2120" name="Google Shape;2120;p33"/>
          <p:cNvSpPr txBox="1"/>
          <p:nvPr/>
        </p:nvSpPr>
        <p:spPr>
          <a:xfrm>
            <a:off x="1476756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Tomás Pérez</a:t>
            </a:r>
            <a:endParaRPr lang="es-CL" noProof="0"/>
          </a:p>
        </p:txBody>
      </p:sp>
      <p:sp>
        <p:nvSpPr>
          <p:cNvPr id="2121" name="Google Shape;2121;p33"/>
          <p:cNvSpPr txBox="1"/>
          <p:nvPr/>
        </p:nvSpPr>
        <p:spPr>
          <a:xfrm>
            <a:off x="1476756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Desarrollo</a:t>
            </a:r>
            <a:endParaRPr lang="es-CL" noProof="0"/>
          </a:p>
        </p:txBody>
      </p:sp>
      <p:sp>
        <p:nvSpPr>
          <p:cNvPr id="2122" name="Google Shape;2122;p33"/>
          <p:cNvSpPr/>
          <p:nvPr/>
        </p:nvSpPr>
        <p:spPr>
          <a:xfrm>
            <a:off x="950976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MM</a:t>
            </a:r>
            <a:endParaRPr lang="es-CL" noProof="0"/>
          </a:p>
        </p:txBody>
      </p:sp>
      <p:sp>
        <p:nvSpPr>
          <p:cNvPr id="2124" name="Google Shape;2124;p33"/>
          <p:cNvSpPr txBox="1"/>
          <p:nvPr/>
        </p:nvSpPr>
        <p:spPr>
          <a:xfrm>
            <a:off x="1069848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Maximiliano Miño</a:t>
            </a:r>
            <a:endParaRPr lang="es-CL" noProof="0"/>
          </a:p>
        </p:txBody>
      </p:sp>
      <p:sp>
        <p:nvSpPr>
          <p:cNvPr id="2125" name="Google Shape;2125;p33"/>
          <p:cNvSpPr txBox="1"/>
          <p:nvPr/>
        </p:nvSpPr>
        <p:spPr>
          <a:xfrm>
            <a:off x="1069848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Calidad y Pruebas</a:t>
            </a:r>
            <a:endParaRPr lang="es-CL" noProof="0"/>
          </a:p>
        </p:txBody>
      </p:sp>
      <p:sp>
        <p:nvSpPr>
          <p:cNvPr id="2126" name="Google Shape;2126;p33"/>
          <p:cNvSpPr/>
          <p:nvPr/>
        </p:nvSpPr>
        <p:spPr>
          <a:xfrm>
            <a:off x="1357884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GC</a:t>
            </a:r>
            <a:endParaRPr lang="es-CL" noProof="0"/>
          </a:p>
        </p:txBody>
      </p:sp>
      <p:sp>
        <p:nvSpPr>
          <p:cNvPr id="2128" name="Google Shape;2128;p33"/>
          <p:cNvSpPr txBox="1"/>
          <p:nvPr/>
        </p:nvSpPr>
        <p:spPr>
          <a:xfrm>
            <a:off x="1476756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Guillermo Castillo</a:t>
            </a:r>
            <a:endParaRPr lang="es-CL" noProof="0"/>
          </a:p>
        </p:txBody>
      </p:sp>
      <p:sp>
        <p:nvSpPr>
          <p:cNvPr id="2129" name="Google Shape;2129;p33"/>
          <p:cNvSpPr txBox="1"/>
          <p:nvPr/>
        </p:nvSpPr>
        <p:spPr>
          <a:xfrm>
            <a:off x="1476756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Operación / SRE</a:t>
            </a:r>
            <a:endParaRPr lang="es-CL" noProof="0"/>
          </a:p>
        </p:txBody>
      </p:sp>
      <p:sp>
        <p:nvSpPr>
          <p:cNvPr id="2130" name="Google Shape;2130;p33"/>
          <p:cNvSpPr/>
          <p:nvPr/>
        </p:nvSpPr>
        <p:spPr>
          <a:xfrm>
            <a:off x="9509760" y="736092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PH</a:t>
            </a:r>
            <a:endParaRPr lang="es-CL" noProof="0"/>
          </a:p>
        </p:txBody>
      </p:sp>
      <p:sp>
        <p:nvSpPr>
          <p:cNvPr id="2132" name="Google Shape;2132;p33"/>
          <p:cNvSpPr txBox="1"/>
          <p:nvPr/>
        </p:nvSpPr>
        <p:spPr>
          <a:xfrm>
            <a:off x="10698480" y="758952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Patricio Henríquez</a:t>
            </a:r>
            <a:endParaRPr lang="es-CL" noProof="0"/>
          </a:p>
        </p:txBody>
      </p:sp>
      <p:sp>
        <p:nvSpPr>
          <p:cNvPr id="2133" name="Google Shape;2133;p33"/>
          <p:cNvSpPr txBox="1"/>
          <p:nvPr/>
        </p:nvSpPr>
        <p:spPr>
          <a:xfrm>
            <a:off x="10698480" y="804672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Funcional e Implantación</a:t>
            </a:r>
            <a:endParaRPr lang="es-CL" noProof="0"/>
          </a:p>
        </p:txBody>
      </p:sp>
      <p:sp>
        <p:nvSpPr>
          <p:cNvPr id="2134" name="Google Shape;2134;p33"/>
          <p:cNvSpPr/>
          <p:nvPr/>
        </p:nvSpPr>
        <p:spPr>
          <a:xfrm>
            <a:off x="13578840" y="7360920"/>
            <a:ext cx="3794760" cy="132588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3400" b="1" noProof="0">
                <a:solidFill>
                  <a:srgbClr val="E8641B"/>
                </a:solidFill>
                <a:latin typeface="Inter SemiBold"/>
                <a:ea typeface="Inter SemiBold"/>
                <a:cs typeface="Inter SemiBold"/>
                <a:sym typeface="Inter SemiBold"/>
              </a:rPr>
              <a:t>69</a:t>
            </a:r>
            <a:endParaRPr lang="es-CL" noProof="0"/>
          </a:p>
        </p:txBody>
      </p:sp>
      <p:sp>
        <p:nvSpPr>
          <p:cNvPr id="2136" name="Google Shape;2136;p33"/>
          <p:cNvSpPr txBox="1"/>
          <p:nvPr/>
        </p:nvSpPr>
        <p:spPr>
          <a:xfrm>
            <a:off x="14859000" y="7777639"/>
            <a:ext cx="2468880" cy="4924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personas equivalentes en el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(mes 15)</a:t>
            </a:r>
          </a:p>
        </p:txBody>
      </p:sp>
      <p:sp>
        <p:nvSpPr>
          <p:cNvPr id="3006"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FFFFFF"/>
                </a:solidFill>
                <a:latin typeface="Inter SemiBold"/>
                <a:ea typeface="Inter SemiBold"/>
                <a:cs typeface="Inter SemiBold"/>
                <a:sym typeface="Inter SemiBold"/>
              </a:rPr>
              <a:t>LafroX </a:t>
            </a:r>
            <a:r>
              <a:rPr lang="es-CL" sz="1800" b="1" noProof="0" err="1">
                <a:solidFill>
                  <a:srgbClr val="FFFFFF"/>
                </a:solidFill>
                <a:latin typeface="Inter SemiBold"/>
                <a:ea typeface="Inter SemiBold"/>
                <a:cs typeface="Inter SemiBold"/>
                <a:sym typeface="Inter SemiBold"/>
              </a:rPr>
              <a:t>SpA</a:t>
            </a:r>
            <a:endParaRPr lang="es-CL" noProof="0"/>
          </a:p>
        </p:txBody>
      </p:sp>
      <p:pic>
        <p:nvPicPr>
          <p:cNvPr id="3007"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1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6"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7"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60" name="!!logo" descr="Isotipo LafroX"/>
          <p:cNvPicPr preferRelativeResize="0"/>
          <p:nvPr/>
        </p:nvPicPr>
        <p:blipFill rotWithShape="1">
          <a:blip r:embed="rId6">
            <a:alphaModFix/>
          </a:blip>
          <a:srcRect/>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1" noProof="0">
                <a:solidFill>
                  <a:srgbClr val="F29A5E"/>
                </a:solidFill>
                <a:latin typeface="Inter SemiBold"/>
                <a:ea typeface="Inter SemiBold"/>
                <a:cs typeface="Inter SemiBold"/>
                <a:sym typeface="Inter SemiBold"/>
              </a:rPr>
              <a:t>MARZO 2026 · RETIRO SANITARIO</a:t>
            </a:r>
            <a:endParaRPr lang="es-CL" noProof="0"/>
          </a:p>
        </p:txBody>
      </p:sp>
      <p:sp>
        <p:nvSpPr>
          <p:cNvPr id="26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63" name="Google Shape;263;p2"/>
          <p:cNvSpPr txBox="1"/>
          <p:nvPr/>
        </p:nvSpPr>
        <p:spPr>
          <a:xfrm>
            <a:off x="1828800" y="5943600"/>
            <a:ext cx="1463040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400" b="0" noProof="0">
                <a:solidFill>
                  <a:srgbClr val="FFFFFF"/>
                </a:solidFill>
                <a:latin typeface="Inter Light"/>
                <a:ea typeface="Inter Light"/>
                <a:cs typeface="Inter Light"/>
                <a:sym typeface="Inter Light"/>
              </a:rPr>
              <a:t>para identificar a los clientes afectados</a:t>
            </a:r>
            <a:endParaRPr lang="es-CL" noProof="0"/>
          </a:p>
        </p:txBody>
      </p:sp>
      <p:sp>
        <p:nvSpPr>
          <p:cNvPr id="264" name="Google Shape;264;p2"/>
          <p:cNvSpPr txBox="1"/>
          <p:nvPr/>
        </p:nvSpPr>
        <p:spPr>
          <a:xfrm>
            <a:off x="310896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4.800 kg</a:t>
            </a:r>
            <a:endParaRPr lang="es-CL" noProof="0"/>
          </a:p>
        </p:txBody>
      </p:sp>
      <p:sp>
        <p:nvSpPr>
          <p:cNvPr id="265" name="Google Shape;265;p2"/>
          <p:cNvSpPr txBox="1"/>
          <p:nvPr/>
        </p:nvSpPr>
        <p:spPr>
          <a:xfrm>
            <a:off x="310896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retirados</a:t>
            </a:r>
            <a:endParaRPr lang="es-CL" noProof="0"/>
          </a:p>
        </p:txBody>
      </p:sp>
      <p:sp>
        <p:nvSpPr>
          <p:cNvPr id="266" name="Google Shape;266;p2"/>
          <p:cNvSpPr txBox="1"/>
          <p:nvPr/>
        </p:nvSpPr>
        <p:spPr>
          <a:xfrm>
            <a:off x="731520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meses</a:t>
            </a:r>
            <a:endParaRPr lang="es-CL" noProof="0"/>
          </a:p>
        </p:txBody>
      </p:sp>
      <p:sp>
        <p:nvSpPr>
          <p:cNvPr id="267" name="Google Shape;267;p2"/>
          <p:cNvSpPr txBox="1"/>
          <p:nvPr/>
        </p:nvSpPr>
        <p:spPr>
          <a:xfrm>
            <a:off x="731520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suspensión del proveedor</a:t>
            </a:r>
            <a:endParaRPr lang="es-CL" noProof="0"/>
          </a:p>
        </p:txBody>
      </p:sp>
      <p:sp>
        <p:nvSpPr>
          <p:cNvPr id="268" name="Google Shape;268;p2"/>
          <p:cNvSpPr txBox="1"/>
          <p:nvPr/>
        </p:nvSpPr>
        <p:spPr>
          <a:xfrm>
            <a:off x="1152144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a:t>
            </a:r>
            <a:endParaRPr lang="es-CL" noProof="0"/>
          </a:p>
        </p:txBody>
      </p:sp>
      <p:sp>
        <p:nvSpPr>
          <p:cNvPr id="269" name="Google Shape;269;p2"/>
          <p:cNvSpPr txBox="1"/>
          <p:nvPr/>
        </p:nvSpPr>
        <p:spPr>
          <a:xfrm>
            <a:off x="1152144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las ventas en riesgo</a:t>
            </a:r>
            <a:endParaRPr lang="es-CL" noProof="0"/>
          </a:p>
        </p:txBody>
      </p:sp>
      <p:sp>
        <p:nvSpPr>
          <p:cNvPr id="2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03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deco_13b10c14_1"/>
          <p:cNvSpPr/>
          <p:nvPr/>
        </p:nvSpPr>
        <p:spPr>
          <a:xfrm rot="10800000" flipH="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Problemática</a:t>
            </a:r>
            <a:endParaRPr lang="es-CL" noProof="0"/>
          </a:p>
        </p:txBody>
      </p:sp>
      <p:sp>
        <p:nvSpPr>
          <p:cNvPr id="282"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283"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0" noProof="0">
                <a:solidFill>
                  <a:srgbClr val="606060"/>
                </a:solidFill>
                <a:latin typeface="Inter"/>
                <a:ea typeface="Inter"/>
                <a:cs typeface="Inter"/>
                <a:sym typeface="Inter"/>
              </a:rPr>
              <a:t>Tres problemas</a:t>
            </a:r>
            <a:r>
              <a:rPr lang="es-CL" sz="3000" noProof="0">
                <a:solidFill>
                  <a:srgbClr val="606060"/>
                </a:solidFill>
                <a:latin typeface="Inter"/>
                <a:ea typeface="Inter"/>
                <a:cs typeface="Inter"/>
                <a:sym typeface="Inter"/>
              </a:rPr>
              <a:t> y </a:t>
            </a:r>
            <a:r>
              <a:rPr lang="es-CL" sz="3000" b="0" noProof="0">
                <a:solidFill>
                  <a:srgbClr val="606060"/>
                </a:solidFill>
                <a:latin typeface="Inter"/>
                <a:ea typeface="Inter"/>
                <a:cs typeface="Inter"/>
                <a:sym typeface="Inter"/>
              </a:rPr>
              <a:t>una sola causa</a:t>
            </a:r>
            <a:endParaRPr lang="es-CL" noProof="0"/>
          </a:p>
        </p:txBody>
      </p:sp>
      <p:sp>
        <p:nvSpPr>
          <p:cNvPr id="285" name="Google Shape;285;p3"/>
          <p:cNvSpPr/>
          <p:nvPr/>
        </p:nvSpPr>
        <p:spPr>
          <a:xfrm>
            <a:off x="1472184" y="4434840"/>
            <a:ext cx="7315200" cy="2103120"/>
          </a:xfrm>
          <a:prstGeom prst="roundRect">
            <a:avLst>
              <a:gd name="adj" fmla="val 8000"/>
            </a:avLst>
          </a:prstGeom>
          <a:solidFill>
            <a:srgbClr val="111111"/>
          </a:solidFill>
          <a:ln>
            <a:noFill/>
          </a:ln>
        </p:spPr>
        <p:txBody>
          <a:bodyPr spcFirstLastPara="1" wrap="square" lIns="365750" tIns="45700" rIns="365750" bIns="45700" anchor="ctr" anchorCtr="0">
            <a:noAutofit/>
          </a:bodyPr>
          <a:lstStyle/>
          <a:p>
            <a:pPr marL="0" marR="0" lvl="0" indent="0" algn="l" rtl="0">
              <a:spcBef>
                <a:spcPts val="0"/>
              </a:spcBef>
              <a:spcAft>
                <a:spcPts val="0"/>
              </a:spcAft>
              <a:buNone/>
            </a:pPr>
            <a:r>
              <a:rPr lang="es-CL" sz="1800" b="1" noProof="0">
                <a:solidFill>
                  <a:srgbClr val="F29A5E"/>
                </a:solidFill>
                <a:latin typeface="Inter SemiBold"/>
                <a:ea typeface="Inter SemiBold"/>
                <a:cs typeface="Inter SemiBold"/>
                <a:sym typeface="Inter SemiBold"/>
              </a:rPr>
              <a:t>CAUSA RAÍZ</a:t>
            </a:r>
            <a:endParaRPr lang="es-CL" noProof="0"/>
          </a:p>
          <a:p>
            <a:pPr marL="0" marR="0" lvl="0" indent="0" algn="l" rtl="0">
              <a:spcBef>
                <a:spcPts val="0"/>
              </a:spcBef>
              <a:spcAft>
                <a:spcPts val="0"/>
              </a:spcAft>
              <a:buNone/>
            </a:pPr>
            <a:r>
              <a:rPr lang="es-CL" sz="3000" b="1" noProof="0">
                <a:solidFill>
                  <a:srgbClr val="FFFFFF"/>
                </a:solidFill>
                <a:latin typeface="Inter SemiBold"/>
                <a:ea typeface="Inter SemiBold"/>
                <a:cs typeface="Inter SemiBold"/>
                <a:sym typeface="Inter SemiBold"/>
              </a:rPr>
              <a:t>El dato no se registra donde ocurre el hecho.</a:t>
            </a:r>
            <a:endParaRPr lang="es-CL" noProof="0"/>
          </a:p>
        </p:txBody>
      </p:sp>
      <p:sp>
        <p:nvSpPr>
          <p:cNvPr id="286" name="Google Shape;286;p3"/>
          <p:cNvSpPr/>
          <p:nvPr/>
        </p:nvSpPr>
        <p:spPr>
          <a:xfrm>
            <a:off x="9509760" y="233172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87" name="Google Shape;287;p3"/>
          <p:cNvSpPr txBox="1"/>
          <p:nvPr/>
        </p:nvSpPr>
        <p:spPr>
          <a:xfrm>
            <a:off x="9829800" y="260604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01</a:t>
            </a:r>
            <a:endParaRPr lang="es-CL" noProof="0"/>
          </a:p>
        </p:txBody>
      </p:sp>
      <p:sp>
        <p:nvSpPr>
          <p:cNvPr id="288" name="Google Shape;288;p3"/>
          <p:cNvSpPr txBox="1"/>
          <p:nvPr/>
        </p:nvSpPr>
        <p:spPr>
          <a:xfrm>
            <a:off x="9829800" y="301752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Habilitación sanitaria en riesgo</a:t>
            </a:r>
            <a:endParaRPr lang="es-CL" noProof="0"/>
          </a:p>
        </p:txBody>
      </p:sp>
      <p:sp>
        <p:nvSpPr>
          <p:cNvPr id="289" name="Google Shape;289;p3"/>
          <p:cNvSpPr txBox="1"/>
          <p:nvPr/>
        </p:nvSpPr>
        <p:spPr>
          <a:xfrm>
            <a:off x="13167360" y="2651760"/>
            <a:ext cx="2468880" cy="246221"/>
          </a:xfrm>
          <a:prstGeom prst="rect">
            <a:avLst/>
          </a:prstGeom>
          <a:noFill/>
          <a:ln>
            <a:solidFill>
              <a:srgbClr val="4472C4"/>
            </a:solidFill>
          </a:ln>
        </p:spPr>
        <p:txBody>
          <a:bodyPr spcFirstLastPara="1" wrap="square" lIns="0" tIns="0" rIns="0" bIns="0" anchor="t" anchorCtr="0">
            <a:spAutoFit/>
          </a:bodyPr>
          <a:lstStyle/>
          <a:p>
            <a:pPr algn="r"/>
            <a:r>
              <a:rPr lang="es-CL" sz="1600">
                <a:solidFill>
                  <a:schemeClr val="tx1"/>
                </a:solidFill>
                <a:latin typeface="Inter"/>
                <a:ea typeface="Inter"/>
                <a:sym typeface="Inter"/>
              </a:rPr>
              <a:t>Retiro de</a:t>
            </a:r>
            <a:endParaRPr lang="es-CL" noProof="0">
              <a:solidFill>
                <a:schemeClr val="tx1"/>
              </a:solidFill>
            </a:endParaRPr>
          </a:p>
        </p:txBody>
      </p:sp>
      <p:sp>
        <p:nvSpPr>
          <p:cNvPr id="290" name="!!reloj"/>
          <p:cNvSpPr txBox="1"/>
          <p:nvPr/>
        </p:nvSpPr>
        <p:spPr>
          <a:xfrm>
            <a:off x="12801600" y="301752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9 días</a:t>
            </a:r>
            <a:endParaRPr lang="es-CL" noProof="0"/>
          </a:p>
        </p:txBody>
      </p:sp>
      <p:cxnSp>
        <p:nvCxnSpPr>
          <p:cNvPr id="291" name="Google Shape;291;p3"/>
          <p:cNvCxnSpPr>
            <a:cxnSpLocks/>
            <a:stCxn id="285" idx="3"/>
            <a:endCxn id="286" idx="1"/>
          </p:cNvCxnSpPr>
          <p:nvPr/>
        </p:nvCxnSpPr>
        <p:spPr>
          <a:xfrm flipV="1">
            <a:off x="8787384" y="324612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2" name="Google Shape;292;p3"/>
          <p:cNvSpPr/>
          <p:nvPr/>
        </p:nvSpPr>
        <p:spPr>
          <a:xfrm>
            <a:off x="9509760" y="457200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3" name="Google Shape;293;p3"/>
          <p:cNvSpPr txBox="1"/>
          <p:nvPr/>
        </p:nvSpPr>
        <p:spPr>
          <a:xfrm>
            <a:off x="9829800" y="484632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02</a:t>
            </a:r>
            <a:endParaRPr lang="es-CL" noProof="0"/>
          </a:p>
        </p:txBody>
      </p:sp>
      <p:sp>
        <p:nvSpPr>
          <p:cNvPr id="294" name="Google Shape;294;p3"/>
          <p:cNvSpPr txBox="1"/>
          <p:nvPr/>
        </p:nvSpPr>
        <p:spPr>
          <a:xfrm>
            <a:off x="9829800" y="525780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Servicio que pierde competitividad</a:t>
            </a:r>
            <a:endParaRPr lang="es-CL" noProof="0"/>
          </a:p>
        </p:txBody>
      </p:sp>
      <p:sp>
        <p:nvSpPr>
          <p:cNvPr id="295" name="Google Shape;295;p3"/>
          <p:cNvSpPr txBox="1"/>
          <p:nvPr/>
        </p:nvSpPr>
        <p:spPr>
          <a:xfrm>
            <a:off x="13167360" y="4892040"/>
            <a:ext cx="2468880"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chemeClr val="tx1"/>
                </a:solidFill>
                <a:latin typeface="Inter"/>
                <a:ea typeface="Inter"/>
                <a:cs typeface="Inter"/>
                <a:sym typeface="Inter"/>
              </a:rPr>
              <a:t>OTIF</a:t>
            </a:r>
            <a:endParaRPr lang="es-CL" noProof="0">
              <a:solidFill>
                <a:schemeClr val="tx1"/>
              </a:solidFill>
            </a:endParaRPr>
          </a:p>
        </p:txBody>
      </p:sp>
      <p:sp>
        <p:nvSpPr>
          <p:cNvPr id="296" name="!!otif"/>
          <p:cNvSpPr txBox="1"/>
          <p:nvPr/>
        </p:nvSpPr>
        <p:spPr>
          <a:xfrm>
            <a:off x="12801600" y="525780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82,4 %</a:t>
            </a:r>
            <a:endParaRPr lang="es-CL" noProof="0"/>
          </a:p>
        </p:txBody>
      </p:sp>
      <p:cxnSp>
        <p:nvCxnSpPr>
          <p:cNvPr id="297" name="Google Shape;297;p3"/>
          <p:cNvCxnSpPr>
            <a:cxnSpLocks/>
            <a:stCxn id="285" idx="3"/>
            <a:endCxn id="292" idx="1"/>
          </p:cNvCxnSpPr>
          <p:nvPr/>
        </p:nvCxnSpPr>
        <p:spPr>
          <a:xfrm>
            <a:off x="8787384" y="5486400"/>
            <a:ext cx="722376"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8" name="Google Shape;298;p3"/>
          <p:cNvSpPr/>
          <p:nvPr/>
        </p:nvSpPr>
        <p:spPr>
          <a:xfrm>
            <a:off x="9509760" y="681228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9" name="Google Shape;299;p3"/>
          <p:cNvSpPr txBox="1"/>
          <p:nvPr/>
        </p:nvSpPr>
        <p:spPr>
          <a:xfrm>
            <a:off x="9829800" y="708660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03</a:t>
            </a:r>
            <a:endParaRPr lang="es-CL" noProof="0"/>
          </a:p>
        </p:txBody>
      </p:sp>
      <p:sp>
        <p:nvSpPr>
          <p:cNvPr id="300" name="Google Shape;300;p3"/>
          <p:cNvSpPr txBox="1"/>
          <p:nvPr/>
        </p:nvSpPr>
        <p:spPr>
          <a:xfrm>
            <a:off x="9829800" y="749808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Costo de servir desconocido</a:t>
            </a:r>
            <a:endParaRPr lang="es-CL" noProof="0"/>
          </a:p>
        </p:txBody>
      </p:sp>
      <p:sp>
        <p:nvSpPr>
          <p:cNvPr id="301" name="Google Shape;301;p3"/>
          <p:cNvSpPr txBox="1"/>
          <p:nvPr/>
        </p:nvSpPr>
        <p:spPr>
          <a:xfrm>
            <a:off x="13167360" y="7132320"/>
            <a:ext cx="2468880" cy="246221"/>
          </a:xfrm>
          <a:prstGeom prst="rect">
            <a:avLst/>
          </a:prstGeom>
          <a:noFill/>
          <a:ln>
            <a:noFill/>
          </a:ln>
        </p:spPr>
        <p:txBody>
          <a:bodyPr spcFirstLastPara="1" wrap="square" lIns="0" tIns="0" rIns="0" bIns="0" anchor="t" anchorCtr="0">
            <a:spAutoFit/>
          </a:bodyPr>
          <a:lstStyle/>
          <a:p>
            <a:pPr algn="r"/>
            <a:r>
              <a:rPr lang="es-CL" sz="1600">
                <a:solidFill>
                  <a:schemeClr val="tx1"/>
                </a:solidFill>
                <a:latin typeface="Inter"/>
                <a:ea typeface="Inter"/>
                <a:sym typeface="Inter"/>
              </a:rPr>
              <a:t>Criterio de</a:t>
            </a:r>
            <a:endParaRPr lang="es-CL" noProof="0">
              <a:solidFill>
                <a:schemeClr val="tx1"/>
              </a:solidFill>
            </a:endParaRPr>
          </a:p>
        </p:txBody>
      </p:sp>
      <p:sp>
        <p:nvSpPr>
          <p:cNvPr id="302" name="!!costo"/>
          <p:cNvSpPr txBox="1"/>
          <p:nvPr/>
        </p:nvSpPr>
        <p:spPr>
          <a:xfrm>
            <a:off x="12801600" y="749808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2016</a:t>
            </a:r>
            <a:endParaRPr lang="es-CL" noProof="0"/>
          </a:p>
        </p:txBody>
      </p:sp>
      <p:cxnSp>
        <p:nvCxnSpPr>
          <p:cNvPr id="303" name="Google Shape;303;p3"/>
          <p:cNvCxnSpPr>
            <a:cxnSpLocks/>
            <a:stCxn id="285" idx="3"/>
            <a:endCxn id="298" idx="1"/>
          </p:cNvCxnSpPr>
          <p:nvPr/>
        </p:nvCxnSpPr>
        <p:spPr>
          <a:xfrm>
            <a:off x="8787384" y="548640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5" name="!!deco_1438196a_2">
            <a:extLst>
              <a:ext uri="{FF2B5EF4-FFF2-40B4-BE49-F238E27FC236}">
                <a16:creationId xmlns:a16="http://schemas.microsoft.com/office/drawing/2014/main" id="{EA4DD31C-A1CC-DACB-7E23-56602E67C400}"/>
              </a:ext>
            </a:extLst>
          </p:cNvPr>
          <p:cNvSpPr/>
          <p:nvPr/>
        </p:nvSpPr>
        <p:spPr>
          <a:xfrm>
            <a:off x="-1044678" y="75438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10" name="!!title"/>
          <p:cNvSpPr txBox="1"/>
          <p:nvPr/>
        </p:nvSpPr>
        <p:spPr>
          <a:xfrm>
            <a:off x="3429000" y="685800"/>
            <a:ext cx="11430000" cy="952500"/>
          </a:xfrm>
          <a:prstGeom prst="rect">
            <a:avLst/>
          </a:prstGeom>
          <a:noFill/>
          <a:ln>
            <a:noFill/>
          </a:ln>
        </p:spPr>
        <p:txBody>
          <a:bodyPr spcFirstLastPara="1" wrap="square" lIns="0" tIns="0" rIns="0" bIns="0" anchor="t" anchorCtr="0">
            <a:spAutoFit/>
          </a:bodyPr>
          <a:lstStyle/>
          <a:p>
            <a:pPr marL="0" marR="0" lvl="0" indent="0" algn="ctr" rtl="0">
              <a:lnSpc>
                <a:spcPct val="178240"/>
              </a:lnSpc>
              <a:spcBef>
                <a:spcPts val="0"/>
              </a:spcBef>
              <a:spcAft>
                <a:spcPts val="0"/>
              </a:spcAft>
              <a:buNone/>
            </a:pPr>
            <a:r>
              <a:rPr lang="es-CL" sz="5400" b="1" i="0" u="none" strike="noStrike" cap="none" noProof="0">
                <a:solidFill>
                  <a:srgbClr val="111111"/>
                </a:solidFill>
                <a:latin typeface="Inter SemiBold"/>
                <a:ea typeface="Inter SemiBold"/>
                <a:cs typeface="Inter SemiBold"/>
                <a:sym typeface="Inter SemiBold"/>
              </a:rPr>
              <a:t>Datos Clave</a:t>
            </a:r>
            <a:endParaRPr lang="es-CL" noProof="0"/>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12" name="Google Shape;312;hc7cc306779174be_12_0"/>
          <p:cNvSpPr txBox="1"/>
          <p:nvPr/>
        </p:nvSpPr>
        <p:spPr>
          <a:xfrm>
            <a:off x="5334000" y="1962150"/>
            <a:ext cx="76200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200" b="1" noProof="0">
                <a:solidFill>
                  <a:srgbClr val="606060"/>
                </a:solidFill>
                <a:latin typeface="Inter SemiBold"/>
                <a:ea typeface="Inter SemiBold"/>
                <a:cs typeface="Inter SemiBold"/>
                <a:sym typeface="Inter SemiBold"/>
              </a:rPr>
              <a:t>Lo que hay y la meta a la cuál llegar</a:t>
            </a:r>
            <a:endParaRPr lang="es-CL" noProof="0"/>
          </a:p>
        </p:txBody>
      </p:sp>
      <p:sp>
        <p:nvSpPr>
          <p:cNvPr id="313" name="Google Shape;313;hc7cc306779174be_12_0"/>
          <p:cNvSpPr/>
          <p:nvPr/>
        </p:nvSpPr>
        <p:spPr>
          <a:xfrm>
            <a:off x="1333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Retiro sanitario</a:t>
            </a:r>
            <a:endParaRPr lang="es-CL" noProof="0"/>
          </a:p>
        </p:txBody>
      </p:sp>
      <p:sp>
        <p:nvSpPr>
          <p:cNvPr id="315" name="Google Shape;315;hc7cc306779174be_12_0"/>
          <p:cNvSpPr txBox="1"/>
          <p:nvPr/>
        </p:nvSpPr>
        <p:spPr>
          <a:xfrm>
            <a:off x="1714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16" name="!!reloj"/>
          <p:cNvSpPr txBox="1"/>
          <p:nvPr/>
        </p:nvSpPr>
        <p:spPr>
          <a:xfrm>
            <a:off x="1714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9 días</a:t>
            </a:r>
            <a:endParaRPr lang="es-CL" noProof="0"/>
          </a:p>
        </p:txBody>
      </p:sp>
      <p:sp>
        <p:nvSpPr>
          <p:cNvPr id="317" name="Google Shape;317;hc7cc306779174be_12_0"/>
          <p:cNvSpPr txBox="1"/>
          <p:nvPr/>
        </p:nvSpPr>
        <p:spPr>
          <a:xfrm>
            <a:off x="3714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18" name="Google Shape;318;hc7cc306779174be_12_0"/>
          <p:cNvSpPr txBox="1"/>
          <p:nvPr/>
        </p:nvSpPr>
        <p:spPr>
          <a:xfrm>
            <a:off x="3714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2 h</a:t>
            </a:r>
            <a:endParaRPr lang="es-CL" noProof="0"/>
          </a:p>
        </p:txBody>
      </p:sp>
      <p:sp>
        <p:nvSpPr>
          <p:cNvPr id="319" name="Google Shape;319;hc7cc306779174be_12_0"/>
          <p:cNvSpPr/>
          <p:nvPr/>
        </p:nvSpPr>
        <p:spPr>
          <a:xfrm>
            <a:off x="68580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OTIF</a:t>
            </a:r>
            <a:endParaRPr lang="es-CL" noProof="0"/>
          </a:p>
        </p:txBody>
      </p:sp>
      <p:sp>
        <p:nvSpPr>
          <p:cNvPr id="321" name="Google Shape;321;hc7cc306779174be_12_0"/>
          <p:cNvSpPr txBox="1"/>
          <p:nvPr/>
        </p:nvSpPr>
        <p:spPr>
          <a:xfrm>
            <a:off x="72390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2" name="!!otif"/>
          <p:cNvSpPr txBox="1"/>
          <p:nvPr/>
        </p:nvSpPr>
        <p:spPr>
          <a:xfrm>
            <a:off x="72390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82,4 %</a:t>
            </a:r>
            <a:endParaRPr lang="es-CL" noProof="0"/>
          </a:p>
        </p:txBody>
      </p:sp>
      <p:sp>
        <p:nvSpPr>
          <p:cNvPr id="323" name="Google Shape;323;hc7cc306779174be_12_0"/>
          <p:cNvSpPr txBox="1"/>
          <p:nvPr/>
        </p:nvSpPr>
        <p:spPr>
          <a:xfrm>
            <a:off x="92392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24" name="Google Shape;324;hc7cc306779174be_12_0"/>
          <p:cNvSpPr txBox="1"/>
          <p:nvPr/>
        </p:nvSpPr>
        <p:spPr>
          <a:xfrm>
            <a:off x="92392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&gt; 95 %</a:t>
            </a:r>
            <a:endParaRPr lang="es-CL" noProof="0"/>
          </a:p>
        </p:txBody>
      </p:sp>
      <p:sp>
        <p:nvSpPr>
          <p:cNvPr id="325" name="Google Shape;325;hc7cc306779174be_12_0"/>
          <p:cNvSpPr/>
          <p:nvPr/>
        </p:nvSpPr>
        <p:spPr>
          <a:xfrm>
            <a:off x="12382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6" name="Google Shape;326;hc7cc306779174be_12_0"/>
          <p:cNvSpPr txBox="1"/>
          <p:nvPr/>
        </p:nvSpPr>
        <p:spPr>
          <a:xfrm>
            <a:off x="12482763" y="3219450"/>
            <a:ext cx="4371473" cy="4001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Sin lote (</a:t>
            </a:r>
            <a:r>
              <a:rPr lang="es-CL" sz="2600" b="1">
                <a:latin typeface="Inter SemiBold"/>
                <a:ea typeface="Inter SemiBold"/>
                <a:cs typeface="Inter SemiBold"/>
                <a:sym typeface="Inter SemiBold"/>
              </a:rPr>
              <a:t>producto</a:t>
            </a:r>
            <a:r>
              <a:rPr lang="es-CL" sz="2600" b="1" noProof="0">
                <a:solidFill>
                  <a:srgbClr val="000000"/>
                </a:solidFill>
                <a:latin typeface="Inter SemiBold"/>
                <a:ea typeface="Inter SemiBold"/>
                <a:cs typeface="Inter SemiBold"/>
                <a:sym typeface="Inter SemiBold"/>
              </a:rPr>
              <a:t> retirado)</a:t>
            </a:r>
            <a:endParaRPr lang="es-CL" sz="2400" b="1" noProof="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8" name="Google Shape;328;hc7cc306779174be_12_0"/>
          <p:cNvSpPr txBox="1"/>
          <p:nvPr/>
        </p:nvSpPr>
        <p:spPr>
          <a:xfrm>
            <a:off x="12763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41 %</a:t>
            </a:r>
            <a:endParaRPr lang="es-CL" noProof="0"/>
          </a:p>
        </p:txBody>
      </p:sp>
      <p:sp>
        <p:nvSpPr>
          <p:cNvPr id="329" name="Google Shape;329;hc7cc306779174be_12_0"/>
          <p:cNvSpPr txBox="1"/>
          <p:nvPr/>
        </p:nvSpPr>
        <p:spPr>
          <a:xfrm>
            <a:off x="14763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0" name="Google Shape;330;hc7cc306779174be_12_0"/>
          <p:cNvSpPr txBox="1"/>
          <p:nvPr/>
        </p:nvSpPr>
        <p:spPr>
          <a:xfrm>
            <a:off x="14763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0 %</a:t>
            </a:r>
            <a:endParaRPr lang="es-CL" noProof="0"/>
          </a:p>
        </p:txBody>
      </p:sp>
      <p:sp>
        <p:nvSpPr>
          <p:cNvPr id="331" name="Google Shape;331;hc7cc306779174be_12_0"/>
          <p:cNvSpPr/>
          <p:nvPr/>
        </p:nvSpPr>
        <p:spPr>
          <a:xfrm>
            <a:off x="1333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err="1">
                <a:solidFill>
                  <a:srgbClr val="000000"/>
                </a:solidFill>
                <a:latin typeface="Inter SemiBold"/>
                <a:ea typeface="Inter SemiBold"/>
                <a:cs typeface="Inter SemiBold"/>
                <a:sym typeface="Inter SemiBold"/>
              </a:rPr>
              <a:t>Reentregas</a:t>
            </a:r>
            <a:endParaRPr lang="es-CL" noProof="0"/>
          </a:p>
        </p:txBody>
      </p:sp>
      <p:sp>
        <p:nvSpPr>
          <p:cNvPr id="333" name="Google Shape;333;hc7cc306779174be_12_0"/>
          <p:cNvSpPr txBox="1"/>
          <p:nvPr/>
        </p:nvSpPr>
        <p:spPr>
          <a:xfrm>
            <a:off x="1714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34" name="Google Shape;334;hc7cc306779174be_12_0"/>
          <p:cNvSpPr txBox="1"/>
          <p:nvPr/>
        </p:nvSpPr>
        <p:spPr>
          <a:xfrm>
            <a:off x="1714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4,2 %</a:t>
            </a:r>
            <a:endParaRPr lang="es-CL" noProof="0"/>
          </a:p>
        </p:txBody>
      </p:sp>
      <p:sp>
        <p:nvSpPr>
          <p:cNvPr id="335" name="Google Shape;335;hc7cc306779174be_12_0"/>
          <p:cNvSpPr txBox="1"/>
          <p:nvPr/>
        </p:nvSpPr>
        <p:spPr>
          <a:xfrm>
            <a:off x="3714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6" name="Google Shape;336;hc7cc306779174be_12_0"/>
          <p:cNvSpPr txBox="1"/>
          <p:nvPr/>
        </p:nvSpPr>
        <p:spPr>
          <a:xfrm>
            <a:off x="3714750" y="76104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1 %</a:t>
            </a:r>
            <a:endParaRPr lang="es-CL" noProof="0"/>
          </a:p>
        </p:txBody>
      </p:sp>
      <p:sp>
        <p:nvSpPr>
          <p:cNvPr id="337" name="Google Shape;337;hc7cc306779174be_12_0"/>
          <p:cNvSpPr/>
          <p:nvPr/>
        </p:nvSpPr>
        <p:spPr>
          <a:xfrm>
            <a:off x="68580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Merma por vencimiento</a:t>
            </a:r>
            <a:endParaRPr lang="es-CL" noProof="0"/>
          </a:p>
        </p:txBody>
      </p:sp>
      <p:sp>
        <p:nvSpPr>
          <p:cNvPr id="339" name="Google Shape;339;hc7cc306779174be_12_0"/>
          <p:cNvSpPr txBox="1"/>
          <p:nvPr/>
        </p:nvSpPr>
        <p:spPr>
          <a:xfrm>
            <a:off x="72390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0" name="Google Shape;340;hc7cc306779174be_12_0"/>
          <p:cNvSpPr txBox="1"/>
          <p:nvPr/>
        </p:nvSpPr>
        <p:spPr>
          <a:xfrm>
            <a:off x="72390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1,7 %</a:t>
            </a:r>
            <a:endParaRPr lang="es-CL" noProof="0"/>
          </a:p>
        </p:txBody>
      </p:sp>
      <p:sp>
        <p:nvSpPr>
          <p:cNvPr id="341" name="Google Shape;341;hc7cc306779174be_12_0"/>
          <p:cNvSpPr txBox="1"/>
          <p:nvPr/>
        </p:nvSpPr>
        <p:spPr>
          <a:xfrm>
            <a:off x="92392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2" name="Google Shape;342;hc7cc306779174be_12_0"/>
          <p:cNvSpPr txBox="1"/>
          <p:nvPr/>
        </p:nvSpPr>
        <p:spPr>
          <a:xfrm>
            <a:off x="9239249" y="7610475"/>
            <a:ext cx="244147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 1,0 %</a:t>
            </a:r>
            <a:endParaRPr lang="es-CL" noProof="0"/>
          </a:p>
        </p:txBody>
      </p:sp>
      <p:sp>
        <p:nvSpPr>
          <p:cNvPr id="343" name="Google Shape;343;hc7cc306779174be_12_0"/>
          <p:cNvSpPr/>
          <p:nvPr/>
        </p:nvSpPr>
        <p:spPr>
          <a:xfrm>
            <a:off x="12382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Diferencias de rendición</a:t>
            </a:r>
            <a:endParaRPr lang="es-CL" noProof="0"/>
          </a:p>
        </p:txBody>
      </p:sp>
      <p:sp>
        <p:nvSpPr>
          <p:cNvPr id="345" name="Google Shape;345;hc7cc306779174be_12_0"/>
          <p:cNvSpPr txBox="1"/>
          <p:nvPr/>
        </p:nvSpPr>
        <p:spPr>
          <a:xfrm>
            <a:off x="12763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6" name="Google Shape;346;hc7cc306779174be_12_0"/>
          <p:cNvSpPr txBox="1"/>
          <p:nvPr/>
        </p:nvSpPr>
        <p:spPr>
          <a:xfrm>
            <a:off x="12763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0" noProof="0">
                <a:solidFill>
                  <a:srgbClr val="3C3C3C"/>
                </a:solidFill>
                <a:latin typeface="Inter"/>
                <a:ea typeface="Inter"/>
                <a:cs typeface="Inter"/>
                <a:sym typeface="Inter"/>
              </a:rPr>
              <a:t>$4,2 M/mes</a:t>
            </a:r>
            <a:endParaRPr lang="es-CL" noProof="0"/>
          </a:p>
        </p:txBody>
      </p:sp>
      <p:sp>
        <p:nvSpPr>
          <p:cNvPr id="347" name="Google Shape;347;hc7cc306779174be_12_0"/>
          <p:cNvSpPr txBox="1"/>
          <p:nvPr/>
        </p:nvSpPr>
        <p:spPr>
          <a:xfrm>
            <a:off x="14763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8" name="Google Shape;348;hc7cc306779174be_12_0"/>
          <p:cNvSpPr txBox="1"/>
          <p:nvPr/>
        </p:nvSpPr>
        <p:spPr>
          <a:xfrm>
            <a:off x="14950440" y="7738491"/>
            <a:ext cx="22860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700" b="1" noProof="0">
                <a:solidFill>
                  <a:srgbClr val="E8641B"/>
                </a:solidFill>
                <a:latin typeface="Inter SemiBold"/>
                <a:ea typeface="Inter SemiBold"/>
                <a:cs typeface="Inter SemiBold"/>
                <a:sym typeface="Inter SemiBold"/>
              </a:rPr>
              <a:t>Mismo día</a:t>
            </a:r>
            <a:endParaRPr lang="es-CL" noProof="0"/>
          </a:p>
        </p:txBody>
      </p:sp>
      <p:sp>
        <p:nvSpPr>
          <p:cNvPr id="3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05</a:t>
            </a:r>
          </a:p>
        </p:txBody>
      </p:sp>
      <p:sp>
        <p:nvSpPr>
          <p:cNvPr id="3" name="!!deco_1438196a_2">
            <a:extLst>
              <a:ext uri="{FF2B5EF4-FFF2-40B4-BE49-F238E27FC236}">
                <a16:creationId xmlns:a16="http://schemas.microsoft.com/office/drawing/2014/main" id="{1F5A9D5F-5E01-33D5-5A47-F6AC01463359}"/>
              </a:ext>
            </a:extLst>
          </p:cNvPr>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41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06</a:t>
            </a:r>
          </a:p>
        </p:txBody>
      </p:sp>
      <p:sp>
        <p:nvSpPr>
          <p:cNvPr id="355" name="!!title"/>
          <p:cNvSpPr txBox="1"/>
          <p:nvPr/>
        </p:nvSpPr>
        <p:spPr>
          <a:xfrm>
            <a:off x="1514505" y="536225"/>
            <a:ext cx="8490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Esquema de solución</a:t>
            </a:r>
            <a:endParaRPr lang="es-CL" noProof="0"/>
          </a:p>
        </p:txBody>
      </p:sp>
      <p:sp>
        <p:nvSpPr>
          <p:cNvPr id="356" name="Google Shape;356;p7"/>
          <p:cNvSpPr/>
          <p:nvPr/>
        </p:nvSpPr>
        <p:spPr>
          <a:xfrm>
            <a:off x="557413" y="2492125"/>
            <a:ext cx="7791300" cy="68430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3.1</a:t>
            </a:r>
            <a:r>
              <a:rPr lang="es-CL" sz="1500" b="1" noProof="0">
                <a:solidFill>
                  <a:srgbClr val="111111"/>
                </a:solidFill>
                <a:latin typeface="Inter SemiBold"/>
                <a:ea typeface="Inter SemiBold"/>
                <a:cs typeface="Inter SemiBold"/>
                <a:sym typeface="Inter SemiBold"/>
              </a:rPr>
              <a:t> · Ciclo logístico de la solución</a:t>
            </a:r>
          </a:p>
        </p:txBody>
      </p:sp>
      <p:pic>
        <p:nvPicPr>
          <p:cNvPr id="359" name="Google Shape;359;p7" descr="Figura 3.1. Ciclo logístico de la solución (Subdocumento 3)"/>
          <p:cNvPicPr preferRelativeResize="0"/>
          <p:nvPr/>
        </p:nvPicPr>
        <p:blipFill rotWithShape="1">
          <a:blip r:embed="rId4">
            <a:alphaModFix/>
          </a:blip>
          <a:srcRect/>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name="adj" fmla="val 2051"/>
            </a:avLst>
          </a:prstGeom>
          <a:solidFill>
            <a:srgbClr val="FFFFFF"/>
          </a:solidFill>
          <a:ln w="15875" cap="flat" cmpd="sng">
            <a:solidFill>
              <a:srgbClr val="11111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3.3</a:t>
            </a:r>
            <a:r>
              <a:rPr lang="es-CL" sz="1500" b="1" noProof="0">
                <a:solidFill>
                  <a:srgbClr val="111111"/>
                </a:solidFill>
                <a:latin typeface="Inter SemiBold"/>
                <a:ea typeface="Inter SemiBold"/>
                <a:cs typeface="Inter SemiBold"/>
                <a:sym typeface="Inter SemiBold"/>
              </a:rPr>
              <a:t> · Continuidad durante cortes</a:t>
            </a:r>
          </a:p>
        </p:txBody>
      </p:sp>
      <p:pic>
        <p:nvPicPr>
          <p:cNvPr id="362" name="Google Shape;362;p7" descr="Figura 3.3. Continuidad durante cortes (Subdocumento 3)"/>
          <p:cNvPicPr preferRelativeResize="0"/>
          <p:nvPr/>
        </p:nvPicPr>
        <p:blipFill rotWithShape="1">
          <a:blip r:embed="rId5">
            <a:alphaModFix/>
          </a:blip>
          <a:srcRect/>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3.2</a:t>
            </a:r>
            <a:r>
              <a:rPr lang="es-CL" sz="1500" b="1" noProof="0">
                <a:solidFill>
                  <a:srgbClr val="111111"/>
                </a:solidFill>
                <a:latin typeface="Inter SemiBold"/>
                <a:ea typeface="Inter SemiBold"/>
                <a:cs typeface="Inter SemiBold"/>
                <a:sym typeface="Inter SemiBold"/>
              </a:rPr>
              <a:t> · Trazabilidad y cadena de frío</a:t>
            </a:r>
          </a:p>
        </p:txBody>
      </p:sp>
      <p:pic>
        <p:nvPicPr>
          <p:cNvPr id="365" name="Google Shape;365;p7" descr="Figura 3.2. Trazabilidad y cadena de frío (Subdocumento 3)"/>
          <p:cNvPicPr preferRelativeResize="0"/>
          <p:nvPr/>
        </p:nvPicPr>
        <p:blipFill rotWithShape="1">
          <a:blip r:embed="rId6">
            <a:alphaModFix/>
          </a:blip>
          <a:srcRect/>
          <a:stretch/>
        </p:blipFill>
        <p:spPr>
          <a:xfrm>
            <a:off x="11741550" y="707675"/>
            <a:ext cx="4679652" cy="4141925"/>
          </a:xfrm>
          <a:prstGeom prst="rect">
            <a:avLst/>
          </a:prstGeom>
          <a:noFill/>
          <a:ln w="12700">
            <a:solidFill>
              <a:srgbClr val="E4E4E4"/>
            </a:solid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2" name="!!title"/>
          <p:cNvSpPr txBox="1"/>
          <p:nvPr/>
        </p:nvSpPr>
        <p:spPr>
          <a:xfrm>
            <a:off x="1458829" y="474871"/>
            <a:ext cx="15361920" cy="1620444"/>
          </a:xfrm>
          <a:prstGeom prst="rect">
            <a:avLst/>
          </a:prstGeom>
          <a:noFill/>
          <a:ln>
            <a:noFill/>
          </a:ln>
        </p:spPr>
        <p:txBody>
          <a:bodyPr spcFirstLastPara="1" wrap="square" lIns="0" tIns="0" rIns="0" bIns="0" anchor="t" anchorCtr="0">
            <a:spAutoFit/>
          </a:bodyPr>
          <a:lstStyle/>
          <a:p>
            <a:pPr algn="ctr">
              <a:lnSpc>
                <a:spcPct val="194851"/>
              </a:lnSpc>
            </a:pPr>
            <a:r>
              <a:rPr lang="es-CL" sz="5400" b="1" noProof="0">
                <a:solidFill>
                  <a:srgbClr val="111111"/>
                </a:solidFill>
                <a:latin typeface="Inter SemiBold"/>
                <a:ea typeface="Inter SemiBold"/>
                <a:cs typeface="Inter SemiBold"/>
                <a:sym typeface="Inter SemiBold"/>
              </a:rPr>
              <a:t>Mapa de </a:t>
            </a:r>
            <a:r>
              <a:rPr lang="es-CL" sz="5400" b="1">
                <a:solidFill>
                  <a:srgbClr val="111111"/>
                </a:solidFill>
                <a:latin typeface="Inter SemiBold"/>
                <a:ea typeface="Inter SemiBold"/>
                <a:cs typeface="Inter SemiBold"/>
                <a:sym typeface="Inter SemiBold"/>
              </a:rPr>
              <a:t>módulos</a:t>
            </a:r>
            <a:endParaRPr lang="es-CL" sz="5400" b="1" noProof="0">
              <a:solidFill>
                <a:srgbClr val="111111"/>
              </a:solidFill>
              <a:latin typeface="Inter SemiBold"/>
              <a:ea typeface="Inter SemiBold"/>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377" name="Google Shape;377;p8"/>
          <p:cNvSpPr txBox="1"/>
          <p:nvPr/>
        </p:nvSpPr>
        <p:spPr>
          <a:xfrm>
            <a:off x="1828800" y="2459162"/>
            <a:ext cx="14630400" cy="620491"/>
          </a:xfrm>
          <a:prstGeom prst="rect">
            <a:avLst/>
          </a:prstGeom>
          <a:noFill/>
          <a:ln>
            <a:noFill/>
          </a:ln>
        </p:spPr>
        <p:txBody>
          <a:bodyPr spcFirstLastPara="1" wrap="square" lIns="0" tIns="0" rIns="0" bIns="0" anchor="t" anchorCtr="0">
            <a:spAutoFit/>
          </a:bodyPr>
          <a:lstStyle/>
          <a:p>
            <a:pPr marL="0" marR="0" lvl="0" indent="0" algn="ctr">
              <a:lnSpc>
                <a:spcPct val="126000"/>
              </a:lnSpc>
              <a:spcBef>
                <a:spcPts val="0"/>
              </a:spcBef>
              <a:spcAft>
                <a:spcPts val="0"/>
              </a:spcAft>
              <a:buNone/>
            </a:pPr>
            <a:r>
              <a:rPr lang="es-CL" sz="3200" b="1">
                <a:solidFill>
                  <a:schemeClr val="tx1"/>
                </a:solidFill>
                <a:latin typeface="Inter"/>
                <a:ea typeface="Inter"/>
                <a:sym typeface="Inter"/>
              </a:rPr>
              <a:t>Módulos</a:t>
            </a:r>
            <a:endParaRPr lang="en-US" sz="3200" b="1">
              <a:solidFill>
                <a:schemeClr val="tx1"/>
              </a:solidFill>
            </a:endParaRPr>
          </a:p>
        </p:txBody>
      </p:sp>
      <p:sp>
        <p:nvSpPr>
          <p:cNvPr id="378" name="Google Shape;378;p8"/>
          <p:cNvSpPr txBox="1"/>
          <p:nvPr/>
        </p:nvSpPr>
        <p:spPr>
          <a:xfrm>
            <a:off x="1255496" y="3170922"/>
            <a:ext cx="1653139"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1" noProof="0">
                <a:solidFill>
                  <a:srgbClr val="E8641B"/>
                </a:solidFill>
                <a:latin typeface="Inter SemiBold"/>
                <a:ea typeface="Inter SemiBold"/>
                <a:cs typeface="Inter SemiBold"/>
                <a:sym typeface="Inter SemiBold"/>
              </a:rPr>
              <a:t>INTERFACES</a:t>
            </a:r>
            <a:endParaRPr lang="es-CL" sz="2000" noProof="0"/>
          </a:p>
        </p:txBody>
      </p:sp>
      <p:sp>
        <p:nvSpPr>
          <p:cNvPr id="379" name="Google Shape;379;p8"/>
          <p:cNvSpPr/>
          <p:nvPr/>
        </p:nvSpPr>
        <p:spPr>
          <a:xfrm>
            <a:off x="984785" y="3581801"/>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App Preventa</a:t>
            </a:r>
            <a:endParaRPr lang="es-CL" sz="1600" b="1" noProof="0"/>
          </a:p>
        </p:txBody>
      </p:sp>
      <p:sp>
        <p:nvSpPr>
          <p:cNvPr id="380" name="Google Shape;380;p8"/>
          <p:cNvSpPr/>
          <p:nvPr/>
        </p:nvSpPr>
        <p:spPr>
          <a:xfrm>
            <a:off x="984785" y="4345978"/>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App Reparto</a:t>
            </a:r>
            <a:endParaRPr lang="es-CL" sz="1600" b="1" noProof="0"/>
          </a:p>
        </p:txBody>
      </p:sp>
      <p:sp>
        <p:nvSpPr>
          <p:cNvPr id="381" name="Google Shape;381;p8"/>
          <p:cNvSpPr/>
          <p:nvPr/>
        </p:nvSpPr>
        <p:spPr>
          <a:xfrm>
            <a:off x="984785" y="5110155"/>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App Bodega</a:t>
            </a:r>
            <a:endParaRPr lang="es-CL" sz="1600" b="1" noProof="0"/>
          </a:p>
        </p:txBody>
      </p:sp>
      <p:sp>
        <p:nvSpPr>
          <p:cNvPr id="382" name="Google Shape;382;p8"/>
          <p:cNvSpPr/>
          <p:nvPr/>
        </p:nvSpPr>
        <p:spPr>
          <a:xfrm>
            <a:off x="984785" y="5874332"/>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Portal Clientes</a:t>
            </a:r>
            <a:endParaRPr lang="es-CL" sz="1600" b="1" noProof="0"/>
          </a:p>
        </p:txBody>
      </p:sp>
      <p:sp>
        <p:nvSpPr>
          <p:cNvPr id="383" name="Google Shape;383;p8"/>
          <p:cNvSpPr/>
          <p:nvPr/>
        </p:nvSpPr>
        <p:spPr>
          <a:xfrm>
            <a:off x="984785" y="6638510"/>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Portal Transportistas</a:t>
            </a:r>
            <a:endParaRPr lang="es-CL" sz="1600" b="1" noProof="0"/>
          </a:p>
        </p:txBody>
      </p:sp>
      <p:sp>
        <p:nvSpPr>
          <p:cNvPr id="384" name="Google Shape;384;p8"/>
          <p:cNvSpPr/>
          <p:nvPr/>
        </p:nvSpPr>
        <p:spPr>
          <a:xfrm>
            <a:off x="984785" y="7402687"/>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Portal Proveedores</a:t>
            </a:r>
            <a:endParaRPr lang="es-CL" sz="1600" b="1" noProof="0"/>
          </a:p>
        </p:txBody>
      </p:sp>
      <p:sp>
        <p:nvSpPr>
          <p:cNvPr id="385" name="Google Shape;385;p8"/>
          <p:cNvSpPr/>
          <p:nvPr/>
        </p:nvSpPr>
        <p:spPr>
          <a:xfrm>
            <a:off x="984785" y="8166864"/>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Consolas</a:t>
            </a:r>
            <a:endParaRPr lang="es-CL" sz="1600" b="1" noProof="0"/>
          </a:p>
        </p:txBody>
      </p:sp>
      <p:cxnSp>
        <p:nvCxnSpPr>
          <p:cNvPr id="386" name="Google Shape;386;p8"/>
          <p:cNvCxnSpPr/>
          <p:nvPr/>
        </p:nvCxnSpPr>
        <p:spPr>
          <a:xfrm>
            <a:off x="3182594" y="6050078"/>
            <a:ext cx="868800" cy="1"/>
          </a:xfrm>
          <a:prstGeom prst="straightConnector1">
            <a:avLst/>
          </a:prstGeom>
          <a:ln>
            <a:headEnd type="none" w="sm" len="sm"/>
            <a:tailEnd type="triangle" w="med" len="med"/>
          </a:ln>
        </p:spPr>
        <p:style>
          <a:lnRef idx="3">
            <a:schemeClr val="accent1"/>
          </a:lnRef>
          <a:fillRef idx="0">
            <a:schemeClr val="accent1"/>
          </a:fillRef>
          <a:effectRef idx="2">
            <a:schemeClr val="accent1"/>
          </a:effectRef>
          <a:fontRef idx="minor">
            <a:schemeClr val="tx1"/>
          </a:fontRef>
        </p:style>
      </p:cxnSp>
      <p:sp>
        <p:nvSpPr>
          <p:cNvPr id="387" name="Google Shape;387;p8"/>
          <p:cNvSpPr/>
          <p:nvPr/>
        </p:nvSpPr>
        <p:spPr>
          <a:xfrm>
            <a:off x="4114800" y="3276198"/>
            <a:ext cx="7995775"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388" name="Google Shape;388;p8"/>
          <p:cNvSpPr txBox="1"/>
          <p:nvPr/>
        </p:nvSpPr>
        <p:spPr>
          <a:xfrm>
            <a:off x="4251960" y="3349350"/>
            <a:ext cx="772145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a:solidFill>
                  <a:schemeClr val="tx1"/>
                </a:solidFill>
                <a:latin typeface="Inter SemiBold"/>
                <a:ea typeface="Inter SemiBold"/>
                <a:sym typeface="Inter SemiBold"/>
              </a:rPr>
              <a:t>Bodega y calidad</a:t>
            </a:r>
            <a:endParaRPr lang="es-CL" sz="1800" b="1">
              <a:solidFill>
                <a:schemeClr val="tx1"/>
              </a:solidFill>
              <a:latin typeface="Inter SemiBold"/>
              <a:ea typeface="Inter SemiBold"/>
            </a:endParaRPr>
          </a:p>
        </p:txBody>
      </p:sp>
      <p:sp>
        <p:nvSpPr>
          <p:cNvPr id="389" name="Google Shape;389;p8"/>
          <p:cNvSpPr/>
          <p:nvPr/>
        </p:nvSpPr>
        <p:spPr>
          <a:xfrm>
            <a:off x="4251960" y="371511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390" name="Google Shape;390;p8"/>
          <p:cNvSpPr txBox="1"/>
          <p:nvPr/>
        </p:nvSpPr>
        <p:spPr>
          <a:xfrm>
            <a:off x="4343400" y="409001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M1</a:t>
            </a:r>
            <a:endParaRPr lang="es-CL" sz="1600" noProof="0"/>
          </a:p>
        </p:txBody>
      </p:sp>
      <p:sp>
        <p:nvSpPr>
          <p:cNvPr id="391" name="Google Shape;391;p8"/>
          <p:cNvSpPr txBox="1"/>
          <p:nvPr/>
        </p:nvSpPr>
        <p:spPr>
          <a:xfrm>
            <a:off x="4343400" y="450149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Recepción</a:t>
            </a:r>
            <a:endParaRPr lang="es-CL" sz="1600" noProof="0"/>
          </a:p>
        </p:txBody>
      </p:sp>
      <p:sp>
        <p:nvSpPr>
          <p:cNvPr id="393" name="Google Shape;393;p8"/>
          <p:cNvSpPr/>
          <p:nvPr/>
        </p:nvSpPr>
        <p:spPr>
          <a:xfrm>
            <a:off x="5818197" y="371511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394" name="Google Shape;394;p8"/>
          <p:cNvSpPr txBox="1"/>
          <p:nvPr/>
        </p:nvSpPr>
        <p:spPr>
          <a:xfrm>
            <a:off x="5909637" y="409001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M2</a:t>
            </a:r>
            <a:endParaRPr lang="es-CL" sz="1600" noProof="0"/>
          </a:p>
        </p:txBody>
      </p:sp>
      <p:sp>
        <p:nvSpPr>
          <p:cNvPr id="395" name="Google Shape;395;p8"/>
          <p:cNvSpPr txBox="1"/>
          <p:nvPr/>
        </p:nvSpPr>
        <p:spPr>
          <a:xfrm>
            <a:off x="5909637" y="450149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Inventario</a:t>
            </a:r>
            <a:endParaRPr lang="es-CL" sz="1600" noProof="0"/>
          </a:p>
        </p:txBody>
      </p:sp>
      <p:sp>
        <p:nvSpPr>
          <p:cNvPr id="397" name="Google Shape;397;p8"/>
          <p:cNvSpPr/>
          <p:nvPr/>
        </p:nvSpPr>
        <p:spPr>
          <a:xfrm>
            <a:off x="7384433" y="371511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398" name="Google Shape;398;p8"/>
          <p:cNvSpPr txBox="1"/>
          <p:nvPr/>
        </p:nvSpPr>
        <p:spPr>
          <a:xfrm>
            <a:off x="7475873" y="409001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M5</a:t>
            </a:r>
            <a:endParaRPr lang="es-CL" sz="1600" noProof="0"/>
          </a:p>
        </p:txBody>
      </p:sp>
      <p:sp>
        <p:nvSpPr>
          <p:cNvPr id="399" name="Google Shape;399;p8"/>
          <p:cNvSpPr txBox="1"/>
          <p:nvPr/>
        </p:nvSpPr>
        <p:spPr>
          <a:xfrm>
            <a:off x="7475873" y="450149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Preparación</a:t>
            </a:r>
            <a:endParaRPr lang="es-CL" sz="1600" noProof="0"/>
          </a:p>
        </p:txBody>
      </p:sp>
      <p:sp>
        <p:nvSpPr>
          <p:cNvPr id="401" name="Google Shape;401;p8"/>
          <p:cNvSpPr/>
          <p:nvPr/>
        </p:nvSpPr>
        <p:spPr>
          <a:xfrm>
            <a:off x="8950670" y="3715110"/>
            <a:ext cx="1456509" cy="2121408"/>
          </a:xfrm>
          <a:prstGeom prst="roundRect">
            <a:avLst>
              <a:gd name="adj" fmla="val 8000"/>
            </a:avLst>
          </a:prstGeom>
          <a:solidFill>
            <a:schemeClr val="tx2"/>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02" name="Google Shape;402;p8"/>
          <p:cNvSpPr txBox="1"/>
          <p:nvPr/>
        </p:nvSpPr>
        <p:spPr>
          <a:xfrm>
            <a:off x="9042110" y="409001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chemeClr val="accent1"/>
                </a:solidFill>
                <a:latin typeface="Inter SemiBold"/>
                <a:ea typeface="Inter SemiBold"/>
                <a:cs typeface="Inter SemiBold"/>
                <a:sym typeface="Inter SemiBold"/>
              </a:rPr>
              <a:t>M9</a:t>
            </a:r>
            <a:endParaRPr lang="es-CL" sz="1600" noProof="0">
              <a:solidFill>
                <a:schemeClr val="accent1"/>
              </a:solidFill>
            </a:endParaRPr>
          </a:p>
        </p:txBody>
      </p:sp>
      <p:sp>
        <p:nvSpPr>
          <p:cNvPr id="403" name="Google Shape;403;p8"/>
          <p:cNvSpPr txBox="1"/>
          <p:nvPr/>
        </p:nvSpPr>
        <p:spPr>
          <a:xfrm>
            <a:off x="9042110" y="4501494"/>
            <a:ext cx="1273629"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chemeClr val="tx1"/>
                </a:solidFill>
                <a:latin typeface="Inter SemiBold"/>
                <a:ea typeface="Inter SemiBold"/>
                <a:cs typeface="Inter SemiBold"/>
                <a:sym typeface="Inter SemiBold"/>
              </a:rPr>
              <a:t>Calidad y trazabilidad</a:t>
            </a:r>
            <a:endParaRPr lang="es-CL" sz="1600" noProof="0">
              <a:solidFill>
                <a:schemeClr val="tx1"/>
              </a:solidFill>
            </a:endParaRPr>
          </a:p>
        </p:txBody>
      </p:sp>
      <p:sp>
        <p:nvSpPr>
          <p:cNvPr id="405" name="Google Shape;405;p8"/>
          <p:cNvSpPr/>
          <p:nvPr/>
        </p:nvSpPr>
        <p:spPr>
          <a:xfrm>
            <a:off x="10516906" y="371511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06" name="Google Shape;406;p8"/>
          <p:cNvSpPr txBox="1"/>
          <p:nvPr/>
        </p:nvSpPr>
        <p:spPr>
          <a:xfrm>
            <a:off x="10608346" y="409001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M12</a:t>
            </a:r>
            <a:endParaRPr lang="es-CL" sz="1600" noProof="0"/>
          </a:p>
        </p:txBody>
      </p:sp>
      <p:sp>
        <p:nvSpPr>
          <p:cNvPr id="407" name="Google Shape;407;p8"/>
          <p:cNvSpPr txBox="1"/>
          <p:nvPr/>
        </p:nvSpPr>
        <p:spPr>
          <a:xfrm>
            <a:off x="10608346" y="450149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Telemetría</a:t>
            </a:r>
            <a:endParaRPr lang="es-CL" sz="1600" noProof="0"/>
          </a:p>
        </p:txBody>
      </p:sp>
      <p:sp>
        <p:nvSpPr>
          <p:cNvPr id="409" name="Google Shape;409;p8"/>
          <p:cNvSpPr/>
          <p:nvPr/>
        </p:nvSpPr>
        <p:spPr>
          <a:xfrm>
            <a:off x="12338575" y="3321316"/>
            <a:ext cx="1973590" cy="2637322"/>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10" name="Google Shape;410;p8"/>
          <p:cNvSpPr txBox="1"/>
          <p:nvPr/>
        </p:nvSpPr>
        <p:spPr>
          <a:xfrm>
            <a:off x="12460694" y="3319272"/>
            <a:ext cx="1729351" cy="276999"/>
          </a:xfrm>
          <a:prstGeom prst="rect">
            <a:avLst/>
          </a:prstGeom>
          <a:noFill/>
          <a:ln>
            <a:noFill/>
          </a:ln>
        </p:spPr>
        <p:txBody>
          <a:bodyPr spcFirstLastPara="1" wrap="square" lIns="0" tIns="0" rIns="0" bIns="0" anchor="t" anchorCtr="0">
            <a:spAutoFit/>
          </a:bodyPr>
          <a:lstStyle/>
          <a:p>
            <a:r>
              <a:rPr lang="es-CL" sz="1800" b="1">
                <a:solidFill>
                  <a:schemeClr val="tx1"/>
                </a:solidFill>
                <a:latin typeface="Inter SemiBold"/>
                <a:ea typeface="Inter SemiBold"/>
                <a:sym typeface="Inter SemiBold"/>
              </a:rPr>
              <a:t>Canal moderno</a:t>
            </a:r>
            <a:endParaRPr lang="es-CL" sz="1800" b="1">
              <a:solidFill>
                <a:schemeClr val="tx1"/>
              </a:solidFill>
              <a:latin typeface="Inter SemiBold"/>
              <a:ea typeface="Inter SemiBold"/>
            </a:endParaRPr>
          </a:p>
        </p:txBody>
      </p:sp>
      <p:sp>
        <p:nvSpPr>
          <p:cNvPr id="411" name="Google Shape;411;p8"/>
          <p:cNvSpPr/>
          <p:nvPr/>
        </p:nvSpPr>
        <p:spPr>
          <a:xfrm>
            <a:off x="12611089" y="3669993"/>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12" name="Google Shape;412;p8"/>
          <p:cNvSpPr txBox="1"/>
          <p:nvPr/>
        </p:nvSpPr>
        <p:spPr>
          <a:xfrm>
            <a:off x="12702529" y="4044897"/>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M11</a:t>
            </a:r>
            <a:endParaRPr lang="es-CL" sz="1600" noProof="0"/>
          </a:p>
        </p:txBody>
      </p:sp>
      <p:sp>
        <p:nvSpPr>
          <p:cNvPr id="413" name="Google Shape;413;p8"/>
          <p:cNvSpPr txBox="1"/>
          <p:nvPr/>
        </p:nvSpPr>
        <p:spPr>
          <a:xfrm>
            <a:off x="12702529" y="4456377"/>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EDI</a:t>
            </a:r>
            <a:endParaRPr lang="es-CL" sz="1600" noProof="0"/>
          </a:p>
        </p:txBody>
      </p:sp>
      <p:sp>
        <p:nvSpPr>
          <p:cNvPr id="416" name="Google Shape;416;p8"/>
          <p:cNvSpPr/>
          <p:nvPr/>
        </p:nvSpPr>
        <p:spPr>
          <a:xfrm>
            <a:off x="4114800" y="6171597"/>
            <a:ext cx="6579932" cy="2652363"/>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17" name="Google Shape;417;p8"/>
          <p:cNvSpPr txBox="1"/>
          <p:nvPr/>
        </p:nvSpPr>
        <p:spPr>
          <a:xfrm>
            <a:off x="4251960" y="6229710"/>
            <a:ext cx="6155218"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chemeClr val="tx1"/>
                </a:solidFill>
                <a:latin typeface="Inter SemiBold"/>
                <a:ea typeface="Inter SemiBold"/>
                <a:cs typeface="Inter SemiBold"/>
                <a:sym typeface="Inter SemiBold"/>
              </a:rPr>
              <a:t>Preventa, rutas y reparto</a:t>
            </a:r>
            <a:endParaRPr lang="es-CL" sz="1800" b="1" noProof="0">
              <a:solidFill>
                <a:schemeClr val="tx1"/>
              </a:solidFill>
            </a:endParaRPr>
          </a:p>
        </p:txBody>
      </p:sp>
      <p:sp>
        <p:nvSpPr>
          <p:cNvPr id="418" name="Google Shape;418;p8"/>
          <p:cNvSpPr/>
          <p:nvPr/>
        </p:nvSpPr>
        <p:spPr>
          <a:xfrm>
            <a:off x="4251960" y="659547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19" name="Google Shape;419;p8"/>
          <p:cNvSpPr txBox="1"/>
          <p:nvPr/>
        </p:nvSpPr>
        <p:spPr>
          <a:xfrm>
            <a:off x="4343400" y="697037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M3</a:t>
            </a:r>
            <a:endParaRPr lang="es-CL" sz="1600" noProof="0"/>
          </a:p>
        </p:txBody>
      </p:sp>
      <p:sp>
        <p:nvSpPr>
          <p:cNvPr id="420" name="Google Shape;420;p8"/>
          <p:cNvSpPr txBox="1"/>
          <p:nvPr/>
        </p:nvSpPr>
        <p:spPr>
          <a:xfrm>
            <a:off x="4343400" y="738185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Preventa</a:t>
            </a:r>
            <a:endParaRPr lang="es-CL" sz="1600" noProof="0"/>
          </a:p>
        </p:txBody>
      </p:sp>
      <p:sp>
        <p:nvSpPr>
          <p:cNvPr id="422" name="Google Shape;422;p8"/>
          <p:cNvSpPr/>
          <p:nvPr/>
        </p:nvSpPr>
        <p:spPr>
          <a:xfrm>
            <a:off x="5818197" y="659547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23" name="Google Shape;423;p8"/>
          <p:cNvSpPr txBox="1"/>
          <p:nvPr/>
        </p:nvSpPr>
        <p:spPr>
          <a:xfrm>
            <a:off x="5909637" y="697037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M4</a:t>
            </a:r>
            <a:endParaRPr lang="es-CL" sz="1600" noProof="0"/>
          </a:p>
        </p:txBody>
      </p:sp>
      <p:sp>
        <p:nvSpPr>
          <p:cNvPr id="424" name="Google Shape;424;p8"/>
          <p:cNvSpPr txBox="1"/>
          <p:nvPr/>
        </p:nvSpPr>
        <p:spPr>
          <a:xfrm>
            <a:off x="5909637" y="738185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Rutas + GIS</a:t>
            </a:r>
            <a:endParaRPr lang="es-CL" sz="1600" noProof="0"/>
          </a:p>
        </p:txBody>
      </p:sp>
      <p:sp>
        <p:nvSpPr>
          <p:cNvPr id="426" name="Google Shape;426;p8"/>
          <p:cNvSpPr/>
          <p:nvPr/>
        </p:nvSpPr>
        <p:spPr>
          <a:xfrm>
            <a:off x="7384433" y="6595470"/>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27" name="Google Shape;427;p8"/>
          <p:cNvSpPr txBox="1"/>
          <p:nvPr/>
        </p:nvSpPr>
        <p:spPr>
          <a:xfrm>
            <a:off x="7475873" y="697037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M6</a:t>
            </a:r>
            <a:endParaRPr lang="es-CL" sz="1600" noProof="0"/>
          </a:p>
        </p:txBody>
      </p:sp>
      <p:sp>
        <p:nvSpPr>
          <p:cNvPr id="428" name="Google Shape;428;p8"/>
          <p:cNvSpPr txBox="1"/>
          <p:nvPr/>
        </p:nvSpPr>
        <p:spPr>
          <a:xfrm>
            <a:off x="7475873" y="7381854"/>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Reparto</a:t>
            </a:r>
            <a:endParaRPr lang="es-CL" sz="1600" noProof="0"/>
          </a:p>
        </p:txBody>
      </p:sp>
      <p:sp>
        <p:nvSpPr>
          <p:cNvPr id="430" name="Google Shape;430;p8"/>
          <p:cNvSpPr/>
          <p:nvPr/>
        </p:nvSpPr>
        <p:spPr>
          <a:xfrm>
            <a:off x="8950670" y="6610509"/>
            <a:ext cx="1591864" cy="209133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31" name="Google Shape;431;p8"/>
          <p:cNvSpPr txBox="1"/>
          <p:nvPr/>
        </p:nvSpPr>
        <p:spPr>
          <a:xfrm>
            <a:off x="9042110" y="6970374"/>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M8</a:t>
            </a:r>
            <a:endParaRPr lang="es-CL" sz="1600" noProof="0"/>
          </a:p>
        </p:txBody>
      </p:sp>
      <p:sp>
        <p:nvSpPr>
          <p:cNvPr id="432" name="Google Shape;432;p8"/>
          <p:cNvSpPr txBox="1"/>
          <p:nvPr/>
        </p:nvSpPr>
        <p:spPr>
          <a:xfrm>
            <a:off x="9042110" y="7366815"/>
            <a:ext cx="1363865"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Devoluciones y envases</a:t>
            </a:r>
            <a:endParaRPr lang="es-CL" sz="1600" noProof="0"/>
          </a:p>
        </p:txBody>
      </p:sp>
      <p:sp>
        <p:nvSpPr>
          <p:cNvPr id="434" name="Google Shape;434;p8"/>
          <p:cNvSpPr/>
          <p:nvPr/>
        </p:nvSpPr>
        <p:spPr>
          <a:xfrm>
            <a:off x="11012968" y="6141519"/>
            <a:ext cx="3299197"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35" name="Google Shape;435;p8"/>
          <p:cNvSpPr txBox="1"/>
          <p:nvPr/>
        </p:nvSpPr>
        <p:spPr>
          <a:xfrm>
            <a:off x="11150128" y="6229710"/>
            <a:ext cx="2754167" cy="276999"/>
          </a:xfrm>
          <a:prstGeom prst="rect">
            <a:avLst/>
          </a:prstGeom>
          <a:noFill/>
          <a:ln>
            <a:noFill/>
          </a:ln>
        </p:spPr>
        <p:txBody>
          <a:bodyPr spcFirstLastPara="1" wrap="square" lIns="0" tIns="0" rIns="0" bIns="0" anchor="t" anchorCtr="0">
            <a:spAutoFit/>
          </a:bodyPr>
          <a:lstStyle/>
          <a:p>
            <a:pPr marL="0" lvl="0" indent="0">
              <a:buFont typeface="Arial"/>
              <a:buNone/>
            </a:pPr>
            <a:r>
              <a:rPr lang="es-CL" sz="1800" b="1">
                <a:solidFill>
                  <a:schemeClr val="tx1"/>
                </a:solidFill>
                <a:latin typeface="Inter SemiBold"/>
                <a:ea typeface="Inter SemiBold"/>
                <a:sym typeface="Inter SemiBold"/>
              </a:rPr>
              <a:t>Datos y rendición</a:t>
            </a:r>
            <a:endParaRPr lang="es-CL" sz="1800" b="1">
              <a:solidFill>
                <a:schemeClr val="tx1"/>
              </a:solidFill>
              <a:latin typeface="Inter SemiBold"/>
              <a:ea typeface="Inter SemiBold"/>
            </a:endParaRPr>
          </a:p>
        </p:txBody>
      </p:sp>
      <p:sp>
        <p:nvSpPr>
          <p:cNvPr id="436" name="Google Shape;436;p8"/>
          <p:cNvSpPr/>
          <p:nvPr/>
        </p:nvSpPr>
        <p:spPr>
          <a:xfrm>
            <a:off x="11150128" y="6580431"/>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37" name="Google Shape;437;p8"/>
          <p:cNvSpPr txBox="1"/>
          <p:nvPr/>
        </p:nvSpPr>
        <p:spPr>
          <a:xfrm>
            <a:off x="11241568" y="6955335"/>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M7</a:t>
            </a:r>
            <a:endParaRPr lang="es-CL" sz="1600" noProof="0"/>
          </a:p>
        </p:txBody>
      </p:sp>
      <p:sp>
        <p:nvSpPr>
          <p:cNvPr id="438" name="Google Shape;438;p8"/>
          <p:cNvSpPr txBox="1"/>
          <p:nvPr/>
        </p:nvSpPr>
        <p:spPr>
          <a:xfrm>
            <a:off x="11241568" y="7366815"/>
            <a:ext cx="1273629"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Cobranza y rendición</a:t>
            </a:r>
            <a:endParaRPr lang="es-CL" sz="1600" noProof="0"/>
          </a:p>
        </p:txBody>
      </p:sp>
      <p:sp>
        <p:nvSpPr>
          <p:cNvPr id="440" name="Google Shape;440;p8"/>
          <p:cNvSpPr/>
          <p:nvPr/>
        </p:nvSpPr>
        <p:spPr>
          <a:xfrm>
            <a:off x="12716364" y="6580431"/>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2000" noProof="0">
              <a:solidFill>
                <a:schemeClr val="lt1"/>
              </a:solidFill>
              <a:latin typeface="Inter"/>
              <a:ea typeface="Inter"/>
              <a:cs typeface="Inter"/>
              <a:sym typeface="Inter"/>
            </a:endParaRPr>
          </a:p>
        </p:txBody>
      </p:sp>
      <p:sp>
        <p:nvSpPr>
          <p:cNvPr id="441" name="Google Shape;441;p8"/>
          <p:cNvSpPr txBox="1"/>
          <p:nvPr/>
        </p:nvSpPr>
        <p:spPr>
          <a:xfrm>
            <a:off x="12807804" y="6955335"/>
            <a:ext cx="12736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M10</a:t>
            </a:r>
            <a:endParaRPr lang="es-CL" sz="1600" noProof="0"/>
          </a:p>
        </p:txBody>
      </p:sp>
      <p:sp>
        <p:nvSpPr>
          <p:cNvPr id="442" name="Google Shape;442;p8"/>
          <p:cNvSpPr txBox="1"/>
          <p:nvPr/>
        </p:nvSpPr>
        <p:spPr>
          <a:xfrm>
            <a:off x="12807804" y="7366815"/>
            <a:ext cx="127362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111111"/>
                </a:solidFill>
                <a:latin typeface="Inter SemiBold"/>
                <a:ea typeface="Inter SemiBold"/>
                <a:cs typeface="Inter SemiBold"/>
                <a:sym typeface="Inter SemiBold"/>
              </a:rPr>
              <a:t>Analítica BI</a:t>
            </a:r>
            <a:endParaRPr lang="es-CL" sz="1600" noProof="0"/>
          </a:p>
        </p:txBody>
      </p:sp>
      <p:sp>
        <p:nvSpPr>
          <p:cNvPr id="452" name="Google Shape;452;p8"/>
          <p:cNvSpPr txBox="1"/>
          <p:nvPr/>
        </p:nvSpPr>
        <p:spPr>
          <a:xfrm>
            <a:off x="14886674" y="3170922"/>
            <a:ext cx="295796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E8641B"/>
                </a:solidFill>
                <a:latin typeface="Inter SemiBold"/>
                <a:ea typeface="Inter SemiBold"/>
                <a:cs typeface="Inter SemiBold"/>
                <a:sym typeface="Inter SemiBold"/>
              </a:rPr>
              <a:t>SISTEMAS EXTERNOS</a:t>
            </a:r>
            <a:endParaRPr lang="es-CL" sz="2000" b="1" noProof="0"/>
          </a:p>
        </p:txBody>
      </p:sp>
      <p:sp>
        <p:nvSpPr>
          <p:cNvPr id="453" name="Google Shape;453;p8"/>
          <p:cNvSpPr/>
          <p:nvPr/>
        </p:nvSpPr>
        <p:spPr>
          <a:xfrm>
            <a:off x="15082186" y="3777314"/>
            <a:ext cx="2190951" cy="1085850"/>
          </a:xfrm>
          <a:prstGeom prst="roundRect">
            <a:avLst>
              <a:gd name="adj" fmla="val 8000"/>
            </a:avLst>
          </a:prstGeom>
          <a:solidFill>
            <a:srgbClr val="111111"/>
          </a:solidFill>
          <a:ln>
            <a:noFill/>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FFFFFF"/>
                </a:solidFill>
                <a:latin typeface="Inter SemiBold"/>
                <a:ea typeface="Inter SemiBold"/>
                <a:cs typeface="Inter SemiBold"/>
                <a:sym typeface="Inter SemiBold"/>
              </a:rPr>
              <a:t>ERP 2017</a:t>
            </a:r>
            <a:endParaRPr lang="es-CL" noProof="0"/>
          </a:p>
        </p:txBody>
      </p:sp>
      <p:cxnSp>
        <p:nvCxnSpPr>
          <p:cNvPr id="454" name="Google Shape;454;p8"/>
          <p:cNvCxnSpPr/>
          <p:nvPr/>
        </p:nvCxnSpPr>
        <p:spPr>
          <a:xfrm flipV="1">
            <a:off x="14315413" y="4320239"/>
            <a:ext cx="763525" cy="0"/>
          </a:xfrm>
          <a:prstGeom prst="straightConnector1">
            <a:avLst/>
          </a:prstGeom>
          <a:ln>
            <a:headEnd type="none" w="sm" len="sm"/>
            <a:tailEnd type="triangle" w="med" len="med"/>
          </a:ln>
        </p:spPr>
        <p:style>
          <a:lnRef idx="3">
            <a:schemeClr val="dk1"/>
          </a:lnRef>
          <a:fillRef idx="0">
            <a:schemeClr val="dk1"/>
          </a:fillRef>
          <a:effectRef idx="2">
            <a:schemeClr val="dk1"/>
          </a:effectRef>
          <a:fontRef idx="minor">
            <a:schemeClr val="tx1"/>
          </a:fontRef>
        </p:style>
      </p:cxnSp>
      <p:sp>
        <p:nvSpPr>
          <p:cNvPr id="455" name="Google Shape;455;p8"/>
          <p:cNvSpPr/>
          <p:nvPr/>
        </p:nvSpPr>
        <p:spPr>
          <a:xfrm>
            <a:off x="15082186" y="6314774"/>
            <a:ext cx="2190951" cy="108585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Geolocalización</a:t>
            </a:r>
            <a:endParaRPr lang="es-CL" sz="1400" b="0" noProof="0">
              <a:solidFill>
                <a:srgbClr val="606060"/>
              </a:solidFill>
              <a:latin typeface="Inter"/>
              <a:ea typeface="Inter"/>
              <a:cs typeface="Inter"/>
              <a:sym typeface="Inter"/>
            </a:endParaRPr>
          </a:p>
        </p:txBody>
      </p:sp>
      <p:cxnSp>
        <p:nvCxnSpPr>
          <p:cNvPr id="456" name="Google Shape;456;p8"/>
          <p:cNvCxnSpPr/>
          <p:nvPr/>
        </p:nvCxnSpPr>
        <p:spPr>
          <a:xfrm>
            <a:off x="14315413" y="5649127"/>
            <a:ext cx="778564" cy="0"/>
          </a:xfrm>
          <a:prstGeom prst="straightConnector1">
            <a:avLst/>
          </a:prstGeom>
          <a:ln>
            <a:headEnd type="none" w="sm" len="sm"/>
            <a:tailEnd type="triangle" w="med" len="med"/>
          </a:ln>
        </p:spPr>
        <p:style>
          <a:lnRef idx="3">
            <a:schemeClr val="dk1"/>
          </a:lnRef>
          <a:fillRef idx="0">
            <a:schemeClr val="dk1"/>
          </a:fillRef>
          <a:effectRef idx="2">
            <a:schemeClr val="dk1"/>
          </a:effectRef>
          <a:fontRef idx="minor">
            <a:schemeClr val="tx1"/>
          </a:fontRef>
        </p:style>
      </p:cxnSp>
      <p:cxnSp>
        <p:nvCxnSpPr>
          <p:cNvPr id="458" name="Google Shape;458;p8"/>
          <p:cNvCxnSpPr/>
          <p:nvPr/>
        </p:nvCxnSpPr>
        <p:spPr>
          <a:xfrm flipV="1">
            <a:off x="14300374" y="6752424"/>
            <a:ext cx="778563" cy="1"/>
          </a:xfrm>
          <a:prstGeom prst="straightConnector1">
            <a:avLst/>
          </a:prstGeom>
          <a:ln>
            <a:headEnd type="none" w="sm" len="sm"/>
            <a:tailEnd type="triangle" w="med" len="med"/>
          </a:ln>
        </p:spPr>
        <p:style>
          <a:lnRef idx="3">
            <a:schemeClr val="dk1"/>
          </a:lnRef>
          <a:fillRef idx="0">
            <a:schemeClr val="dk1"/>
          </a:fillRef>
          <a:effectRef idx="2">
            <a:schemeClr val="dk1"/>
          </a:effectRef>
          <a:fontRef idx="minor">
            <a:schemeClr val="tx1"/>
          </a:fontRef>
        </p:style>
      </p:cxnSp>
      <p:sp>
        <p:nvSpPr>
          <p:cNvPr id="460" name="Google Shape;460;p8"/>
          <p:cNvSpPr/>
          <p:nvPr/>
        </p:nvSpPr>
        <p:spPr>
          <a:xfrm>
            <a:off x="15082186" y="5046044"/>
            <a:ext cx="2190951" cy="108585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Transbank</a:t>
            </a:r>
            <a:endParaRPr lang="es-CL" sz="1400" b="0" noProof="0">
              <a:solidFill>
                <a:srgbClr val="606060"/>
              </a:solidFill>
              <a:latin typeface="Inter"/>
              <a:ea typeface="Inter"/>
              <a:cs typeface="Inter"/>
              <a:sym typeface="Inter"/>
            </a:endParaRPr>
          </a:p>
        </p:txBody>
      </p:sp>
      <p:sp>
        <p:nvSpPr>
          <p:cNvPr id="46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08</a:t>
            </a:r>
          </a:p>
        </p:txBody>
      </p:sp>
      <p:pic>
        <p:nvPicPr>
          <p:cNvPr id="468" name="Google Shape;468;p9" descr="Figura 1. Vista general completa de la arquitectura lógica (Subdocumento 4)"/>
          <p:cNvPicPr preferRelativeResize="0"/>
          <p:nvPr/>
        </p:nvPicPr>
        <p:blipFill rotWithShape="1">
          <a:blip r:embed="rId3">
            <a:alphaModFix/>
          </a:blip>
          <a:srcRect b="340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spcFirstLastPara="1" wrap="square" lIns="0" tIns="0" rIns="0" bIns="0" anchor="t" anchorCtr="0">
            <a:spAutoFit/>
          </a:bodyPr>
          <a:lstStyle/>
          <a:p>
            <a:pPr marL="0" marR="0" lvl="0" indent="0" algn="l"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lógica</a:t>
            </a:r>
            <a:endParaRPr lang="es-CL" noProof="0"/>
          </a:p>
        </p:txBody>
      </p:sp>
      <p:sp>
        <p:nvSpPr>
          <p:cNvPr id="472" name="Google Shape;472;p9"/>
          <p:cNvSpPr/>
          <p:nvPr/>
        </p:nvSpPr>
        <p:spPr>
          <a:xfrm>
            <a:off x="1448700" y="1495764"/>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1   </a:t>
            </a:r>
            <a:r>
              <a:rPr lang="es-CL" sz="1529" b="1" noProof="0">
                <a:solidFill>
                  <a:srgbClr val="111111"/>
                </a:solidFill>
                <a:latin typeface="Inter SemiBold"/>
                <a:ea typeface="Inter SemiBold"/>
                <a:cs typeface="Inter SemiBold"/>
                <a:sym typeface="Inter SemiBold"/>
              </a:rPr>
              <a:t>Presentación</a:t>
            </a:r>
            <a:r>
              <a:rPr lang="es-CL" sz="1338" b="1" noProof="0">
                <a:solidFill>
                  <a:srgbClr val="606060"/>
                </a:solidFill>
                <a:latin typeface="Inter"/>
                <a:ea typeface="Inter"/>
                <a:cs typeface="Inter"/>
                <a:sym typeface="Inter"/>
              </a:rPr>
              <a:t>  ·  captura y muestra la información</a:t>
            </a:r>
          </a:p>
        </p:txBody>
      </p:sp>
      <p:sp>
        <p:nvSpPr>
          <p:cNvPr id="473" name="Google Shape;473;p9"/>
          <p:cNvSpPr/>
          <p:nvPr/>
        </p:nvSpPr>
        <p:spPr>
          <a:xfrm>
            <a:off x="1448700" y="2876765"/>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2   </a:t>
            </a:r>
            <a:r>
              <a:rPr lang="es-CL" sz="1529" b="1" noProof="0">
                <a:solidFill>
                  <a:srgbClr val="111111"/>
                </a:solidFill>
                <a:latin typeface="Inter SemiBold"/>
                <a:ea typeface="Inter SemiBold"/>
                <a:cs typeface="Inter SemiBold"/>
                <a:sym typeface="Inter SemiBold"/>
              </a:rPr>
              <a:t>Borde y exposición</a:t>
            </a:r>
            <a:r>
              <a:rPr lang="es-CL" sz="1338" b="1" noProof="0">
                <a:solidFill>
                  <a:srgbClr val="606060"/>
                </a:solidFill>
                <a:latin typeface="Inter"/>
                <a:ea typeface="Inter"/>
                <a:cs typeface="Inter"/>
                <a:sym typeface="Inter"/>
              </a:rPr>
              <a:t>  ·  protege la entrada</a:t>
            </a:r>
          </a:p>
        </p:txBody>
      </p:sp>
      <p:sp>
        <p:nvSpPr>
          <p:cNvPr id="474" name="Google Shape;474;p9"/>
          <p:cNvSpPr/>
          <p:nvPr/>
        </p:nvSpPr>
        <p:spPr>
          <a:xfrm>
            <a:off x="1448700" y="345727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3   </a:t>
            </a:r>
            <a:r>
              <a:rPr lang="es-CL" sz="1529" b="1" noProof="0">
                <a:solidFill>
                  <a:srgbClr val="111111"/>
                </a:solidFill>
                <a:latin typeface="Inter SemiBold"/>
                <a:ea typeface="Inter SemiBold"/>
                <a:cs typeface="Inter SemiBold"/>
                <a:sym typeface="Inter SemiBold"/>
              </a:rPr>
              <a:t>Puerta de enlace de servicios</a:t>
            </a:r>
            <a:r>
              <a:rPr lang="es-CL" sz="1338" b="1" noProof="0">
                <a:solidFill>
                  <a:srgbClr val="606060"/>
                </a:solidFill>
                <a:latin typeface="Inter"/>
                <a:ea typeface="Inter"/>
                <a:cs typeface="Inter"/>
                <a:sym typeface="Inter"/>
              </a:rPr>
              <a:t>  ·  valida las solicitudes</a:t>
            </a:r>
          </a:p>
        </p:txBody>
      </p:sp>
      <p:sp>
        <p:nvSpPr>
          <p:cNvPr id="475" name="Google Shape;475;p9"/>
          <p:cNvSpPr/>
          <p:nvPr/>
        </p:nvSpPr>
        <p:spPr>
          <a:xfrm>
            <a:off x="1448700" y="4682916"/>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4   </a:t>
            </a:r>
            <a:r>
              <a:rPr lang="es-CL" sz="1529" b="1" noProof="0">
                <a:solidFill>
                  <a:srgbClr val="111111"/>
                </a:solidFill>
                <a:latin typeface="Inter SemiBold"/>
                <a:ea typeface="Inter SemiBold"/>
                <a:cs typeface="Inter SemiBold"/>
                <a:sym typeface="Inter SemiBold"/>
              </a:rPr>
              <a:t>Lógica de negocio</a:t>
            </a:r>
            <a:r>
              <a:rPr lang="es-CL" sz="1338" b="1" noProof="0">
                <a:solidFill>
                  <a:srgbClr val="606060"/>
                </a:solidFill>
                <a:latin typeface="Inter"/>
                <a:ea typeface="Inter"/>
                <a:cs typeface="Inter"/>
                <a:sym typeface="Inter"/>
              </a:rPr>
              <a:t>  ·  aplica las reglas de M1–M12 en Laravel</a:t>
            </a:r>
          </a:p>
        </p:txBody>
      </p:sp>
      <p:sp>
        <p:nvSpPr>
          <p:cNvPr id="476" name="Google Shape;476;p9"/>
          <p:cNvSpPr/>
          <p:nvPr/>
        </p:nvSpPr>
        <p:spPr>
          <a:xfrm>
            <a:off x="1448700" y="5859958"/>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5   </a:t>
            </a:r>
            <a:r>
              <a:rPr lang="es-CL" sz="1529" b="1" noProof="0">
                <a:solidFill>
                  <a:srgbClr val="111111"/>
                </a:solidFill>
                <a:latin typeface="Inter SemiBold"/>
                <a:ea typeface="Inter SemiBold"/>
                <a:cs typeface="Inter SemiBold"/>
                <a:sym typeface="Inter SemiBold"/>
              </a:rPr>
              <a:t>Integración y eventos</a:t>
            </a:r>
            <a:r>
              <a:rPr lang="es-CL" sz="1338" b="1" noProof="0">
                <a:solidFill>
                  <a:srgbClr val="606060"/>
                </a:solidFill>
                <a:latin typeface="Inter"/>
                <a:ea typeface="Inter"/>
                <a:cs typeface="Inter"/>
                <a:sym typeface="Inter"/>
              </a:rPr>
              <a:t>  ·  conserva y distribuye eventos</a:t>
            </a:r>
          </a:p>
        </p:txBody>
      </p:sp>
      <p:sp>
        <p:nvSpPr>
          <p:cNvPr id="477" name="Google Shape;477;p9"/>
          <p:cNvSpPr/>
          <p:nvPr/>
        </p:nvSpPr>
        <p:spPr>
          <a:xfrm>
            <a:off x="1448700" y="6709049"/>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6   </a:t>
            </a:r>
            <a:r>
              <a:rPr lang="es-CL" sz="1529" b="1" noProof="0">
                <a:solidFill>
                  <a:srgbClr val="111111"/>
                </a:solidFill>
                <a:latin typeface="Inter SemiBold"/>
                <a:ea typeface="Inter SemiBold"/>
                <a:cs typeface="Inter SemiBold"/>
                <a:sym typeface="Inter SemiBold"/>
              </a:rPr>
              <a:t>Acceso a datos</a:t>
            </a:r>
            <a:r>
              <a:rPr lang="es-CL" sz="1338" b="1" noProof="0">
                <a:solidFill>
                  <a:srgbClr val="606060"/>
                </a:solidFill>
                <a:latin typeface="Inter"/>
                <a:ea typeface="Inter"/>
                <a:cs typeface="Inter"/>
                <a:sym typeface="Inter"/>
              </a:rPr>
              <a:t>  ·  administra la persistencia</a:t>
            </a:r>
          </a:p>
        </p:txBody>
      </p:sp>
      <p:sp>
        <p:nvSpPr>
          <p:cNvPr id="478" name="Google Shape;478;p9"/>
          <p:cNvSpPr/>
          <p:nvPr/>
        </p:nvSpPr>
        <p:spPr>
          <a:xfrm>
            <a:off x="1448700" y="8158047"/>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7   </a:t>
            </a:r>
            <a:r>
              <a:rPr lang="es-CL" sz="1529" b="1" noProof="0">
                <a:solidFill>
                  <a:srgbClr val="111111"/>
                </a:solidFill>
                <a:latin typeface="Inter SemiBold"/>
                <a:ea typeface="Inter SemiBold"/>
                <a:cs typeface="Inter SemiBold"/>
                <a:sym typeface="Inter SemiBold"/>
              </a:rPr>
              <a:t>Seguridad</a:t>
            </a:r>
            <a:r>
              <a:rPr lang="es-CL" sz="1338" b="1" noProof="0">
                <a:solidFill>
                  <a:srgbClr val="606060"/>
                </a:solidFill>
                <a:latin typeface="Inter"/>
                <a:ea typeface="Inter"/>
                <a:cs typeface="Inter"/>
                <a:sym typeface="Inter"/>
              </a:rPr>
              <a:t>  ·  transversal a todas las capas</a:t>
            </a:r>
          </a:p>
        </p:txBody>
      </p:sp>
      <p:sp>
        <p:nvSpPr>
          <p:cNvPr id="479" name="Google Shape;479;p9"/>
          <p:cNvSpPr/>
          <p:nvPr/>
        </p:nvSpPr>
        <p:spPr>
          <a:xfrm>
            <a:off x="1448700" y="873518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8   </a:t>
            </a:r>
            <a:r>
              <a:rPr lang="es-CL" sz="1529" b="1" noProof="0" err="1">
                <a:solidFill>
                  <a:srgbClr val="111111"/>
                </a:solidFill>
                <a:latin typeface="Inter SemiBold"/>
                <a:ea typeface="Inter SemiBold"/>
                <a:cs typeface="Inter SemiBold"/>
                <a:sym typeface="Inter SemiBold"/>
              </a:rPr>
              <a:t>Observabilidad</a:t>
            </a:r>
            <a:r>
              <a:rPr lang="es-CL" sz="1338" b="1" noProof="0">
                <a:solidFill>
                  <a:srgbClr val="606060"/>
                </a:solidFill>
                <a:latin typeface="Inter"/>
                <a:ea typeface="Inter"/>
                <a:cs typeface="Inter"/>
                <a:sym typeface="Inter"/>
              </a:rPr>
              <a:t>  ·  transversal a todas las capas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3" name="!!deco_7e767073_1">
            <a:extLst>
              <a:ext uri="{FF2B5EF4-FFF2-40B4-BE49-F238E27FC236}">
                <a16:creationId xmlns:a16="http://schemas.microsoft.com/office/drawing/2014/main" id="{9D34E8CE-C892-80BE-D30D-C67C2A1E5B55}"/>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09</a:t>
            </a:r>
          </a:p>
        </p:txBody>
      </p:sp>
      <p:sp>
        <p:nvSpPr>
          <p:cNvPr id="48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1. Presentación</a:t>
            </a:r>
            <a:endParaRPr lang="es-CL" noProof="0"/>
          </a:p>
        </p:txBody>
      </p:sp>
      <p:sp>
        <p:nvSpPr>
          <p:cNvPr id="48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48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1 de 8</a:t>
            </a:r>
            <a:endParaRPr lang="es-CL" noProof="0"/>
          </a:p>
        </p:txBody>
      </p:sp>
      <p:sp>
        <p:nvSpPr>
          <p:cNvPr id="48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Aplicaciones, portales y dispositivos de cada actor</a:t>
            </a:r>
            <a:endParaRPr lang="es-CL" noProof="0"/>
          </a:p>
        </p:txBody>
      </p:sp>
      <p:pic>
        <p:nvPicPr>
          <p:cNvPr id="49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pic>
        <p:nvPicPr>
          <p:cNvPr id="493" name="Google Shape;493;hc7cc306779174be_1_3" descr="!!ARQL-layer-2"/>
          <p:cNvPicPr preferRelativeResize="0"/>
          <p:nvPr/>
        </p:nvPicPr>
        <p:blipFill rotWithShape="1">
          <a:blip r:embed="rId6">
            <a:alphaModFix amt="0"/>
          </a:blip>
          <a:srcRect/>
          <a:stretch/>
        </p:blipFill>
        <p:spPr>
          <a:xfrm>
            <a:off x="2296741" y="3090920"/>
            <a:ext cx="359518" cy="172708"/>
          </a:xfrm>
          <a:prstGeom prst="rect">
            <a:avLst/>
          </a:prstGeom>
          <a:noFill/>
          <a:ln>
            <a:noFill/>
          </a:ln>
        </p:spPr>
      </p:pic>
      <p:pic>
        <p:nvPicPr>
          <p:cNvPr id="494" name="Google Shape;494;hc7cc306779174be_1_3" descr="!!ARQL-layer-3"/>
          <p:cNvPicPr preferRelativeResize="0"/>
          <p:nvPr/>
        </p:nvPicPr>
        <p:blipFill rotWithShape="1">
          <a:blip r:embed="rId7">
            <a:alphaModFix amt="0"/>
          </a:blip>
          <a:srcRect/>
          <a:stretch/>
        </p:blipFill>
        <p:spPr>
          <a:xfrm>
            <a:off x="2326735" y="3263627"/>
            <a:ext cx="299532" cy="201493"/>
          </a:xfrm>
          <a:prstGeom prst="rect">
            <a:avLst/>
          </a:prstGeom>
          <a:noFill/>
          <a:ln>
            <a:noFill/>
          </a:ln>
        </p:spPr>
      </p:pic>
      <p:pic>
        <p:nvPicPr>
          <p:cNvPr id="495" name="Google Shape;495;hc7cc306779174be_1_3" descr="!!ARQL-layer-4"/>
          <p:cNvPicPr preferRelativeResize="0"/>
          <p:nvPr/>
        </p:nvPicPr>
        <p:blipFill rotWithShape="1">
          <a:blip r:embed="rId8">
            <a:alphaModFix amt="0"/>
          </a:blip>
          <a:srcRect/>
          <a:stretch/>
        </p:blipFill>
        <p:spPr>
          <a:xfrm>
            <a:off x="1968077" y="3465119"/>
            <a:ext cx="1016846" cy="575691"/>
          </a:xfrm>
          <a:prstGeom prst="rect">
            <a:avLst/>
          </a:prstGeom>
          <a:noFill/>
          <a:ln>
            <a:noFill/>
          </a:ln>
        </p:spPr>
      </p:pic>
      <p:pic>
        <p:nvPicPr>
          <p:cNvPr id="496" name="Google Shape;496;hc7cc306779174be_1_3" descr="!!ARQL-layer-5"/>
          <p:cNvPicPr preferRelativeResize="0"/>
          <p:nvPr/>
        </p:nvPicPr>
        <p:blipFill rotWithShape="1">
          <a:blip r:embed="rId9">
            <a:alphaModFix amt="0"/>
          </a:blip>
          <a:srcRect/>
          <a:stretch/>
        </p:blipFill>
        <p:spPr>
          <a:xfrm>
            <a:off x="2180924" y="4040810"/>
            <a:ext cx="591153" cy="287844"/>
          </a:xfrm>
          <a:prstGeom prst="rect">
            <a:avLst/>
          </a:prstGeom>
          <a:noFill/>
          <a:ln>
            <a:noFill/>
          </a:ln>
        </p:spPr>
      </p:pic>
      <p:pic>
        <p:nvPicPr>
          <p:cNvPr id="497" name="Google Shape;497;hc7cc306779174be_1_3" descr="!!ARQL-layer-6"/>
          <p:cNvPicPr preferRelativeResize="0"/>
          <p:nvPr/>
        </p:nvPicPr>
        <p:blipFill rotWithShape="1">
          <a:blip r:embed="rId10">
            <a:alphaModFix amt="0"/>
          </a:blip>
          <a:srcRect/>
          <a:stretch/>
        </p:blipFill>
        <p:spPr>
          <a:xfrm>
            <a:off x="2078416" y="4328655"/>
            <a:ext cx="796170" cy="518121"/>
          </a:xfrm>
          <a:prstGeom prst="rect">
            <a:avLst/>
          </a:prstGeom>
          <a:noFill/>
          <a:ln>
            <a:noFill/>
          </a:ln>
        </p:spPr>
      </p:pic>
      <p:pic>
        <p:nvPicPr>
          <p:cNvPr id="498" name="Google Shape;498;hc7cc306779174be_1_3" descr="!!ARQL-layer-7"/>
          <p:cNvPicPr preferRelativeResize="0"/>
          <p:nvPr/>
        </p:nvPicPr>
        <p:blipFill rotWithShape="1">
          <a:blip r:embed="rId11">
            <a:alphaModFix amt="0"/>
          </a:blip>
          <a:srcRect/>
          <a:stretch/>
        </p:blipFill>
        <p:spPr>
          <a:xfrm>
            <a:off x="2237586" y="4846777"/>
            <a:ext cx="477828" cy="230275"/>
          </a:xfrm>
          <a:prstGeom prst="rect">
            <a:avLst/>
          </a:prstGeom>
          <a:noFill/>
          <a:ln>
            <a:noFill/>
          </a:ln>
        </p:spPr>
      </p:pic>
      <p:pic>
        <p:nvPicPr>
          <p:cNvPr id="499" name="Google Shape;499;hc7cc306779174be_1_3" descr="!!ARQL-layer-8"/>
          <p:cNvPicPr preferRelativeResize="0"/>
          <p:nvPr/>
        </p:nvPicPr>
        <p:blipFill rotWithShape="1">
          <a:blip r:embed="rId12">
            <a:alphaModFix amt="0"/>
          </a:blip>
          <a:srcRect/>
          <a:stretch/>
        </p:blipFill>
        <p:spPr>
          <a:xfrm>
            <a:off x="2272993" y="5077054"/>
            <a:ext cx="407015" cy="230277"/>
          </a:xfrm>
          <a:prstGeom prst="rect">
            <a:avLst/>
          </a:prstGeom>
          <a:noFill/>
          <a:ln>
            <a:noFill/>
          </a:ln>
        </p:spPr>
      </p:pic>
      <p:pic>
        <p:nvPicPr>
          <p:cNvPr id="500" name="!!capaimg" descr="!!ARQL-layer-1" title="Capa 1. Presentación"/>
          <p:cNvPicPr preferRelativeResize="0"/>
          <p:nvPr/>
        </p:nvPicPr>
        <p:blipFill rotWithShape="1">
          <a:blip r:embed="rId13">
            <a:alphaModFix/>
          </a:blip>
          <a:srcRect t="3348" b="12745"/>
          <a:stretch/>
        </p:blipFill>
        <p:spPr>
          <a:xfrm>
            <a:off x="5840632" y="1691640"/>
            <a:ext cx="10721535" cy="7040880"/>
          </a:xfrm>
          <a:prstGeom prst="rect">
            <a:avLst/>
          </a:prstGeom>
          <a:noFill/>
          <a:ln w="12700">
            <a:solidFill>
              <a:srgbClr val="E4E4E4"/>
            </a:solid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3" name="!!deco_7e767073_1">
            <a:extLst>
              <a:ext uri="{FF2B5EF4-FFF2-40B4-BE49-F238E27FC236}">
                <a16:creationId xmlns:a16="http://schemas.microsoft.com/office/drawing/2014/main" id="{8A2C77C1-248E-D58C-CCA0-DCA505869DD4}"/>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10</a:t>
            </a:r>
          </a:p>
        </p:txBody>
      </p:sp>
      <p:sp>
        <p:nvSpPr>
          <p:cNvPr id="50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2. Borde y exposición</a:t>
            </a:r>
            <a:endParaRPr lang="es-CL" noProof="0"/>
          </a:p>
        </p:txBody>
      </p:sp>
      <p:pic>
        <p:nvPicPr>
          <p:cNvPr id="506"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08" name="!!capahl"/>
          <p:cNvSpPr/>
          <p:nvPr/>
        </p:nvSpPr>
        <p:spPr>
          <a:xfrm>
            <a:off x="809625" y="3052820"/>
            <a:ext cx="3333900" cy="2490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09"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2 de 8</a:t>
            </a:r>
            <a:endParaRPr lang="es-CL" noProof="0"/>
          </a:p>
        </p:txBody>
      </p:sp>
      <p:sp>
        <p:nvSpPr>
          <p:cNvPr id="510"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Protección de las entradas públicas, privadas y locales</a:t>
            </a:r>
            <a:endParaRPr lang="es-CL" noProof="0"/>
          </a:p>
        </p:txBody>
      </p:sp>
      <p:pic>
        <p:nvPicPr>
          <p:cNvPr id="511" name="Google Shape;511;hc7cc306779174be_10_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12" name="!!capaimg" descr="!!ARQL-layer-2"/>
          <p:cNvPicPr preferRelativeResize="0"/>
          <p:nvPr/>
        </p:nvPicPr>
        <p:blipFill rotWithShape="1">
          <a:blip r:embed="rId7">
            <a:alphaModFix/>
          </a:blip>
          <a:srcRect/>
          <a:stretch/>
        </p:blipFill>
        <p:spPr>
          <a:xfrm>
            <a:off x="4846320" y="1691640"/>
            <a:ext cx="12710159" cy="6105765"/>
          </a:xfrm>
          <a:prstGeom prst="rect">
            <a:avLst/>
          </a:prstGeom>
          <a:noFill/>
          <a:ln w="12700">
            <a:solidFill>
              <a:srgbClr val="E4E4E4"/>
            </a:solidFill>
          </a:ln>
        </p:spPr>
      </p:pic>
      <p:pic>
        <p:nvPicPr>
          <p:cNvPr id="513" name="Google Shape;513;hc7cc306779174be_10_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14" name="Google Shape;514;hc7cc306779174be_10_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15" name="Google Shape;515;hc7cc306779174be_10_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16" name="Google Shape;516;hc7cc306779174be_10_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17" name="Google Shape;517;hc7cc306779174be_10_2"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18" name="Google Shape;518;hc7cc306779174be_10_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3" name="!!deco_7e767073_1">
            <a:extLst>
              <a:ext uri="{FF2B5EF4-FFF2-40B4-BE49-F238E27FC236}">
                <a16:creationId xmlns:a16="http://schemas.microsoft.com/office/drawing/2014/main" id="{6E6A1E67-3323-F4BD-3962-037B050FFC6F}"/>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11</a:t>
            </a:r>
          </a:p>
        </p:txBody>
      </p:sp>
      <p:sp>
        <p:nvSpPr>
          <p:cNvPr id="524"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3. Enlace de servicios</a:t>
            </a:r>
            <a:endParaRPr lang="es-CL" noProof="0"/>
          </a:p>
        </p:txBody>
      </p:sp>
      <p:pic>
        <p:nvPicPr>
          <p:cNvPr id="525"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27" name="!!capahl"/>
          <p:cNvSpPr/>
          <p:nvPr/>
        </p:nvSpPr>
        <p:spPr>
          <a:xfrm>
            <a:off x="809625" y="3225527"/>
            <a:ext cx="3333900" cy="2778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28"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3 de 8</a:t>
            </a:r>
            <a:endParaRPr lang="es-CL" noProof="0"/>
          </a:p>
        </p:txBody>
      </p:sp>
      <p:sp>
        <p:nvSpPr>
          <p:cNvPr id="529"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Validación de solicitudes y acceso local del WMS</a:t>
            </a:r>
            <a:endParaRPr lang="es-CL" noProof="0"/>
          </a:p>
        </p:txBody>
      </p:sp>
      <p:pic>
        <p:nvPicPr>
          <p:cNvPr id="530" name="Google Shape;530;hc7cc306779174be_10_5"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31" name="Google Shape;531;hc7cc306779174be_10_5"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8">
            <a:alphaModFix/>
          </a:blip>
          <a:srcRect t="7" b="31505"/>
          <a:stretch/>
        </p:blipFill>
        <p:spPr>
          <a:xfrm>
            <a:off x="4846320" y="1691640"/>
            <a:ext cx="12710159" cy="5856770"/>
          </a:xfrm>
          <a:prstGeom prst="rect">
            <a:avLst/>
          </a:prstGeom>
          <a:noFill/>
          <a:ln w="12700">
            <a:solidFill>
              <a:srgbClr val="E4E4E4"/>
            </a:solidFill>
          </a:ln>
        </p:spPr>
      </p:pic>
      <p:pic>
        <p:nvPicPr>
          <p:cNvPr id="533" name="Google Shape;533;hc7cc306779174be_10_5"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34" name="Google Shape;534;hc7cc306779174be_10_5"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35" name="Google Shape;535;hc7cc306779174be_10_5"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36" name="Google Shape;536;hc7cc306779174be_10_5"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37" name="Google Shape;537;hc7cc306779174be_10_5"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 name="!!deco_7e767073_1">
            <a:extLst>
              <a:ext uri="{FF2B5EF4-FFF2-40B4-BE49-F238E27FC236}">
                <a16:creationId xmlns:a16="http://schemas.microsoft.com/office/drawing/2014/main" id="{FA660EF0-661E-C72E-E8F1-A63487D8CDF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8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12</a:t>
            </a:r>
          </a:p>
        </p:txBody>
      </p:sp>
      <p:sp>
        <p:nvSpPr>
          <p:cNvPr id="543"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4. Lógica de negocio</a:t>
            </a:r>
            <a:endParaRPr lang="es-CL" noProof="0"/>
          </a:p>
        </p:txBody>
      </p:sp>
      <p:pic>
        <p:nvPicPr>
          <p:cNvPr id="544"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46" name="!!capahl"/>
          <p:cNvSpPr/>
          <p:nvPr/>
        </p:nvSpPr>
        <p:spPr>
          <a:xfrm>
            <a:off x="809625" y="3427019"/>
            <a:ext cx="3333900" cy="651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4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4 de 8</a:t>
            </a:r>
            <a:endParaRPr lang="es-CL" noProof="0"/>
          </a:p>
        </p:txBody>
      </p:sp>
      <p:sp>
        <p:nvSpPr>
          <p:cNvPr id="54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Reglas de negocio de los doce módulos Laravel</a:t>
            </a:r>
            <a:endParaRPr lang="es-CL" noProof="0"/>
          </a:p>
        </p:txBody>
      </p:sp>
      <p:pic>
        <p:nvPicPr>
          <p:cNvPr id="549" name="Google Shape;549;hc7cc306779174be_10_8"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50" name="Google Shape;550;hc7cc306779174be_10_8"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51" name="Google Shape;551;hc7cc306779174be_10_8"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52" name="!!capaimg" descr="!!ARQL-layer-4"/>
          <p:cNvPicPr preferRelativeResize="0"/>
          <p:nvPr/>
        </p:nvPicPr>
        <p:blipFill rotWithShape="1">
          <a:blip r:embed="rId9">
            <a:alphaModFix/>
          </a:blip>
          <a:srcRect/>
          <a:stretch/>
        </p:blipFill>
        <p:spPr>
          <a:xfrm>
            <a:off x="4983232" y="1691640"/>
            <a:ext cx="12436335" cy="7040880"/>
          </a:xfrm>
          <a:prstGeom prst="rect">
            <a:avLst/>
          </a:prstGeom>
          <a:noFill/>
          <a:ln w="12700">
            <a:solidFill>
              <a:srgbClr val="E4E4E4"/>
            </a:solidFill>
          </a:ln>
        </p:spPr>
      </p:pic>
      <p:pic>
        <p:nvPicPr>
          <p:cNvPr id="553" name="Google Shape;553;hc7cc306779174be_10_8"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54" name="Google Shape;554;hc7cc306779174be_10_8"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55" name="Google Shape;555;hc7cc306779174be_10_8"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56" name="Google Shape;556;hc7cc306779174be_10_8"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deco_7e767073_1">
            <a:extLst>
              <a:ext uri="{FF2B5EF4-FFF2-40B4-BE49-F238E27FC236}">
                <a16:creationId xmlns:a16="http://schemas.microsoft.com/office/drawing/2014/main" id="{772FE207-07B2-12AE-90AC-BBC788B7A27A}"/>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13</a:t>
            </a:r>
          </a:p>
        </p:txBody>
      </p:sp>
      <p:sp>
        <p:nvSpPr>
          <p:cNvPr id="562"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5. Integración y eventos</a:t>
            </a:r>
            <a:endParaRPr lang="es-CL" noProof="0"/>
          </a:p>
        </p:txBody>
      </p:sp>
      <p:pic>
        <p:nvPicPr>
          <p:cNvPr id="563"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65" name="!!capahl"/>
          <p:cNvSpPr/>
          <p:nvPr/>
        </p:nvSpPr>
        <p:spPr>
          <a:xfrm>
            <a:off x="809625" y="4002710"/>
            <a:ext cx="3333900" cy="363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66"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5 de 8</a:t>
            </a:r>
            <a:endParaRPr lang="es-CL" noProof="0"/>
          </a:p>
        </p:txBody>
      </p:sp>
      <p:sp>
        <p:nvSpPr>
          <p:cNvPr id="567"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Intercambio de eventos y continuidad de los sitios</a:t>
            </a:r>
            <a:endParaRPr lang="es-CL" noProof="0"/>
          </a:p>
        </p:txBody>
      </p:sp>
      <p:pic>
        <p:nvPicPr>
          <p:cNvPr id="568" name="Google Shape;568;hc7cc306779174be_10_11"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69" name="Google Shape;569;hc7cc306779174be_10_11"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70" name="Google Shape;570;hc7cc306779174be_10_11"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71" name="Google Shape;571;hc7cc306779174be_10_11"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72" name="!!capaimg" descr="!!ARQL-layer-5" title="Capa 5. Integración y eventos"/>
          <p:cNvPicPr preferRelativeResize="0"/>
          <p:nvPr/>
        </p:nvPicPr>
        <p:blipFill>
          <a:blip r:embed="rId10">
            <a:alphaModFix/>
          </a:blip>
          <a:stretch>
            <a:fillRect/>
          </a:stretch>
        </p:blipFill>
        <p:spPr>
          <a:xfrm>
            <a:off x="4846320" y="1691640"/>
            <a:ext cx="12710159" cy="6188869"/>
          </a:xfrm>
          <a:prstGeom prst="rect">
            <a:avLst/>
          </a:prstGeom>
          <a:noFill/>
          <a:ln w="12700">
            <a:solidFill>
              <a:srgbClr val="E4E4E4"/>
            </a:solidFill>
          </a:ln>
        </p:spPr>
      </p:pic>
      <p:pic>
        <p:nvPicPr>
          <p:cNvPr id="573" name="Google Shape;573;hc7cc306779174be_10_11"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74" name="Google Shape;574;hc7cc306779174be_10_11"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75" name="Google Shape;575;hc7cc306779174be_10_11"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3" name="!!deco_7e767073_1">
            <a:extLst>
              <a:ext uri="{FF2B5EF4-FFF2-40B4-BE49-F238E27FC236}">
                <a16:creationId xmlns:a16="http://schemas.microsoft.com/office/drawing/2014/main" id="{FECD422C-D9E2-E088-A7BE-D63D5CEE45E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14</a:t>
            </a:r>
          </a:p>
        </p:txBody>
      </p:sp>
      <p:sp>
        <p:nvSpPr>
          <p:cNvPr id="581"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6. Acceso a datos</a:t>
            </a:r>
            <a:endParaRPr lang="es-CL" noProof="0"/>
          </a:p>
        </p:txBody>
      </p:sp>
      <p:pic>
        <p:nvPicPr>
          <p:cNvPr id="582"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84" name="!!capahl"/>
          <p:cNvSpPr/>
          <p:nvPr/>
        </p:nvSpPr>
        <p:spPr>
          <a:xfrm>
            <a:off x="809625" y="4290555"/>
            <a:ext cx="3333900" cy="594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85"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6 de 8</a:t>
            </a:r>
            <a:endParaRPr lang="es-CL" noProof="0"/>
          </a:p>
        </p:txBody>
      </p:sp>
      <p:sp>
        <p:nvSpPr>
          <p:cNvPr id="586"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Propiedad de los datos y persistencia híbrida</a:t>
            </a:r>
            <a:endParaRPr lang="es-CL" noProof="0"/>
          </a:p>
        </p:txBody>
      </p:sp>
      <p:pic>
        <p:nvPicPr>
          <p:cNvPr id="587" name="Google Shape;587;hc7cc306779174be_10_74"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88" name="Google Shape;588;hc7cc306779174be_10_74"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89" name="Google Shape;589;hc7cc306779174be_10_74"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90" name="Google Shape;590;hc7cc306779174be_10_74"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91" name="Google Shape;591;hc7cc306779174be_10_74"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92" name="!!capaimg" descr="!!ARQL-layer-6"/>
          <p:cNvPicPr preferRelativeResize="0"/>
          <p:nvPr/>
        </p:nvPicPr>
        <p:blipFill rotWithShape="1">
          <a:blip r:embed="rId11">
            <a:alphaModFix/>
          </a:blip>
          <a:srcRect/>
          <a:stretch/>
        </p:blipFill>
        <p:spPr>
          <a:xfrm>
            <a:off x="5791740" y="1691640"/>
            <a:ext cx="10819319" cy="7040880"/>
          </a:xfrm>
          <a:prstGeom prst="rect">
            <a:avLst/>
          </a:prstGeom>
          <a:noFill/>
          <a:ln w="12700">
            <a:solidFill>
              <a:srgbClr val="E4E4E4"/>
            </a:solidFill>
          </a:ln>
        </p:spPr>
      </p:pic>
      <p:pic>
        <p:nvPicPr>
          <p:cNvPr id="593" name="Google Shape;593;hc7cc306779174be_10_74"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94" name="Google Shape;594;hc7cc306779174be_10_74"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3" name="!!deco_7e767073_1">
            <a:extLst>
              <a:ext uri="{FF2B5EF4-FFF2-40B4-BE49-F238E27FC236}">
                <a16:creationId xmlns:a16="http://schemas.microsoft.com/office/drawing/2014/main" id="{B345DCB2-75F0-3394-4B81-CE5AEC799C19}"/>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15</a:t>
            </a:r>
          </a:p>
        </p:txBody>
      </p:sp>
      <p:sp>
        <p:nvSpPr>
          <p:cNvPr id="600"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7. Seguridad transversal</a:t>
            </a:r>
            <a:endParaRPr lang="es-CL" noProof="0"/>
          </a:p>
        </p:txBody>
      </p:sp>
      <p:pic>
        <p:nvPicPr>
          <p:cNvPr id="601"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03" name="!!capahl"/>
          <p:cNvSpPr/>
          <p:nvPr/>
        </p:nvSpPr>
        <p:spPr>
          <a:xfrm>
            <a:off x="809625" y="4808677"/>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04"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7 de 8</a:t>
            </a:r>
            <a:endParaRPr lang="es-CL" noProof="0"/>
          </a:p>
        </p:txBody>
      </p:sp>
      <p:sp>
        <p:nvSpPr>
          <p:cNvPr id="605"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Identidad y autorización en todas las capas</a:t>
            </a:r>
            <a:endParaRPr lang="es-CL" noProof="0"/>
          </a:p>
        </p:txBody>
      </p:sp>
      <p:pic>
        <p:nvPicPr>
          <p:cNvPr id="606" name="Google Shape;606;hc7cc306779174be_10_9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07" name="Google Shape;607;hc7cc306779174be_10_92"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08" name="Google Shape;608;hc7cc306779174be_10_9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09" name="Google Shape;609;hc7cc306779174be_10_9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10" name="Google Shape;610;hc7cc306779174be_10_9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11" name="Google Shape;611;hc7cc306779174be_10_9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12" name="!!capaimg" descr="!!ARQL-layer-7"/>
          <p:cNvPicPr preferRelativeResize="0"/>
          <p:nvPr/>
        </p:nvPicPr>
        <p:blipFill rotWithShape="1">
          <a:blip r:embed="rId12">
            <a:alphaModFix/>
          </a:blip>
          <a:srcRect/>
          <a:stretch/>
        </p:blipFill>
        <p:spPr>
          <a:xfrm>
            <a:off x="4846320" y="1691640"/>
            <a:ext cx="12710159" cy="6125319"/>
          </a:xfrm>
          <a:prstGeom prst="rect">
            <a:avLst/>
          </a:prstGeom>
          <a:noFill/>
          <a:ln w="12700">
            <a:solidFill>
              <a:srgbClr val="E4E4E4"/>
            </a:solidFill>
          </a:ln>
        </p:spPr>
      </p:pic>
      <p:pic>
        <p:nvPicPr>
          <p:cNvPr id="613" name="Google Shape;613;hc7cc306779174be_10_9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3" name="!!deco_7e767073_1">
            <a:extLst>
              <a:ext uri="{FF2B5EF4-FFF2-40B4-BE49-F238E27FC236}">
                <a16:creationId xmlns:a16="http://schemas.microsoft.com/office/drawing/2014/main" id="{F9C06234-46B7-E085-5485-50BD0751C5C1}"/>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6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16</a:t>
            </a:r>
          </a:p>
        </p:txBody>
      </p:sp>
      <p:sp>
        <p:nvSpPr>
          <p:cNvPr id="619"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8. </a:t>
            </a:r>
            <a:r>
              <a:rPr lang="es-CL" sz="5400" b="1" i="0" u="none" strike="noStrike" cap="none" noProof="0" err="1">
                <a:solidFill>
                  <a:srgbClr val="111111"/>
                </a:solidFill>
                <a:latin typeface="Inter SemiBold"/>
                <a:ea typeface="Inter"/>
                <a:cs typeface="Inter"/>
                <a:sym typeface="Inter"/>
              </a:rPr>
              <a:t>Observabilidad</a:t>
            </a:r>
            <a:r>
              <a:rPr lang="es-CL" sz="5400" b="1" i="0" u="none" strike="noStrike" cap="none" noProof="0">
                <a:solidFill>
                  <a:srgbClr val="111111"/>
                </a:solidFill>
                <a:latin typeface="Inter SemiBold"/>
                <a:ea typeface="Inter"/>
                <a:cs typeface="Inter"/>
                <a:sym typeface="Inter"/>
              </a:rPr>
              <a:t> transversal</a:t>
            </a:r>
            <a:endParaRPr lang="es-CL" noProof="0"/>
          </a:p>
        </p:txBody>
      </p:sp>
      <p:pic>
        <p:nvPicPr>
          <p:cNvPr id="62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22" name="!!capahl"/>
          <p:cNvSpPr/>
          <p:nvPr/>
        </p:nvSpPr>
        <p:spPr>
          <a:xfrm>
            <a:off x="809625" y="5038954"/>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23"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8 de 8</a:t>
            </a:r>
            <a:endParaRPr lang="es-CL" noProof="0"/>
          </a:p>
        </p:txBody>
      </p:sp>
      <p:sp>
        <p:nvSpPr>
          <p:cNvPr id="624"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Correlación y seguimiento de la operación</a:t>
            </a:r>
            <a:endParaRPr lang="es-CL" noProof="0"/>
          </a:p>
        </p:txBody>
      </p:sp>
      <p:pic>
        <p:nvPicPr>
          <p:cNvPr id="625" name="Google Shape;625;hc7cc306779174be_10_110"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26" name="Google Shape;626;hc7cc306779174be_10_110"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27" name="Google Shape;627;hc7cc306779174be_10_110"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28" name="Google Shape;628;hc7cc306779174be_10_110"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29" name="Google Shape;629;hc7cc306779174be_10_110"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30" name="Google Shape;630;hc7cc306779174be_10_110"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31" name="Google Shape;631;hc7cc306779174be_10_110"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632" name="!!capaimg" descr="!!ARQL-layer-8"/>
          <p:cNvPicPr preferRelativeResize="0"/>
          <p:nvPr/>
        </p:nvPicPr>
        <p:blipFill rotWithShape="1">
          <a:blip r:embed="rId13">
            <a:alphaModFix/>
          </a:blip>
          <a:srcRect/>
          <a:stretch/>
        </p:blipFill>
        <p:spPr>
          <a:xfrm>
            <a:off x="4979003" y="1691640"/>
            <a:ext cx="12444792" cy="7040880"/>
          </a:xfrm>
          <a:prstGeom prst="rect">
            <a:avLst/>
          </a:prstGeom>
          <a:noFill/>
          <a:ln w="12700">
            <a:solidFill>
              <a:srgbClr val="E4E4E4"/>
            </a:solid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1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17</a:t>
            </a:r>
          </a:p>
        </p:txBody>
      </p:sp>
      <p:sp>
        <p:nvSpPr>
          <p:cNvPr id="639" name="!!title"/>
          <p:cNvSpPr txBox="1"/>
          <p:nvPr/>
        </p:nvSpPr>
        <p:spPr>
          <a:xfrm>
            <a:off x="2286000" y="-3419"/>
            <a:ext cx="13716000" cy="82296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física</a:t>
            </a:r>
            <a:endParaRPr lang="es-CL" noProof="0"/>
          </a:p>
        </p:txBody>
      </p:sp>
      <p:pic>
        <p:nvPicPr>
          <p:cNvPr id="643" name="Google Shape;643;p10" descr="Figura 14. Vista general de la arquitectura física híbrida (Subdocumento 4)"/>
          <p:cNvPicPr preferRelativeResize="0"/>
          <p:nvPr/>
        </p:nvPicPr>
        <p:blipFill rotWithShape="1">
          <a:blip r:embed="rId4">
            <a:alphaModFix/>
          </a:blip>
          <a:srcRect/>
          <a:stretch/>
        </p:blipFill>
        <p:spPr>
          <a:xfrm>
            <a:off x="1074871" y="1417320"/>
            <a:ext cx="16138256" cy="8046719"/>
          </a:xfrm>
          <a:prstGeom prst="rect">
            <a:avLst/>
          </a:prstGeom>
          <a:noFill/>
          <a:ln w="12700">
            <a:solidFill>
              <a:srgbClr val="E4E4E4"/>
            </a:solid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Cómo se divide el proyecto</a:t>
            </a:r>
            <a:endParaRPr lang="es-CL" noProof="0"/>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0" noProof="0">
                <a:solidFill>
                  <a:srgbClr val="606060"/>
                </a:solidFill>
                <a:latin typeface="Inter"/>
                <a:ea typeface="Inter"/>
                <a:cs typeface="Inter"/>
                <a:sym typeface="Inter"/>
              </a:rPr>
              <a:t>2 etapas + operación</a:t>
            </a:r>
            <a:br>
              <a:rPr lang="es-CL" sz="2600" b="0" noProof="0">
                <a:solidFill>
                  <a:srgbClr val="606060"/>
                </a:solidFill>
                <a:latin typeface="Inter"/>
                <a:ea typeface="Inter"/>
                <a:cs typeface="Inter"/>
                <a:sym typeface="Inter"/>
              </a:rPr>
            </a:br>
            <a:r>
              <a:rPr lang="es-CL" sz="2600" b="0" noProof="0">
                <a:solidFill>
                  <a:srgbClr val="606060"/>
                </a:solidFill>
                <a:latin typeface="Inter"/>
                <a:ea typeface="Inter"/>
                <a:cs typeface="Inter"/>
                <a:sym typeface="Inter"/>
              </a:rPr>
              <a:t>8 frentes con responsable</a:t>
            </a:r>
            <a:endParaRPr lang="es-CL" noProof="0"/>
          </a:p>
        </p:txBody>
      </p:sp>
      <p:sp>
        <p:nvSpPr>
          <p:cNvPr id="1519" name="Google Shape;1519;p24"/>
          <p:cNvSpPr txBox="1"/>
          <p:nvPr/>
        </p:nvSpPr>
        <p:spPr>
          <a:xfrm>
            <a:off x="1499616" y="5486400"/>
            <a:ext cx="566928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Solapes: meses 13–15 y 19–20</a:t>
            </a:r>
            <a:endParaRPr lang="es-CL" noProof="0"/>
          </a:p>
        </p:txBody>
      </p:sp>
      <p:sp>
        <p:nvSpPr>
          <p:cNvPr id="1520" name="Google Shape;1520;p24"/>
          <p:cNvSpPr/>
          <p:nvPr/>
        </p:nvSpPr>
        <p:spPr>
          <a:xfrm>
            <a:off x="12076611" y="1188720"/>
            <a:ext cx="367392"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BLOQUES</a:t>
            </a:r>
            <a:endParaRPr lang="es-CL" noProof="0"/>
          </a:p>
        </p:txBody>
      </p:sp>
      <p:sp>
        <p:nvSpPr>
          <p:cNvPr id="1523" name="Google Shape;1523;p24"/>
          <p:cNvSpPr txBox="1"/>
          <p:nvPr/>
        </p:nvSpPr>
        <p:spPr>
          <a:xfrm>
            <a:off x="7680960" y="1463040"/>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1</a:t>
            </a:r>
            <a:endParaRPr lang="es-CL" noProof="0"/>
          </a:p>
        </p:txBody>
      </p:sp>
      <p:sp>
        <p:nvSpPr>
          <p:cNvPr id="1524" name="Google Shape;1524;p24"/>
          <p:cNvSpPr/>
          <p:nvPr/>
        </p:nvSpPr>
        <p:spPr>
          <a:xfrm>
            <a:off x="10607040" y="1463040"/>
            <a:ext cx="1959428" cy="411480"/>
          </a:xfrm>
          <a:prstGeom prst="roundRect">
            <a:avLst>
              <a:gd name="adj" fmla="val 3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m1–16</a:t>
            </a:r>
            <a:endParaRPr lang="es-CL" noProof="0"/>
          </a:p>
        </p:txBody>
      </p:sp>
      <p:sp>
        <p:nvSpPr>
          <p:cNvPr id="1525" name="Google Shape;1525;p24"/>
          <p:cNvSpPr txBox="1"/>
          <p:nvPr/>
        </p:nvSpPr>
        <p:spPr>
          <a:xfrm>
            <a:off x="7680960" y="1993392"/>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2</a:t>
            </a:r>
            <a:endParaRPr lang="es-CL" noProof="0"/>
          </a:p>
        </p:txBody>
      </p:sp>
      <p:sp>
        <p:nvSpPr>
          <p:cNvPr id="1526" name="Google Shape;1526;p24"/>
          <p:cNvSpPr/>
          <p:nvPr/>
        </p:nvSpPr>
        <p:spPr>
          <a:xfrm>
            <a:off x="12076611" y="1993392"/>
            <a:ext cx="1102178" cy="411480"/>
          </a:xfrm>
          <a:prstGeom prst="roundRect">
            <a:avLst>
              <a:gd name="adj" fmla="val 30000"/>
            </a:avLst>
          </a:prstGeom>
          <a:solidFill>
            <a:srgbClr val="F29A5E"/>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m13–21</a:t>
            </a:r>
            <a:endParaRPr lang="es-CL" noProof="0"/>
          </a:p>
        </p:txBody>
      </p:sp>
      <p:sp>
        <p:nvSpPr>
          <p:cNvPr id="1527" name="Google Shape;1527;p24"/>
          <p:cNvSpPr txBox="1"/>
          <p:nvPr/>
        </p:nvSpPr>
        <p:spPr>
          <a:xfrm>
            <a:off x="7680960" y="2523744"/>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Operación</a:t>
            </a:r>
            <a:endParaRPr lang="es-CL" noProof="0"/>
          </a:p>
        </p:txBody>
      </p:sp>
      <p:sp>
        <p:nvSpPr>
          <p:cNvPr id="1528" name="Google Shape;1528;p24"/>
          <p:cNvSpPr/>
          <p:nvPr/>
        </p:nvSpPr>
        <p:spPr>
          <a:xfrm>
            <a:off x="13056325" y="2523744"/>
            <a:ext cx="4408714" cy="411480"/>
          </a:xfrm>
          <a:prstGeom prst="roundRect">
            <a:avLst>
              <a:gd name="adj" fmla="val 3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m21–56</a:t>
            </a:r>
            <a:endParaRPr lang="es-CL" noProof="0"/>
          </a:p>
        </p:txBody>
      </p:sp>
      <p:sp>
        <p:nvSpPr>
          <p:cNvPr id="1529" name="Google Shape;1529;p24"/>
          <p:cNvSpPr txBox="1"/>
          <p:nvPr/>
        </p:nvSpPr>
        <p:spPr>
          <a:xfrm>
            <a:off x="7680960" y="31546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FRENTES</a:t>
            </a:r>
            <a:endParaRPr lang="es-CL" noProof="0"/>
          </a:p>
        </p:txBody>
      </p:sp>
      <p:sp>
        <p:nvSpPr>
          <p:cNvPr id="1530" name="Google Shape;1530;p24"/>
          <p:cNvSpPr txBox="1"/>
          <p:nvPr/>
        </p:nvSpPr>
        <p:spPr>
          <a:xfrm>
            <a:off x="7680960" y="348386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F1 Dirección</a:t>
            </a:r>
            <a:endParaRPr lang="es-CL" noProof="0"/>
          </a:p>
        </p:txBody>
      </p:sp>
      <p:sp>
        <p:nvSpPr>
          <p:cNvPr id="1531" name="Google Shape;1531;p24"/>
          <p:cNvSpPr txBox="1"/>
          <p:nvPr/>
        </p:nvSpPr>
        <p:spPr>
          <a:xfrm>
            <a:off x="7680960" y="376732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Jefe de Proyecto</a:t>
            </a:r>
            <a:endParaRPr lang="es-CL" noProof="0"/>
          </a:p>
        </p:txBody>
      </p:sp>
      <p:sp>
        <p:nvSpPr>
          <p:cNvPr id="1532" name="Google Shape;1532;p24"/>
          <p:cNvSpPr/>
          <p:nvPr/>
        </p:nvSpPr>
        <p:spPr>
          <a:xfrm>
            <a:off x="10607040" y="3593592"/>
            <a:ext cx="685800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F2 Arquitectura</a:t>
            </a:r>
            <a:endParaRPr lang="es-CL" noProof="0"/>
          </a:p>
        </p:txBody>
      </p:sp>
      <p:sp>
        <p:nvSpPr>
          <p:cNvPr id="1534" name="Google Shape;1534;p24"/>
          <p:cNvSpPr txBox="1"/>
          <p:nvPr/>
        </p:nvSpPr>
        <p:spPr>
          <a:xfrm>
            <a:off x="7680960" y="4389120"/>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Arquitecto de Solución</a:t>
            </a:r>
            <a:endParaRPr lang="es-CL" noProof="0"/>
          </a:p>
        </p:txBody>
      </p:sp>
      <p:sp>
        <p:nvSpPr>
          <p:cNvPr id="1535" name="Google Shape;1535;p24"/>
          <p:cNvSpPr/>
          <p:nvPr/>
        </p:nvSpPr>
        <p:spPr>
          <a:xfrm>
            <a:off x="10607040" y="4215384"/>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F3 Construcción E1</a:t>
            </a:r>
            <a:endParaRPr lang="es-CL" noProof="0"/>
          </a:p>
        </p:txBody>
      </p:sp>
      <p:sp>
        <p:nvSpPr>
          <p:cNvPr id="1537" name="Google Shape;1537;p24"/>
          <p:cNvSpPr txBox="1"/>
          <p:nvPr/>
        </p:nvSpPr>
        <p:spPr>
          <a:xfrm>
            <a:off x="7680960" y="501091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38" name="Google Shape;1538;p24"/>
          <p:cNvSpPr/>
          <p:nvPr/>
        </p:nvSpPr>
        <p:spPr>
          <a:xfrm>
            <a:off x="10607040" y="4837176"/>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F4 Construcción E2</a:t>
            </a:r>
            <a:endParaRPr lang="es-CL" noProof="0"/>
          </a:p>
        </p:txBody>
      </p:sp>
      <p:sp>
        <p:nvSpPr>
          <p:cNvPr id="1540" name="Google Shape;1540;p24"/>
          <p:cNvSpPr txBox="1"/>
          <p:nvPr/>
        </p:nvSpPr>
        <p:spPr>
          <a:xfrm>
            <a:off x="7680960" y="5632704"/>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41" name="Google Shape;1541;p24"/>
          <p:cNvSpPr/>
          <p:nvPr/>
        </p:nvSpPr>
        <p:spPr>
          <a:xfrm>
            <a:off x="12076611" y="5458968"/>
            <a:ext cx="979714"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F5 Plataforma</a:t>
            </a:r>
            <a:endParaRPr lang="es-CL" noProof="0"/>
          </a:p>
        </p:txBody>
      </p:sp>
      <p:sp>
        <p:nvSpPr>
          <p:cNvPr id="1543" name="Google Shape;1543;p24"/>
          <p:cNvSpPr txBox="1"/>
          <p:nvPr/>
        </p:nvSpPr>
        <p:spPr>
          <a:xfrm>
            <a:off x="7680960" y="6254496"/>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44" name="Google Shape;1544;p24"/>
          <p:cNvSpPr/>
          <p:nvPr/>
        </p:nvSpPr>
        <p:spPr>
          <a:xfrm>
            <a:off x="10607040" y="6080760"/>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F6 Calidad</a:t>
            </a:r>
            <a:endParaRPr lang="es-CL" noProof="0"/>
          </a:p>
        </p:txBody>
      </p:sp>
      <p:sp>
        <p:nvSpPr>
          <p:cNvPr id="1546" name="Google Shape;1546;p24"/>
          <p:cNvSpPr txBox="1"/>
          <p:nvPr/>
        </p:nvSpPr>
        <p:spPr>
          <a:xfrm>
            <a:off x="7680960" y="687628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Calidad</a:t>
            </a:r>
            <a:endParaRPr lang="es-CL" noProof="0"/>
          </a:p>
        </p:txBody>
      </p:sp>
      <p:sp>
        <p:nvSpPr>
          <p:cNvPr id="1547" name="Google Shape;1547;p24"/>
          <p:cNvSpPr/>
          <p:nvPr/>
        </p:nvSpPr>
        <p:spPr>
          <a:xfrm>
            <a:off x="10607040" y="6702552"/>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F7 Implantación</a:t>
            </a:r>
            <a:endParaRPr lang="es-CL" noProof="0"/>
          </a:p>
        </p:txBody>
      </p:sp>
      <p:sp>
        <p:nvSpPr>
          <p:cNvPr id="1549" name="Google Shape;1549;p24"/>
          <p:cNvSpPr txBox="1"/>
          <p:nvPr/>
        </p:nvSpPr>
        <p:spPr>
          <a:xfrm>
            <a:off x="7680960" y="7498079"/>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Implantación</a:t>
            </a:r>
            <a:endParaRPr lang="es-CL" noProof="0"/>
          </a:p>
        </p:txBody>
      </p:sp>
      <p:sp>
        <p:nvSpPr>
          <p:cNvPr id="1550" name="Google Shape;1550;p24"/>
          <p:cNvSpPr/>
          <p:nvPr/>
        </p:nvSpPr>
        <p:spPr>
          <a:xfrm>
            <a:off x="11586754" y="7324344"/>
            <a:ext cx="159203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F8 Operación</a:t>
            </a:r>
            <a:endParaRPr lang="es-CL" noProof="0"/>
          </a:p>
        </p:txBody>
      </p:sp>
      <p:sp>
        <p:nvSpPr>
          <p:cNvPr id="1552" name="Google Shape;1552;p24"/>
          <p:cNvSpPr txBox="1"/>
          <p:nvPr/>
        </p:nvSpPr>
        <p:spPr>
          <a:xfrm>
            <a:off x="7680960" y="811987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53" name="Google Shape;1553;p24"/>
          <p:cNvSpPr/>
          <p:nvPr/>
        </p:nvSpPr>
        <p:spPr>
          <a:xfrm>
            <a:off x="13056325" y="7946136"/>
            <a:ext cx="4408714" cy="384048"/>
          </a:xfrm>
          <a:prstGeom prst="roundRect">
            <a:avLst>
              <a:gd name="adj" fmla="val 3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a:t>
            </a:r>
            <a:endParaRPr lang="es-CL" noProof="0"/>
          </a:p>
        </p:txBody>
      </p:sp>
      <p:sp>
        <p:nvSpPr>
          <p:cNvPr id="1555" name="Google Shape;1555;p24"/>
          <p:cNvSpPr txBox="1"/>
          <p:nvPr/>
        </p:nvSpPr>
        <p:spPr>
          <a:xfrm>
            <a:off x="11756571"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m13</a:t>
            </a:r>
            <a:endParaRPr lang="es-CL" noProof="0"/>
          </a:p>
        </p:txBody>
      </p:sp>
      <p:sp>
        <p:nvSpPr>
          <p:cNvPr id="1556" name="Google Shape;1556;p24"/>
          <p:cNvSpPr txBox="1"/>
          <p:nvPr/>
        </p:nvSpPr>
        <p:spPr>
          <a:xfrm>
            <a:off x="1273628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m21</a:t>
            </a:r>
            <a:endParaRPr lang="es-CL" noProof="0"/>
          </a:p>
        </p:txBody>
      </p:sp>
      <p:sp>
        <p:nvSpPr>
          <p:cNvPr id="1557" name="Google Shape;1557;p24"/>
          <p:cNvSpPr txBox="1"/>
          <p:nvPr/>
        </p:nvSpPr>
        <p:spPr>
          <a:xfrm>
            <a:off x="1702253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m56</a:t>
            </a:r>
            <a:endParaRPr lang="es-CL" noProof="0"/>
          </a:p>
        </p:txBody>
      </p:sp>
      <p:sp>
        <p:nvSpPr>
          <p:cNvPr id="155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19</a:t>
            </a:r>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18288"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8288"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8288"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18288"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8288"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Tree>
  </p:cSld>
  <p:clrMapOvr>
    <a:masterClrMapping/>
  </p:clrMapOvr>
  <p:transition spd="med" advTm="100">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6" name="Google Shape;1636;p26"/>
          <p:cNvSpPr txBox="1"/>
          <p:nvPr/>
        </p:nvSpPr>
        <p:spPr>
          <a:xfrm>
            <a:off x="15085298" y="8875656"/>
            <a:ext cx="1994100" cy="2835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42" b="0" i="0" u="none" strike="noStrike" cap="none" noProof="0">
                <a:solidFill>
                  <a:srgbClr val="000000"/>
                </a:solidFill>
                <a:latin typeface="Inter"/>
                <a:ea typeface="Inter"/>
                <a:cs typeface="Inter"/>
                <a:sym typeface="Inter"/>
              </a:rPr>
              <a:t>Siguiente</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6876300"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719000"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5" name="Google Shape;1655;p26"/>
          <p:cNvSpPr txBox="1"/>
          <p:nvPr/>
        </p:nvSpPr>
        <p:spPr>
          <a:xfrm>
            <a:off x="10689608" y="4381940"/>
            <a:ext cx="17190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Olas 1·2·3</a:t>
            </a:r>
            <a:endParaRPr lang="es-CL" sz="1432" noProof="0"/>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7" name="Google Shape;1657;p26"/>
          <p:cNvSpPr/>
          <p:nvPr/>
        </p:nvSpPr>
        <p:spPr>
          <a:xfrm>
            <a:off x="10690226" y="4740292"/>
            <a:ext cx="3438600" cy="299700"/>
          </a:xfrm>
          <a:prstGeom prst="roundRect">
            <a:avLst>
              <a:gd name="adj" fmla="val 30000"/>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146300"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6876300"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4" name="Google Shape;1664;p26"/>
          <p:cNvSpPr txBox="1"/>
          <p:nvPr/>
        </p:nvSpPr>
        <p:spPr>
          <a:xfrm>
            <a:off x="8397268" y="557436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5" name="Google Shape;1665;p26"/>
          <p:cNvSpPr txBox="1"/>
          <p:nvPr/>
        </p:nvSpPr>
        <p:spPr>
          <a:xfrm>
            <a:off x="12409396"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6" name="Google Shape;1666;p26"/>
          <p:cNvSpPr txBox="1"/>
          <p:nvPr/>
        </p:nvSpPr>
        <p:spPr>
          <a:xfrm>
            <a:off x="13555509" y="5526198"/>
            <a:ext cx="14328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restauración</a:t>
            </a:r>
            <a:endParaRPr lang="es-CL" sz="1432" noProof="0"/>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1461200"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0" name="Google Shape;1670;p26"/>
          <p:cNvSpPr/>
          <p:nvPr/>
        </p:nvSpPr>
        <p:spPr>
          <a:xfrm>
            <a:off x="15274679" y="6312104"/>
            <a:ext cx="2292300" cy="299700"/>
          </a:xfrm>
          <a:prstGeom prst="homePlate">
            <a:avLst>
              <a:gd name="adj" fmla="val 50000"/>
            </a:avLst>
          </a:prstGeom>
          <a:solidFill>
            <a:srgbClr val="3C3C3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
        <p:nvSpPr>
          <p:cNvPr id="1699" name="Google Shape;1699;p26"/>
          <p:cNvSpPr/>
          <p:nvPr/>
        </p:nvSpPr>
        <p:spPr>
          <a:xfrm>
            <a:off x="9544113"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E1</a:t>
            </a:r>
            <a:endParaRPr lang="es-CL" sz="1432" noProof="0"/>
          </a:p>
        </p:txBody>
      </p:sp>
      <p:sp>
        <p:nvSpPr>
          <p:cNvPr id="1700" name="Google Shape;1700;p26"/>
          <p:cNvSpPr/>
          <p:nvPr/>
        </p:nvSpPr>
        <p:spPr>
          <a:xfrm>
            <a:off x="12982452"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E2</a:t>
            </a:r>
            <a:endParaRPr lang="es-CL" sz="1432" noProof="0"/>
          </a:p>
        </p:txBody>
      </p:sp>
      <p:sp>
        <p:nvSpPr>
          <p:cNvPr id="1701" name="Google Shape;1701;p26"/>
          <p:cNvSpPr/>
          <p:nvPr/>
        </p:nvSpPr>
        <p:spPr>
          <a:xfrm>
            <a:off x="4560860"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a:t>
            </a:r>
            <a:endParaRPr lang="es-CL" sz="1432" noProof="0"/>
          </a:p>
        </p:txBody>
      </p:sp>
      <p:sp>
        <p:nvSpPr>
          <p:cNvPr id="1703" name="Google Shape;1703;p26"/>
          <p:cNvSpPr/>
          <p:nvPr/>
        </p:nvSpPr>
        <p:spPr>
          <a:xfrm>
            <a:off x="5706973"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H2</a:t>
            </a:r>
            <a:endParaRPr lang="es-CL" sz="1432" noProof="0"/>
          </a:p>
        </p:txBody>
      </p:sp>
      <p:sp>
        <p:nvSpPr>
          <p:cNvPr id="1705" name="Google Shape;1705;p26"/>
          <p:cNvSpPr/>
          <p:nvPr/>
        </p:nvSpPr>
        <p:spPr>
          <a:xfrm>
            <a:off x="685308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H3</a:t>
            </a:r>
            <a:endParaRPr lang="es-CL" sz="1432" noProof="0"/>
          </a:p>
        </p:txBody>
      </p:sp>
      <p:sp>
        <p:nvSpPr>
          <p:cNvPr id="1707" name="Google Shape;1707;p26"/>
          <p:cNvSpPr/>
          <p:nvPr/>
        </p:nvSpPr>
        <p:spPr>
          <a:xfrm>
            <a:off x="914531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H4</a:t>
            </a:r>
            <a:endParaRPr lang="es-CL" sz="1432" noProof="0"/>
          </a:p>
        </p:txBody>
      </p:sp>
      <p:sp>
        <p:nvSpPr>
          <p:cNvPr id="1709" name="Google Shape;1709;p26"/>
          <p:cNvSpPr/>
          <p:nvPr/>
        </p:nvSpPr>
        <p:spPr>
          <a:xfrm>
            <a:off x="1029142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H5</a:t>
            </a:r>
            <a:endParaRPr lang="es-CL" sz="1432" noProof="0"/>
          </a:p>
        </p:txBody>
      </p:sp>
      <p:sp>
        <p:nvSpPr>
          <p:cNvPr id="1711" name="Google Shape;1711;p26"/>
          <p:cNvSpPr/>
          <p:nvPr/>
        </p:nvSpPr>
        <p:spPr>
          <a:xfrm>
            <a:off x="1086448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H6</a:t>
            </a:r>
            <a:endParaRPr lang="es-CL" sz="1432" noProof="0"/>
          </a:p>
        </p:txBody>
      </p:sp>
      <p:sp>
        <p:nvSpPr>
          <p:cNvPr id="1713" name="Google Shape;1713;p26"/>
          <p:cNvSpPr/>
          <p:nvPr/>
        </p:nvSpPr>
        <p:spPr>
          <a:xfrm>
            <a:off x="11437539"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H8</a:t>
            </a:r>
            <a:endParaRPr lang="es-CL" sz="1432" noProof="0"/>
          </a:p>
        </p:txBody>
      </p:sp>
      <p:sp>
        <p:nvSpPr>
          <p:cNvPr id="1715" name="Google Shape;1715;p26"/>
          <p:cNvSpPr/>
          <p:nvPr/>
        </p:nvSpPr>
        <p:spPr>
          <a:xfrm>
            <a:off x="12583652"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H7</a:t>
            </a:r>
            <a:endParaRPr lang="es-CL" sz="1432" noProof="0"/>
          </a:p>
        </p:txBody>
      </p:sp>
      <p:sp>
        <p:nvSpPr>
          <p:cNvPr id="1717" name="Google Shape;1717;p26"/>
          <p:cNvSpPr/>
          <p:nvPr/>
        </p:nvSpPr>
        <p:spPr>
          <a:xfrm>
            <a:off x="13156708"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H9</a:t>
            </a:r>
            <a:endParaRPr lang="es-CL" sz="1432" noProof="0"/>
          </a:p>
        </p:txBody>
      </p:sp>
      <p:sp>
        <p:nvSpPr>
          <p:cNvPr id="1719" name="Google Shape;1719;p26"/>
          <p:cNvSpPr/>
          <p:nvPr/>
        </p:nvSpPr>
        <p:spPr>
          <a:xfrm>
            <a:off x="13729765"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H10</a:t>
            </a:r>
            <a:endParaRPr lang="es-CL" sz="1432" noProof="0"/>
          </a:p>
        </p:txBody>
      </p:sp>
      <p:sp>
        <p:nvSpPr>
          <p:cNvPr id="1721" name="Google Shape;1721;p26"/>
          <p:cNvSpPr/>
          <p:nvPr/>
        </p:nvSpPr>
        <p:spPr>
          <a:xfrm>
            <a:off x="1430282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H11</a:t>
            </a:r>
            <a:endParaRPr lang="es-CL" sz="1432" noProof="0"/>
          </a:p>
        </p:txBody>
      </p:sp>
      <p:sp>
        <p:nvSpPr>
          <p:cNvPr id="1723" name="Google Shape;1723;p26"/>
          <p:cNvSpPr/>
          <p:nvPr/>
        </p:nvSpPr>
        <p:spPr>
          <a:xfrm>
            <a:off x="15448934"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H12</a:t>
            </a:r>
            <a:endParaRPr lang="es-CL" sz="1432" noProof="0"/>
          </a:p>
        </p:txBody>
      </p:sp>
      <p:sp>
        <p:nvSpPr>
          <p:cNvPr id="1725" name="Google Shape;1725;p26"/>
          <p:cNvSpPr/>
          <p:nvPr/>
        </p:nvSpPr>
        <p:spPr>
          <a:xfrm>
            <a:off x="4523436"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6" name="Google Shape;1726;p26"/>
          <p:cNvSpPr/>
          <p:nvPr/>
        </p:nvSpPr>
        <p:spPr>
          <a:xfrm>
            <a:off x="5669549"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7" name="Google Shape;1727;p26"/>
          <p:cNvSpPr/>
          <p:nvPr/>
        </p:nvSpPr>
        <p:spPr>
          <a:xfrm>
            <a:off x="6815662"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8" name="Google Shape;1728;p26"/>
          <p:cNvSpPr/>
          <p:nvPr/>
        </p:nvSpPr>
        <p:spPr>
          <a:xfrm>
            <a:off x="796177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2</a:t>
            </a:r>
            <a:endParaRPr lang="es-CL" sz="1432" noProof="0"/>
          </a:p>
        </p:txBody>
      </p:sp>
      <p:sp>
        <p:nvSpPr>
          <p:cNvPr id="1729" name="Google Shape;1729;p26"/>
          <p:cNvSpPr/>
          <p:nvPr/>
        </p:nvSpPr>
        <p:spPr>
          <a:xfrm>
            <a:off x="968094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4</a:t>
            </a:r>
            <a:endParaRPr lang="es-CL" sz="1432" noProof="0"/>
          </a:p>
        </p:txBody>
      </p:sp>
      <p:sp>
        <p:nvSpPr>
          <p:cNvPr id="1730" name="Google Shape;1730;p26"/>
          <p:cNvSpPr/>
          <p:nvPr/>
        </p:nvSpPr>
        <p:spPr>
          <a:xfrm>
            <a:off x="10254001"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31" name="Google Shape;1731;p26"/>
          <p:cNvSpPr txBox="1"/>
          <p:nvPr/>
        </p:nvSpPr>
        <p:spPr>
          <a:xfrm>
            <a:off x="3813547" y="8426567"/>
            <a:ext cx="110400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 m2 R-001 · m4 R-014 · m6 R-006 · m8 R-005, R-011 · m11 R-003, R-013, R-015, R-016 · m12 R-012</a:t>
            </a:r>
            <a:endParaRPr lang="es-CL" sz="1432" noProof="0"/>
          </a:p>
        </p:txBody>
      </p:sp>
      <p:sp>
        <p:nvSpPr>
          <p:cNvPr id="17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38"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39" name="!!logo" descr="Isotipo LafroX"/>
          <p:cNvPicPr preferRelativeResize="0"/>
          <p:nvPr/>
        </p:nvPicPr>
        <p:blipFill rotWithShape="1">
          <a:blip r:embed="rId5">
            <a:alphaModFix/>
          </a:blip>
          <a:srcRect/>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56" name="TextBox 755"/>
          <p:cNvSpPr txBox="1"/>
          <p:nvPr/>
        </p:nvSpPr>
        <p:spPr>
          <a:xfrm>
            <a:off x="1463040" y="3703320"/>
            <a:ext cx="68580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200055"/>
          </a:xfrm>
          <a:prstGeom prst="rect">
            <a:avLst/>
          </a:prstGeom>
          <a:noFill/>
        </p:spPr>
        <p:txBody>
          <a:bodyPr wrap="square" lIns="0" tIns="0" rIns="0" bIns="0" anchor="t">
            <a:spAutoFit/>
          </a:bodyPr>
          <a:lstStyle/>
          <a:p>
            <a:pPr algn="l"/>
            <a:r>
              <a:rPr lang="es-CL" sz="1300" b="0" noProof="0">
                <a:solidFill>
                  <a:srgbClr val="9A9A9A"/>
                </a:solidFill>
                <a:latin typeface="Inter"/>
              </a:rPr>
              <a:t>cada línea = </a:t>
            </a:r>
            <a:r>
              <a:rPr lang="es-CL" sz="1300">
                <a:solidFill>
                  <a:srgbClr val="9A9A9A"/>
                </a:solidFill>
                <a:latin typeface="Inter"/>
              </a:rPr>
              <a:t>periodo de dos meses</a:t>
            </a:r>
            <a:endParaRPr lang="es-CL" sz="1300" b="0" noProof="0">
              <a:solidFill>
                <a:srgbClr val="9A9A9A"/>
              </a:solidFill>
              <a:latin typeface="Inter"/>
            </a:endParaRPr>
          </a:p>
        </p:txBody>
      </p:sp>
      <p:sp>
        <p:nvSpPr>
          <p:cNvPr id="79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65"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66" name="!!logo" descr="Isotipo LafroX"/>
          <p:cNvPicPr preferRelativeResize="0"/>
          <p:nvPr/>
        </p:nvPicPr>
        <p:blipFill rotWithShape="1">
          <a:blip r:embed="rId6">
            <a:alphaModFix/>
          </a:blip>
          <a:srcRect/>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Inicio</a:t>
            </a:r>
          </a:p>
          <a:p>
            <a:pPr algn="l"/>
            <a:r>
              <a:rPr lang="es-CL" sz="1400" b="0" noProof="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s-CL" noProof="0"/>
          </a:p>
        </p:txBody>
      </p:sp>
      <p:sp>
        <p:nvSpPr>
          <p:cNvPr id="784" name="TextBox 783"/>
          <p:cNvSpPr txBox="1"/>
          <p:nvPr/>
        </p:nvSpPr>
        <p:spPr>
          <a:xfrm>
            <a:off x="3158809" y="4983480"/>
            <a:ext cx="1463040" cy="320040"/>
          </a:xfrm>
          <a:prstGeom prst="rect">
            <a:avLst/>
          </a:prstGeom>
          <a:noFill/>
        </p:spPr>
        <p:txBody>
          <a:bodyPr wrap="square" lIns="0" tIns="0" rIns="0" bIns="0" anchor="t">
            <a:spAutoFit/>
          </a:bodyPr>
          <a:lstStyle/>
          <a:p>
            <a:pPr algn="l"/>
            <a:r>
              <a:rPr lang="es-CL" sz="1400" b="1" noProof="0">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tIns="0" rIns="0" bIns="0" anchor="t">
            <a:spAutoFit/>
          </a:bodyPr>
          <a:lstStyle/>
          <a:p>
            <a:pPr algn="l"/>
            <a:r>
              <a:rPr lang="es-CL" sz="1400" b="0" noProof="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Construcción</a:t>
            </a:r>
          </a:p>
          <a:p>
            <a:pPr algn="l"/>
            <a:r>
              <a:rPr lang="es-CL" sz="1400" b="0" noProof="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111111"/>
                </a:solidFill>
                <a:latin typeface="Inter SemiBold"/>
              </a:rPr>
              <a:t>Transición</a:t>
            </a:r>
          </a:p>
          <a:p>
            <a:pPr algn="l"/>
            <a:r>
              <a:rPr lang="es-CL" sz="1400" b="0" noProof="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Cada</a:t>
            </a:r>
          </a:p>
          <a:p>
            <a:pPr algn="ctr"/>
            <a:r>
              <a:rPr lang="es-CL" sz="1500" b="1" noProof="0">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8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23</a:t>
            </a:r>
          </a:p>
        </p:txBody>
      </p:sp>
      <p:sp>
        <p:nvSpPr>
          <p:cNvPr id="85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1</a:t>
            </a:r>
          </a:p>
          <a:p>
            <a:pPr algn="l"/>
            <a:r>
              <a:rPr lang="es-CL" sz="1400" b="1" noProof="0">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2</a:t>
            </a:r>
          </a:p>
          <a:p>
            <a:pPr algn="l"/>
            <a:r>
              <a:rPr lang="es-CL" sz="1400" b="1" noProof="0">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3</a:t>
            </a:r>
          </a:p>
          <a:p>
            <a:pPr algn="l"/>
            <a:r>
              <a:rPr lang="es-CL" sz="1400" b="1" noProof="0">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4</a:t>
            </a:r>
          </a:p>
          <a:p>
            <a:pPr algn="l"/>
            <a:r>
              <a:rPr lang="es-CL" sz="1400" b="1" noProof="0">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5</a:t>
            </a:r>
          </a:p>
          <a:p>
            <a:pPr algn="l"/>
            <a:r>
              <a:rPr lang="es-CL" sz="1400" b="1" noProof="0">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6</a:t>
            </a:r>
          </a:p>
          <a:p>
            <a:pPr algn="l"/>
            <a:r>
              <a:rPr lang="es-CL" sz="1400" b="1" noProof="0">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7</a:t>
            </a:r>
          </a:p>
          <a:p>
            <a:pPr algn="l"/>
            <a:r>
              <a:rPr lang="es-CL" sz="1400" b="1" noProof="0">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8</a:t>
            </a:r>
          </a:p>
          <a:p>
            <a:pPr algn="l"/>
            <a:r>
              <a:rPr lang="es-CL" sz="1400" b="1" noProof="0">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9</a:t>
            </a:r>
          </a:p>
          <a:p>
            <a:pPr algn="l"/>
            <a:r>
              <a:rPr lang="es-CL" sz="1400" b="1" noProof="0">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9" name="TextBox 938"/>
          <p:cNvSpPr txBox="1"/>
          <p:nvPr/>
        </p:nvSpPr>
        <p:spPr>
          <a:xfrm>
            <a:off x="822960" y="603504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29A5E"/>
                </a:solidFill>
                <a:latin typeface="Inter SemiBold"/>
              </a:rPr>
              <a:t>Fases 1 a 4</a:t>
            </a:r>
          </a:p>
          <a:p>
            <a:pPr algn="ctr"/>
            <a:r>
              <a:rPr lang="es-CL" sz="1600" b="0" noProof="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FFFFF"/>
                </a:solidFill>
                <a:latin typeface="Inter SemiBold"/>
              </a:rPr>
              <a:t>Operación · 129.879 HH</a:t>
            </a:r>
          </a:p>
          <a:p>
            <a:pPr algn="ctr"/>
            <a:r>
              <a:rPr lang="es-CL" sz="1600" b="0" noProof="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tIns="0" rIns="0" bIns="0" anchor="t">
            <a:spAutoFit/>
          </a:bodyPr>
          <a:lstStyle/>
          <a:p>
            <a:pPr algn="ctr"/>
            <a:r>
              <a:rPr lang="es-CL" sz="1600" b="1" noProof="0">
                <a:solidFill>
                  <a:srgbClr val="3C3C3C"/>
                </a:solidFill>
                <a:latin typeface="Inter SemiBold"/>
              </a:rPr>
              <a:t>9 fases · 49 cuentas de control · 222 paquetes de trabajo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24</a:t>
            </a:r>
          </a:p>
        </p:txBody>
      </p:sp>
      <p:sp>
        <p:nvSpPr>
          <p:cNvPr id="92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1</a:t>
            </a:r>
          </a:p>
          <a:p>
            <a:pPr algn="l"/>
            <a:r>
              <a:rPr lang="es-CL" sz="1600" b="1" noProof="0">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1.1</a:t>
            </a:r>
          </a:p>
          <a:p>
            <a:pPr algn="l"/>
            <a:r>
              <a:rPr lang="es-CL" sz="1600" b="1" noProof="0">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1.2</a:t>
            </a:r>
          </a:p>
          <a:p>
            <a:pPr algn="l"/>
            <a:r>
              <a:rPr lang="es-CL" sz="1600" b="1" noProof="0">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1.3</a:t>
            </a:r>
          </a:p>
          <a:p>
            <a:pPr algn="l"/>
            <a:r>
              <a:rPr lang="es-CL" sz="1600" b="1" noProof="0">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1.4</a:t>
            </a:r>
          </a:p>
          <a:p>
            <a:pPr algn="l"/>
            <a:r>
              <a:rPr lang="es-CL" sz="1600" b="1" noProof="0">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1.5</a:t>
            </a:r>
          </a:p>
          <a:p>
            <a:pPr algn="l"/>
            <a:r>
              <a:rPr lang="es-CL" sz="1600" b="1" noProof="0">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1.6</a:t>
            </a:r>
          </a:p>
          <a:p>
            <a:pPr algn="l"/>
            <a:r>
              <a:rPr lang="es-CL" sz="1600" b="1" noProof="0">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1.7</a:t>
            </a:r>
          </a:p>
          <a:p>
            <a:pPr algn="l"/>
            <a:r>
              <a:rPr lang="es-CL" sz="1600" b="1" noProof="0">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1.8</a:t>
            </a:r>
          </a:p>
          <a:p>
            <a:pPr algn="l"/>
            <a:r>
              <a:rPr lang="es-CL" sz="1600" b="1" noProof="0">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1.9</a:t>
            </a:r>
          </a:p>
          <a:p>
            <a:pPr algn="l"/>
            <a:r>
              <a:rPr lang="es-CL" sz="1600" b="1" noProof="0">
                <a:solidFill>
                  <a:srgbClr val="111111"/>
                </a:solidFill>
                <a:latin typeface="Inter SemiBold"/>
              </a:rPr>
              <a:t>Cumplimiento normativo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0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25</a:t>
            </a:r>
          </a:p>
        </p:txBody>
      </p:sp>
      <p:sp>
        <p:nvSpPr>
          <p:cNvPr id="100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2</a:t>
            </a:r>
          </a:p>
          <a:p>
            <a:pPr algn="l"/>
            <a:r>
              <a:rPr lang="es-CL" sz="1600" b="1" noProof="0">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2.1</a:t>
            </a:r>
          </a:p>
          <a:p>
            <a:pPr algn="l"/>
            <a:r>
              <a:rPr lang="es-CL" sz="1600" b="1" noProof="0">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2.2</a:t>
            </a:r>
          </a:p>
          <a:p>
            <a:pPr algn="l"/>
            <a:r>
              <a:rPr lang="es-CL" sz="1600" b="1" noProof="0">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2.3</a:t>
            </a:r>
          </a:p>
          <a:p>
            <a:pPr algn="l"/>
            <a:r>
              <a:rPr lang="es-CL" sz="1600" b="1" noProof="0">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2.4</a:t>
            </a:r>
          </a:p>
          <a:p>
            <a:pPr algn="l"/>
            <a:r>
              <a:rPr lang="es-CL" sz="1600" b="1" noProof="0">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2.5</a:t>
            </a:r>
          </a:p>
          <a:p>
            <a:pPr algn="l"/>
            <a:r>
              <a:rPr lang="es-CL" sz="1600" b="1" noProof="0">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2.6</a:t>
            </a:r>
          </a:p>
          <a:p>
            <a:pPr algn="l"/>
            <a:r>
              <a:rPr lang="es-CL" sz="1600" b="1" noProof="0">
                <a:solidFill>
                  <a:srgbClr val="111111"/>
                </a:solidFill>
                <a:latin typeface="Inter SemiBold"/>
              </a:rPr>
              <a:t>Experiencia de usuario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7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26</a:t>
            </a:r>
          </a:p>
        </p:txBody>
      </p:sp>
      <p:sp>
        <p:nvSpPr>
          <p:cNvPr id="108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3</a:t>
            </a:r>
          </a:p>
          <a:p>
            <a:pPr algn="l"/>
            <a:r>
              <a:rPr lang="es-CL" sz="1600" b="1" noProof="0">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a:t>
            </a:r>
          </a:p>
          <a:p>
            <a:pPr algn="l"/>
            <a:r>
              <a:rPr lang="es-CL" sz="1600" b="1" noProof="0">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3.2</a:t>
            </a:r>
          </a:p>
          <a:p>
            <a:pPr algn="l"/>
            <a:r>
              <a:rPr lang="es-CL" sz="1600" b="1" noProof="0">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3.3</a:t>
            </a:r>
          </a:p>
          <a:p>
            <a:pPr algn="l"/>
            <a:r>
              <a:rPr lang="es-CL" sz="1600" b="1" noProof="0">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3.4</a:t>
            </a:r>
          </a:p>
          <a:p>
            <a:pPr algn="l"/>
            <a:r>
              <a:rPr lang="es-CL" sz="1600" b="1" noProof="0">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3.5</a:t>
            </a:r>
          </a:p>
          <a:p>
            <a:pPr algn="l"/>
            <a:r>
              <a:rPr lang="es-CL" sz="1600" b="1" noProof="0">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3.6</a:t>
            </a:r>
          </a:p>
          <a:p>
            <a:pPr algn="l"/>
            <a:r>
              <a:rPr lang="es-CL" sz="1600" b="1" noProof="0">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3.7</a:t>
            </a:r>
          </a:p>
          <a:p>
            <a:pPr algn="l"/>
            <a:r>
              <a:rPr lang="es-CL" sz="1600" b="1" noProof="0">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3.8</a:t>
            </a:r>
          </a:p>
          <a:p>
            <a:pPr algn="l"/>
            <a:r>
              <a:rPr lang="es-CL" sz="1600" b="1" noProof="0">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3.9</a:t>
            </a:r>
          </a:p>
          <a:p>
            <a:pPr algn="l"/>
            <a:r>
              <a:rPr lang="es-CL" sz="1600" b="1" noProof="0">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3.10</a:t>
            </a:r>
          </a:p>
          <a:p>
            <a:pPr algn="l"/>
            <a:r>
              <a:rPr lang="es-CL" sz="1600" b="1" noProof="0">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3.11</a:t>
            </a:r>
          </a:p>
          <a:p>
            <a:pPr algn="l"/>
            <a:r>
              <a:rPr lang="es-CL" sz="1600" b="1" noProof="0">
                <a:solidFill>
                  <a:srgbClr val="111111"/>
                </a:solidFill>
                <a:latin typeface="Inter SemiBold"/>
              </a:rPr>
              <a:t>Documentación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15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27</a:t>
            </a:r>
          </a:p>
        </p:txBody>
      </p:sp>
      <p:sp>
        <p:nvSpPr>
          <p:cNvPr id="115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4</a:t>
            </a:r>
          </a:p>
          <a:p>
            <a:pPr algn="l"/>
            <a:r>
              <a:rPr lang="es-CL" sz="1600" b="1" noProof="0">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4.1</a:t>
            </a:r>
          </a:p>
          <a:p>
            <a:pPr algn="l"/>
            <a:r>
              <a:rPr lang="es-CL" sz="1600" b="1" noProof="0">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4.2</a:t>
            </a:r>
          </a:p>
          <a:p>
            <a:pPr algn="l"/>
            <a:r>
              <a:rPr lang="es-CL" sz="1600" b="1" noProof="0">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4.3</a:t>
            </a:r>
          </a:p>
          <a:p>
            <a:pPr algn="l"/>
            <a:r>
              <a:rPr lang="es-CL" sz="1600" b="1" noProof="0">
                <a:solidFill>
                  <a:srgbClr val="111111"/>
                </a:solidFill>
                <a:latin typeface="Inter SemiBold"/>
              </a:rPr>
              <a:t>Marcha blanca y producción E2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2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28</a:t>
            </a:r>
          </a:p>
        </p:txBody>
      </p:sp>
      <p:sp>
        <p:nvSpPr>
          <p:cNvPr id="1223"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5</a:t>
            </a:r>
          </a:p>
          <a:p>
            <a:pPr algn="l"/>
            <a:r>
              <a:rPr lang="es-CL" sz="1600" b="1" noProof="0">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5.1</a:t>
            </a:r>
          </a:p>
          <a:p>
            <a:pPr algn="l"/>
            <a:r>
              <a:rPr lang="es-CL" sz="1600" b="1" noProof="0">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5.2</a:t>
            </a:r>
          </a:p>
          <a:p>
            <a:pPr algn="l"/>
            <a:r>
              <a:rPr lang="es-CL" sz="1600" b="1" noProof="0">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5.3</a:t>
            </a:r>
          </a:p>
          <a:p>
            <a:pPr algn="l"/>
            <a:r>
              <a:rPr lang="es-CL" sz="1600" b="1" noProof="0">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5.4</a:t>
            </a:r>
          </a:p>
          <a:p>
            <a:pPr algn="l"/>
            <a:r>
              <a:rPr lang="es-CL" sz="1600" b="1" noProof="0">
                <a:solidFill>
                  <a:srgbClr val="111111"/>
                </a:solidFill>
                <a:latin typeface="Inter SemiBold"/>
              </a:rPr>
              <a:t>Acuerdos con terceros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9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29</a:t>
            </a:r>
          </a:p>
        </p:txBody>
      </p:sp>
      <p:sp>
        <p:nvSpPr>
          <p:cNvPr id="129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6</a:t>
            </a:r>
          </a:p>
          <a:p>
            <a:pPr algn="l"/>
            <a:r>
              <a:rPr lang="es-CL" sz="1600" b="1" noProof="0">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6.1</a:t>
            </a:r>
          </a:p>
          <a:p>
            <a:pPr algn="l"/>
            <a:r>
              <a:rPr lang="es-CL" sz="1600" b="1" noProof="0">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6.2</a:t>
            </a:r>
          </a:p>
          <a:p>
            <a:pPr algn="l"/>
            <a:r>
              <a:rPr lang="es-CL" sz="1600" b="1" noProof="0">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6.3</a:t>
            </a:r>
          </a:p>
          <a:p>
            <a:pPr algn="l"/>
            <a:r>
              <a:rPr lang="es-CL" sz="1600" b="1" noProof="0">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6.4</a:t>
            </a:r>
          </a:p>
          <a:p>
            <a:pPr algn="l"/>
            <a:r>
              <a:rPr lang="es-CL" sz="1600" b="1" noProof="0">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6.5</a:t>
            </a:r>
          </a:p>
          <a:p>
            <a:pPr algn="l"/>
            <a:r>
              <a:rPr lang="es-CL" sz="1600" b="1" noProof="0">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6.6</a:t>
            </a:r>
          </a:p>
          <a:p>
            <a:pPr algn="l"/>
            <a:r>
              <a:rPr lang="es-CL" sz="1600" b="1" noProof="0">
                <a:solidFill>
                  <a:srgbClr val="111111"/>
                </a:solidFill>
                <a:latin typeface="Inter SemiBold"/>
              </a:rPr>
              <a:t>Configuración de sitios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36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30</a:t>
            </a:r>
          </a:p>
        </p:txBody>
      </p:sp>
      <p:sp>
        <p:nvSpPr>
          <p:cNvPr id="1368"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7</a:t>
            </a:r>
          </a:p>
          <a:p>
            <a:pPr algn="l"/>
            <a:r>
              <a:rPr lang="es-CL" sz="1600" b="1" noProof="0">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7.1</a:t>
            </a:r>
          </a:p>
          <a:p>
            <a:pPr algn="l"/>
            <a:r>
              <a:rPr lang="es-CL" sz="1600" b="1" noProof="0">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7.2</a:t>
            </a:r>
          </a:p>
          <a:p>
            <a:pPr algn="l"/>
            <a:r>
              <a:rPr lang="es-CL" sz="1600" b="1" noProof="0">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7.3</a:t>
            </a:r>
          </a:p>
          <a:p>
            <a:pPr algn="l"/>
            <a:r>
              <a:rPr lang="es-CL" sz="1600" b="1" noProof="0">
                <a:solidFill>
                  <a:srgbClr val="111111"/>
                </a:solidFill>
                <a:latin typeface="Inter SemiBold"/>
              </a:rPr>
              <a:t>Evaluaciones y certificaciones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44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31</a:t>
            </a:r>
          </a:p>
        </p:txBody>
      </p:sp>
      <p:sp>
        <p:nvSpPr>
          <p:cNvPr id="144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8</a:t>
            </a:r>
          </a:p>
          <a:p>
            <a:pPr algn="l"/>
            <a:r>
              <a:rPr lang="es-CL" sz="1600" b="1" noProof="0">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8.1</a:t>
            </a:r>
          </a:p>
          <a:p>
            <a:pPr algn="l"/>
            <a:r>
              <a:rPr lang="es-CL" sz="1600" b="1" noProof="0">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8.2</a:t>
            </a:r>
          </a:p>
          <a:p>
            <a:pPr algn="l"/>
            <a:r>
              <a:rPr lang="es-CL" sz="1600" b="1" noProof="0">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8.3</a:t>
            </a:r>
          </a:p>
          <a:p>
            <a:pPr algn="l"/>
            <a:r>
              <a:rPr lang="es-CL" sz="1600" b="1" noProof="0">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8.4</a:t>
            </a:r>
          </a:p>
          <a:p>
            <a:pPr algn="l"/>
            <a:r>
              <a:rPr lang="es-CL" sz="1600" b="1" noProof="0">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8.5</a:t>
            </a:r>
          </a:p>
          <a:p>
            <a:pPr algn="l"/>
            <a:r>
              <a:rPr lang="es-CL" sz="1600" b="1" noProof="0">
                <a:solidFill>
                  <a:srgbClr val="111111"/>
                </a:solidFill>
                <a:latin typeface="Inter SemiBold"/>
              </a:rPr>
              <a:t>Transferencia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51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32</a:t>
            </a:r>
          </a:p>
        </p:txBody>
      </p:sp>
      <p:sp>
        <p:nvSpPr>
          <p:cNvPr id="151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9</a:t>
            </a:r>
          </a:p>
          <a:p>
            <a:pPr algn="l"/>
            <a:r>
              <a:rPr lang="es-CL" sz="1600" b="1" noProof="0">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9.1</a:t>
            </a:r>
          </a:p>
          <a:p>
            <a:pPr algn="l"/>
            <a:r>
              <a:rPr lang="es-CL" sz="1600" b="1" noProof="0">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9.2</a:t>
            </a:r>
          </a:p>
          <a:p>
            <a:pPr algn="l"/>
            <a:r>
              <a:rPr lang="es-CL" sz="1600" b="1" noProof="0">
                <a:solidFill>
                  <a:srgbClr val="111111"/>
                </a:solidFill>
                <a:latin typeface="Inter SemiBold"/>
              </a:rPr>
              <a:t>Salida al término del contrato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Esfuerzo por mes</a:t>
            </a:r>
            <a:endParaRPr lang="es-CL" noProof="0"/>
          </a:p>
        </p:txBody>
      </p:sp>
      <p:sp>
        <p:nvSpPr>
          <p:cNvPr id="1741" name="!!brand"/>
          <p:cNvSpPr txBox="1"/>
          <p:nvPr/>
        </p:nvSpPr>
        <p:spPr>
          <a:xfrm>
            <a:off x="13217409" y="1000125"/>
            <a:ext cx="3328659"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1742" name="!!logo" descr="Isotipo LafroX"/>
          <p:cNvPicPr preferRelativeResize="0"/>
          <p:nvPr/>
        </p:nvPicPr>
        <p:blipFill rotWithShape="1">
          <a:blip r:embed="rId5">
            <a:alphaModFix/>
          </a:blip>
          <a:srcRect/>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8.106 HH</a:t>
            </a:r>
            <a:endParaRPr lang="es-CL" noProof="0"/>
          </a:p>
        </p:txBody>
      </p:sp>
      <p:sp>
        <p:nvSpPr>
          <p:cNvPr id="1744" name="Google Shape;1744;p27"/>
          <p:cNvSpPr txBox="1"/>
          <p:nvPr/>
        </p:nvSpPr>
        <p:spPr>
          <a:xfrm>
            <a:off x="9390888" y="4389120"/>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máximo mensual · mes 15</a:t>
            </a:r>
            <a:endParaRPr lang="es-CL" noProof="0"/>
          </a:p>
        </p:txBody>
      </p:sp>
      <p:sp>
        <p:nvSpPr>
          <p:cNvPr id="1745" name="Google Shape;1745;p27"/>
          <p:cNvSpPr txBox="1"/>
          <p:nvPr/>
        </p:nvSpPr>
        <p:spPr>
          <a:xfrm>
            <a:off x="9390888" y="4956048"/>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69 personas</a:t>
            </a:r>
            <a:endParaRPr lang="es-CL" noProof="0"/>
          </a:p>
        </p:txBody>
      </p:sp>
      <p:sp>
        <p:nvSpPr>
          <p:cNvPr id="1746" name="Google Shape;1746;p27"/>
          <p:cNvSpPr txBox="1"/>
          <p:nvPr/>
        </p:nvSpPr>
        <p:spPr>
          <a:xfrm>
            <a:off x="9390888" y="5504688"/>
            <a:ext cx="53035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equivalentes · </a:t>
            </a:r>
            <a:r>
              <a:rPr lang="es-CL" sz="1700" b="0" noProof="0" err="1">
                <a:solidFill>
                  <a:srgbClr val="606060"/>
                </a:solidFill>
                <a:latin typeface="Inter"/>
                <a:ea typeface="Inter"/>
                <a:cs typeface="Inter"/>
                <a:sym typeface="Inter"/>
              </a:rPr>
              <a:t>peak</a:t>
            </a:r>
            <a:r>
              <a:rPr lang="es-CL" sz="1700" b="0" noProof="0">
                <a:solidFill>
                  <a:srgbClr val="606060"/>
                </a:solidFill>
                <a:latin typeface="Inter"/>
                <a:ea typeface="Inter"/>
                <a:cs typeface="Inter"/>
                <a:sym typeface="Inter"/>
              </a:rPr>
              <a:t> del mes 15</a:t>
            </a:r>
          </a:p>
        </p:txBody>
      </p:sp>
      <p:sp>
        <p:nvSpPr>
          <p:cNvPr id="1747" name="Google Shape;1747;p27"/>
          <p:cNvSpPr txBox="1"/>
          <p:nvPr/>
        </p:nvSpPr>
        <p:spPr>
          <a:xfrm>
            <a:off x="9390888" y="6071616"/>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≈3.200–3.900</a:t>
            </a:r>
            <a:endParaRPr lang="es-CL" noProof="0"/>
          </a:p>
        </p:txBody>
      </p:sp>
      <p:sp>
        <p:nvSpPr>
          <p:cNvPr id="1748" name="Google Shape;1748;p27"/>
          <p:cNvSpPr txBox="1"/>
          <p:nvPr/>
        </p:nvSpPr>
        <p:spPr>
          <a:xfrm>
            <a:off x="9390888" y="6620256"/>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HH/mes en operación</a:t>
            </a:r>
            <a:endParaRPr lang="es-CL" noProof="0"/>
          </a:p>
        </p:txBody>
      </p:sp>
      <p:sp>
        <p:nvSpPr>
          <p:cNvPr id="1749" name="Google Shape;1749;p27"/>
          <p:cNvSpPr txBox="1"/>
          <p:nvPr/>
        </p:nvSpPr>
        <p:spPr>
          <a:xfrm>
            <a:off x="9390888" y="7187184"/>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217.543 HH</a:t>
            </a:r>
            <a:endParaRPr lang="es-CL" noProof="0"/>
          </a:p>
        </p:txBody>
      </p:sp>
      <p:sp>
        <p:nvSpPr>
          <p:cNvPr id="1750" name="Google Shape;1750;p27"/>
          <p:cNvSpPr txBox="1"/>
          <p:nvPr/>
        </p:nvSpPr>
        <p:spPr>
          <a:xfrm>
            <a:off x="9390888" y="7735824"/>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programadas en total</a:t>
            </a:r>
            <a:endParaRPr lang="es-CL" noProof="0"/>
          </a:p>
        </p:txBody>
      </p:sp>
      <p:graphicFrame>
        <p:nvGraphicFramePr>
          <p:cNvPr id="1751" name="Google Shape;1751;p27"/>
          <p:cNvGraphicFramePr/>
          <p:nvPr>
            <p:extLst>
              <p:ext uri="{D42A27DB-BD31-4B8C-83A1-F6EECF244321}">
                <p14:modId xmlns:p14="http://schemas.microsoft.com/office/powerpoint/2010/main" val="2178433334"/>
              </p:ext>
            </p:extLst>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175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1835" name="!!title"/>
          <p:cNvSpPr txBox="1"/>
          <p:nvPr/>
        </p:nvSpPr>
        <p:spPr>
          <a:xfrm>
            <a:off x="9389512" y="1188720"/>
            <a:ext cx="5486400" cy="1662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Normas y leyes</a:t>
            </a:r>
            <a:endParaRPr lang="es-CL" sz="1400" noProof="0"/>
          </a:p>
        </p:txBody>
      </p:sp>
      <p:sp>
        <p:nvSpPr>
          <p:cNvPr id="1836" name="!!brand"/>
          <p:cNvSpPr txBox="1"/>
          <p:nvPr/>
        </p:nvSpPr>
        <p:spPr>
          <a:xfrm>
            <a:off x="13217409" y="1000125"/>
            <a:ext cx="332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sz="1400" noProof="0"/>
          </a:p>
        </p:txBody>
      </p:sp>
      <p:pic>
        <p:nvPicPr>
          <p:cNvPr id="1837" name="!!logo" descr="Isotipo LafroX"/>
          <p:cNvPicPr preferRelativeResize="0"/>
          <p:nvPr/>
        </p:nvPicPr>
        <p:blipFill rotWithShape="1">
          <a:blip r:embed="rId5">
            <a:alphaModFix/>
          </a:blip>
          <a:srcRect/>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NORMA → CÓMO SE ACREDITA</a:t>
            </a:r>
            <a:endParaRPr lang="es-CL" sz="1400" noProof="0"/>
          </a:p>
        </p:txBody>
      </p:sp>
      <p:sp>
        <p:nvSpPr>
          <p:cNvPr id="1839" name="Google Shape;1839;hc7cc306779174be_4_255"/>
          <p:cNvSpPr/>
          <p:nvPr/>
        </p:nvSpPr>
        <p:spPr>
          <a:xfrm>
            <a:off x="731520" y="169164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0" name="Google Shape;1840;hc7cc306779174be_4_255"/>
          <p:cNvSpPr txBox="1"/>
          <p:nvPr/>
        </p:nvSpPr>
        <p:spPr>
          <a:xfrm>
            <a:off x="941712" y="194767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25010</a:t>
            </a:r>
            <a:endParaRPr lang="es-CL" sz="1400" noProof="0"/>
          </a:p>
        </p:txBody>
      </p:sp>
      <p:sp>
        <p:nvSpPr>
          <p:cNvPr id="1841" name="Google Shape;1841;hc7cc306779174be_4_255"/>
          <p:cNvSpPr txBox="1"/>
          <p:nvPr/>
        </p:nvSpPr>
        <p:spPr>
          <a:xfrm>
            <a:off x="3684912" y="194767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8 características con umbral</a:t>
            </a:r>
            <a:endParaRPr lang="es-CL" sz="1400" noProof="0"/>
          </a:p>
        </p:txBody>
      </p:sp>
      <p:sp>
        <p:nvSpPr>
          <p:cNvPr id="1842" name="Google Shape;1842;hc7cc306779174be_4_255"/>
          <p:cNvSpPr/>
          <p:nvPr/>
        </p:nvSpPr>
        <p:spPr>
          <a:xfrm>
            <a:off x="731520" y="258775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3" name="Google Shape;1843;hc7cc306779174be_4_255"/>
          <p:cNvSpPr txBox="1"/>
          <p:nvPr/>
        </p:nvSpPr>
        <p:spPr>
          <a:xfrm>
            <a:off x="941712" y="284378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25012</a:t>
            </a:r>
            <a:endParaRPr lang="es-CL" sz="1400" noProof="0"/>
          </a:p>
        </p:txBody>
      </p:sp>
      <p:sp>
        <p:nvSpPr>
          <p:cNvPr id="1844" name="Google Shape;1844;hc7cc306779174be_4_255"/>
          <p:cNvSpPr txBox="1"/>
          <p:nvPr/>
        </p:nvSpPr>
        <p:spPr>
          <a:xfrm>
            <a:off x="3684912" y="284378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Datos medidos y conciliados</a:t>
            </a:r>
            <a:endParaRPr lang="es-CL" sz="1400" noProof="0"/>
          </a:p>
        </p:txBody>
      </p:sp>
      <p:sp>
        <p:nvSpPr>
          <p:cNvPr id="1845" name="Google Shape;1845;hc7cc306779174be_4_255"/>
          <p:cNvSpPr/>
          <p:nvPr/>
        </p:nvSpPr>
        <p:spPr>
          <a:xfrm>
            <a:off x="731520" y="3483864"/>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6" name="Google Shape;1846;hc7cc306779174be_4_255"/>
          <p:cNvSpPr txBox="1"/>
          <p:nvPr/>
        </p:nvSpPr>
        <p:spPr>
          <a:xfrm>
            <a:off x="941712" y="3739896"/>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29119</a:t>
            </a:r>
            <a:endParaRPr lang="es-CL" sz="1400" noProof="0"/>
          </a:p>
        </p:txBody>
      </p:sp>
      <p:sp>
        <p:nvSpPr>
          <p:cNvPr id="1847" name="Google Shape;1847;hc7cc306779174be_4_255"/>
          <p:cNvSpPr txBox="1"/>
          <p:nvPr/>
        </p:nvSpPr>
        <p:spPr>
          <a:xfrm>
            <a:off x="3684912" y="3739896"/>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Proceso de pruebas en 3 niveles</a:t>
            </a:r>
            <a:endParaRPr lang="es-CL" sz="1400" noProof="0"/>
          </a:p>
        </p:txBody>
      </p:sp>
      <p:sp>
        <p:nvSpPr>
          <p:cNvPr id="1848" name="Google Shape;1848;hc7cc306779174be_4_255"/>
          <p:cNvSpPr/>
          <p:nvPr/>
        </p:nvSpPr>
        <p:spPr>
          <a:xfrm>
            <a:off x="731520" y="4379976"/>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9" name="Google Shape;1849;hc7cc306779174be_4_255"/>
          <p:cNvSpPr txBox="1"/>
          <p:nvPr/>
        </p:nvSpPr>
        <p:spPr>
          <a:xfrm>
            <a:off x="941712" y="4636008"/>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PMBOK cap. 8</a:t>
            </a:r>
            <a:endParaRPr lang="es-CL" sz="1400" noProof="0"/>
          </a:p>
        </p:txBody>
      </p:sp>
      <p:sp>
        <p:nvSpPr>
          <p:cNvPr id="1850" name="Google Shape;1850;hc7cc306779174be_4_255"/>
          <p:cNvSpPr txBox="1"/>
          <p:nvPr/>
        </p:nvSpPr>
        <p:spPr>
          <a:xfrm>
            <a:off x="3684912" y="4636008"/>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Planificar, gestionar y controlar</a:t>
            </a:r>
            <a:endParaRPr lang="es-CL" sz="1400" noProof="0"/>
          </a:p>
        </p:txBody>
      </p:sp>
      <p:sp>
        <p:nvSpPr>
          <p:cNvPr id="1851" name="Google Shape;1851;hc7cc306779174be_4_255"/>
          <p:cNvSpPr/>
          <p:nvPr/>
        </p:nvSpPr>
        <p:spPr>
          <a:xfrm>
            <a:off x="731520" y="5276088"/>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2" name="Google Shape;1852;hc7cc306779174be_4_255"/>
          <p:cNvSpPr txBox="1"/>
          <p:nvPr/>
        </p:nvSpPr>
        <p:spPr>
          <a:xfrm>
            <a:off x="941712" y="553212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WCAG 2.2 AA</a:t>
            </a:r>
            <a:endParaRPr lang="es-CL" sz="1400" noProof="0"/>
          </a:p>
        </p:txBody>
      </p:sp>
      <p:sp>
        <p:nvSpPr>
          <p:cNvPr id="1853" name="Google Shape;1853;hc7cc306779174be_4_255"/>
          <p:cNvSpPr txBox="1"/>
          <p:nvPr/>
        </p:nvSpPr>
        <p:spPr>
          <a:xfrm>
            <a:off x="3684912" y="553212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Herramienta + revisión manual</a:t>
            </a:r>
            <a:endParaRPr lang="es-CL" sz="1400" noProof="0"/>
          </a:p>
        </p:txBody>
      </p:sp>
      <p:sp>
        <p:nvSpPr>
          <p:cNvPr id="1854" name="Google Shape;1854;hc7cc306779174be_4_255"/>
          <p:cNvSpPr/>
          <p:nvPr/>
        </p:nvSpPr>
        <p:spPr>
          <a:xfrm>
            <a:off x="731520" y="617220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5" name="Google Shape;1855;hc7cc306779174be_4_255"/>
          <p:cNvSpPr txBox="1"/>
          <p:nvPr/>
        </p:nvSpPr>
        <p:spPr>
          <a:xfrm>
            <a:off x="941712" y="642823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OWASP</a:t>
            </a:r>
            <a:endParaRPr lang="es-CL" sz="1400" noProof="0"/>
          </a:p>
        </p:txBody>
      </p:sp>
      <p:sp>
        <p:nvSpPr>
          <p:cNvPr id="1856" name="Google Shape;1856;hc7cc306779174be_4_255"/>
          <p:cNvSpPr txBox="1"/>
          <p:nvPr/>
        </p:nvSpPr>
        <p:spPr>
          <a:xfrm>
            <a:off x="3684912" y="642823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Análisis estático y dinámico</a:t>
            </a:r>
            <a:endParaRPr lang="es-CL" sz="1400" noProof="0"/>
          </a:p>
        </p:txBody>
      </p:sp>
      <p:sp>
        <p:nvSpPr>
          <p:cNvPr id="1857" name="Google Shape;1857;hc7cc306779174be_4_255"/>
          <p:cNvSpPr/>
          <p:nvPr/>
        </p:nvSpPr>
        <p:spPr>
          <a:xfrm>
            <a:off x="731520" y="706831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8" name="Google Shape;1858;hc7cc306779174be_4_255"/>
          <p:cNvSpPr txBox="1"/>
          <p:nvPr/>
        </p:nvSpPr>
        <p:spPr>
          <a:xfrm>
            <a:off x="941712" y="732434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 9001</a:t>
            </a:r>
            <a:endParaRPr lang="es-CL" sz="1400" noProof="0"/>
          </a:p>
        </p:txBody>
      </p:sp>
      <p:sp>
        <p:nvSpPr>
          <p:cNvPr id="1859" name="Google Shape;1859;hc7cc306779174be_4_255"/>
          <p:cNvSpPr txBox="1"/>
          <p:nvPr/>
        </p:nvSpPr>
        <p:spPr>
          <a:xfrm>
            <a:off x="3684912" y="732434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Marco de auditoría</a:t>
            </a:r>
            <a:endParaRPr lang="es-CL" sz="1400" noProof="0"/>
          </a:p>
        </p:txBody>
      </p:sp>
      <p:sp>
        <p:nvSpPr>
          <p:cNvPr id="1860" name="Google Shape;1860;hc7cc306779174be_4_255"/>
          <p:cNvSpPr/>
          <p:nvPr/>
        </p:nvSpPr>
        <p:spPr>
          <a:xfrm>
            <a:off x="731520" y="7964423"/>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61" name="Google Shape;1861;hc7cc306779174be_4_255"/>
          <p:cNvSpPr txBox="1"/>
          <p:nvPr/>
        </p:nvSpPr>
        <p:spPr>
          <a:xfrm>
            <a:off x="941712" y="8220455"/>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CMMI-DEV N3</a:t>
            </a:r>
            <a:endParaRPr lang="es-CL" sz="1400" noProof="0"/>
          </a:p>
        </p:txBody>
      </p:sp>
      <p:sp>
        <p:nvSpPr>
          <p:cNvPr id="1862" name="Google Shape;1862;hc7cc306779174be_4_255"/>
          <p:cNvSpPr txBox="1"/>
          <p:nvPr/>
        </p:nvSpPr>
        <p:spPr>
          <a:xfrm>
            <a:off x="3684912" y="8220455"/>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Madurez del proceso</a:t>
            </a:r>
            <a:endParaRPr lang="es-CL" sz="1400" noProof="0"/>
          </a:p>
        </p:txBody>
      </p:sp>
      <p:sp>
        <p:nvSpPr>
          <p:cNvPr id="1863" name="Google Shape;1863;hc7cc306779174be_4_255"/>
          <p:cNvSpPr txBox="1"/>
          <p:nvPr/>
        </p:nvSpPr>
        <p:spPr>
          <a:xfrm>
            <a:off x="9390888" y="365760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LEYES</a:t>
            </a:r>
            <a:endParaRPr lang="es-CL" sz="1400" noProof="0"/>
          </a:p>
        </p:txBody>
      </p:sp>
      <p:sp>
        <p:nvSpPr>
          <p:cNvPr id="1864" name="Google Shape;1864;hc7cc306779174be_4_255"/>
          <p:cNvSpPr txBox="1"/>
          <p:nvPr/>
        </p:nvSpPr>
        <p:spPr>
          <a:xfrm>
            <a:off x="9390888" y="40690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Decreto 977</a:t>
            </a:r>
            <a:endParaRPr lang="es-CL" sz="1400" noProof="0"/>
          </a:p>
        </p:txBody>
      </p:sp>
      <p:sp>
        <p:nvSpPr>
          <p:cNvPr id="1865" name="Google Shape;1865;hc7cc306779174be_4_255"/>
          <p:cNvSpPr txBox="1"/>
          <p:nvPr/>
        </p:nvSpPr>
        <p:spPr>
          <a:xfrm>
            <a:off x="9390888" y="44348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 −18 °C registrado y retiro expedito</a:t>
            </a:r>
            <a:endParaRPr lang="es-CL" sz="1400" noProof="0"/>
          </a:p>
        </p:txBody>
      </p:sp>
      <p:sp>
        <p:nvSpPr>
          <p:cNvPr id="1866" name="Google Shape;1866;hc7cc306779174be_4_255"/>
          <p:cNvSpPr txBox="1"/>
          <p:nvPr/>
        </p:nvSpPr>
        <p:spPr>
          <a:xfrm>
            <a:off x="9390888" y="49834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SII · DTE</a:t>
            </a:r>
            <a:endParaRPr lang="es-CL" sz="1400" noProof="0"/>
          </a:p>
        </p:txBody>
      </p:sp>
      <p:sp>
        <p:nvSpPr>
          <p:cNvPr id="1867" name="Google Shape;1867;hc7cc306779174be_4_255"/>
          <p:cNvSpPr txBox="1"/>
          <p:nvPr/>
        </p:nvSpPr>
        <p:spPr>
          <a:xfrm>
            <a:off x="9390888" y="53492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Guía electrónica y acuse de recibo</a:t>
            </a:r>
            <a:endParaRPr lang="es-CL" sz="1400" noProof="0"/>
          </a:p>
        </p:txBody>
      </p:sp>
      <p:sp>
        <p:nvSpPr>
          <p:cNvPr id="1868" name="Google Shape;1868;hc7cc306779174be_4_255"/>
          <p:cNvSpPr txBox="1"/>
          <p:nvPr/>
        </p:nvSpPr>
        <p:spPr>
          <a:xfrm>
            <a:off x="9390888" y="58978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Art. 25 bis</a:t>
            </a:r>
            <a:endParaRPr lang="es-CL" sz="1400" noProof="0"/>
          </a:p>
        </p:txBody>
      </p:sp>
      <p:sp>
        <p:nvSpPr>
          <p:cNvPr id="1869" name="Google Shape;1869;hc7cc306779174be_4_255"/>
          <p:cNvSpPr txBox="1"/>
          <p:nvPr/>
        </p:nvSpPr>
        <p:spPr>
          <a:xfrm>
            <a:off x="9390888" y="62636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Jornada de conductores en el ruteo</a:t>
            </a:r>
            <a:endParaRPr lang="es-CL" sz="1400" noProof="0"/>
          </a:p>
        </p:txBody>
      </p:sp>
      <p:sp>
        <p:nvSpPr>
          <p:cNvPr id="1870" name="Google Shape;1870;hc7cc306779174be_4_255"/>
          <p:cNvSpPr txBox="1"/>
          <p:nvPr/>
        </p:nvSpPr>
        <p:spPr>
          <a:xfrm>
            <a:off x="9390888" y="68122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Ley 21.719</a:t>
            </a:r>
            <a:endParaRPr lang="es-CL" sz="1400" noProof="0"/>
          </a:p>
        </p:txBody>
      </p:sp>
      <p:sp>
        <p:nvSpPr>
          <p:cNvPr id="1871" name="Google Shape;1871;hc7cc306779174be_4_255"/>
          <p:cNvSpPr txBox="1"/>
          <p:nvPr/>
        </p:nvSpPr>
        <p:spPr>
          <a:xfrm>
            <a:off x="9390888" y="71780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Datos personales, desde dic-2026</a:t>
            </a:r>
            <a:endParaRPr lang="es-CL" sz="1400" noProof="0"/>
          </a:p>
        </p:txBody>
      </p:sp>
      <p:sp>
        <p:nvSpPr>
          <p:cNvPr id="1872" name="Google Shape;1872;hc7cc306779174be_4_255"/>
          <p:cNvSpPr txBox="1"/>
          <p:nvPr/>
        </p:nvSpPr>
        <p:spPr>
          <a:xfrm>
            <a:off x="9390888" y="7726679"/>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GS1 · EDI</a:t>
            </a:r>
            <a:endParaRPr lang="es-CL" sz="1400" noProof="0"/>
          </a:p>
        </p:txBody>
      </p:sp>
      <p:sp>
        <p:nvSpPr>
          <p:cNvPr id="1873" name="Google Shape;1873;hc7cc306779174be_4_255"/>
          <p:cNvSpPr txBox="1"/>
          <p:nvPr/>
        </p:nvSpPr>
        <p:spPr>
          <a:xfrm>
            <a:off x="9390888" y="80924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GTIN, GLN y SSCC</a:t>
            </a:r>
            <a:endParaRPr lang="es-CL" sz="1400" noProof="0"/>
          </a:p>
        </p:txBody>
      </p:sp>
      <p:sp>
        <p:nvSpPr>
          <p:cNvPr id="187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0"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Calidad del producto</a:t>
            </a:r>
            <a:endParaRPr lang="es-CL" sz="1400" noProof="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5" name="Google Shape;1885;hc7cc306779174be_4_489"/>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887" name="Google Shape;1887;hc7cc306779174be_4_489"/>
          <p:cNvSpPr/>
          <p:nvPr/>
        </p:nvSpPr>
        <p:spPr>
          <a:xfrm>
            <a:off x="91440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100 %</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requisitos con prueba aprobada</a:t>
            </a:r>
            <a:endParaRPr lang="es-CL" sz="1400" noProof="0"/>
          </a:p>
        </p:txBody>
      </p:sp>
      <p:sp>
        <p:nvSpPr>
          <p:cNvPr id="1888" name="Google Shape;1888;hc7cc306779174be_4_489"/>
          <p:cNvSpPr/>
          <p:nvPr/>
        </p:nvSpPr>
        <p:spPr>
          <a:xfrm>
            <a:off x="507492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defectos críticos o altos al cierre</a:t>
            </a:r>
            <a:endParaRPr lang="es-CL" sz="1400" noProof="0"/>
          </a:p>
        </p:txBody>
      </p:sp>
      <p:sp>
        <p:nvSpPr>
          <p:cNvPr id="1889" name="Google Shape;1889;hc7cc306779174be_4_489"/>
          <p:cNvSpPr/>
          <p:nvPr/>
        </p:nvSpPr>
        <p:spPr>
          <a:xfrm>
            <a:off x="923544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 min</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 caída entre 05:30 y 07:00</a:t>
            </a:r>
            <a:endParaRPr lang="es-CL" sz="1400" noProof="0"/>
          </a:p>
        </p:txBody>
      </p:sp>
      <p:sp>
        <p:nvSpPr>
          <p:cNvPr id="1890" name="Google Shape;1890;hc7cc306779174be_4_489"/>
          <p:cNvSpPr/>
          <p:nvPr/>
        </p:nvSpPr>
        <p:spPr>
          <a:xfrm>
            <a:off x="13395959"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16 de 16</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resultados del Caso</a:t>
            </a:r>
            <a:endParaRPr lang="es-CL" sz="1400" noProof="0"/>
          </a:p>
        </p:txBody>
      </p:sp>
      <p:sp>
        <p:nvSpPr>
          <p:cNvPr id="1891" name="Google Shape;1891;hc7cc306779174be_4_489"/>
          <p:cNvSpPr/>
          <p:nvPr/>
        </p:nvSpPr>
        <p:spPr>
          <a:xfrm>
            <a:off x="91440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Funcionalidad</a:t>
            </a:r>
            <a:endParaRPr lang="es-CL" sz="1400" noProof="0"/>
          </a:p>
        </p:txBody>
      </p:sp>
      <p:sp>
        <p:nvSpPr>
          <p:cNvPr id="1893" name="Google Shape;1893;hc7cc306779174be_4_489"/>
          <p:cNvSpPr txBox="1"/>
          <p:nvPr/>
        </p:nvSpPr>
        <p:spPr>
          <a:xfrm>
            <a:off x="114300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100 % de requisitos probados</a:t>
            </a:r>
            <a:endParaRPr lang="es-CL" sz="1400" noProof="0"/>
          </a:p>
        </p:txBody>
      </p:sp>
      <p:sp>
        <p:nvSpPr>
          <p:cNvPr id="1894" name="Google Shape;1894;hc7cc306779174be_4_489"/>
          <p:cNvSpPr/>
          <p:nvPr/>
        </p:nvSpPr>
        <p:spPr>
          <a:xfrm>
            <a:off x="5074920" y="470916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Desempeño</a:t>
            </a:r>
            <a:endParaRPr lang="es-CL" sz="1400" noProof="0"/>
          </a:p>
        </p:txBody>
      </p:sp>
      <p:sp>
        <p:nvSpPr>
          <p:cNvPr id="1896" name="Google Shape;1896;hc7cc306779174be_4_489"/>
          <p:cNvSpPr txBox="1"/>
          <p:nvPr/>
        </p:nvSpPr>
        <p:spPr>
          <a:xfrm>
            <a:off x="5303520" y="536752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p95: preparación ≤ 1 s · preventa ≤ 1,5 s</a:t>
            </a:r>
            <a:endParaRPr lang="es-CL" sz="1400" noProof="0"/>
          </a:p>
        </p:txBody>
      </p:sp>
      <p:sp>
        <p:nvSpPr>
          <p:cNvPr id="1897" name="Google Shape;1897;hc7cc306779174be_4_489"/>
          <p:cNvSpPr/>
          <p:nvPr/>
        </p:nvSpPr>
        <p:spPr>
          <a:xfrm>
            <a:off x="923544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Compatibilidad</a:t>
            </a:r>
            <a:endParaRPr lang="es-CL" sz="1400" noProof="0"/>
          </a:p>
        </p:txBody>
      </p:sp>
      <p:sp>
        <p:nvSpPr>
          <p:cNvPr id="1899" name="Google Shape;1899;hc7cc306779174be_4_489"/>
          <p:cNvSpPr txBox="1"/>
          <p:nvPr/>
        </p:nvSpPr>
        <p:spPr>
          <a:xfrm>
            <a:off x="946404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15 de 15 integraciones</a:t>
            </a:r>
            <a:endParaRPr lang="es-CL" sz="1400" noProof="0"/>
          </a:p>
        </p:txBody>
      </p:sp>
      <p:sp>
        <p:nvSpPr>
          <p:cNvPr id="1900" name="Google Shape;1900;hc7cc306779174be_4_489"/>
          <p:cNvSpPr/>
          <p:nvPr/>
        </p:nvSpPr>
        <p:spPr>
          <a:xfrm>
            <a:off x="13395959"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Usabilidad</a:t>
            </a:r>
            <a:endParaRPr lang="es-CL" sz="1400" noProof="0"/>
          </a:p>
        </p:txBody>
      </p:sp>
      <p:sp>
        <p:nvSpPr>
          <p:cNvPr id="1902" name="Google Shape;1902;hc7cc306779174be_4_489"/>
          <p:cNvSpPr txBox="1"/>
          <p:nvPr/>
        </p:nvSpPr>
        <p:spPr>
          <a:xfrm>
            <a:off x="13624559"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WCAG 2.2 AA · guantes a −22 °C</a:t>
            </a:r>
            <a:endParaRPr lang="es-CL" sz="1400" noProof="0"/>
          </a:p>
        </p:txBody>
      </p:sp>
      <p:sp>
        <p:nvSpPr>
          <p:cNvPr id="1903" name="Google Shape;1903;hc7cc306779174be_4_489"/>
          <p:cNvSpPr/>
          <p:nvPr/>
        </p:nvSpPr>
        <p:spPr>
          <a:xfrm>
            <a:off x="914400" y="649224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Fiabilidad</a:t>
            </a:r>
            <a:endParaRPr lang="es-CL" sz="1400" noProof="0"/>
          </a:p>
        </p:txBody>
      </p:sp>
      <p:sp>
        <p:nvSpPr>
          <p:cNvPr id="1905" name="Google Shape;1905;hc7cc306779174be_4_489"/>
          <p:cNvSpPr txBox="1"/>
          <p:nvPr/>
        </p:nvSpPr>
        <p:spPr>
          <a:xfrm>
            <a:off x="114300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 99,9 % · RTO ≤ 4 h · RPO ≤ 15 min</a:t>
            </a:r>
            <a:endParaRPr lang="es-CL" sz="1400" noProof="0"/>
          </a:p>
        </p:txBody>
      </p:sp>
      <p:sp>
        <p:nvSpPr>
          <p:cNvPr id="1906" name="Google Shape;1906;hc7cc306779174be_4_489"/>
          <p:cNvSpPr/>
          <p:nvPr/>
        </p:nvSpPr>
        <p:spPr>
          <a:xfrm>
            <a:off x="507492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Seguridad</a:t>
            </a:r>
            <a:endParaRPr lang="es-CL" sz="1400" noProof="0"/>
          </a:p>
        </p:txBody>
      </p:sp>
      <p:sp>
        <p:nvSpPr>
          <p:cNvPr id="1908" name="Google Shape;1908;hc7cc306779174be_4_489"/>
          <p:cNvSpPr txBox="1"/>
          <p:nvPr/>
        </p:nvSpPr>
        <p:spPr>
          <a:xfrm>
            <a:off x="530352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0 hallazgos críticos o altos</a:t>
            </a:r>
            <a:endParaRPr lang="es-CL" sz="1400" noProof="0"/>
          </a:p>
        </p:txBody>
      </p:sp>
      <p:sp>
        <p:nvSpPr>
          <p:cNvPr id="1909" name="Google Shape;1909;hc7cc306779174be_4_489"/>
          <p:cNvSpPr/>
          <p:nvPr/>
        </p:nvSpPr>
        <p:spPr>
          <a:xfrm>
            <a:off x="923544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Mantenibilidad</a:t>
            </a:r>
            <a:endParaRPr lang="es-CL" sz="1400" noProof="0"/>
          </a:p>
        </p:txBody>
      </p:sp>
      <p:sp>
        <p:nvSpPr>
          <p:cNvPr id="1911" name="Google Shape;1911;hc7cc306779174be_4_489"/>
          <p:cNvSpPr txBox="1"/>
          <p:nvPr/>
        </p:nvSpPr>
        <p:spPr>
          <a:xfrm>
            <a:off x="9464040" y="715060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Cobertura 70 % negocio · 80 % global</a:t>
            </a:r>
            <a:endParaRPr lang="es-CL" sz="1400" noProof="0"/>
          </a:p>
        </p:txBody>
      </p:sp>
      <p:sp>
        <p:nvSpPr>
          <p:cNvPr id="1912" name="Google Shape;1912;hc7cc306779174be_4_489"/>
          <p:cNvSpPr/>
          <p:nvPr/>
        </p:nvSpPr>
        <p:spPr>
          <a:xfrm>
            <a:off x="13395959"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Portabilidad</a:t>
            </a:r>
            <a:endParaRPr lang="es-CL" sz="1400" noProof="0"/>
          </a:p>
        </p:txBody>
      </p:sp>
      <p:sp>
        <p:nvSpPr>
          <p:cNvPr id="1914" name="Google Shape;1914;hc7cc306779174be_4_489"/>
          <p:cNvSpPr txBox="1"/>
          <p:nvPr/>
        </p:nvSpPr>
        <p:spPr>
          <a:xfrm>
            <a:off x="13624559"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Mismo artefacto de QA a Producción</a:t>
            </a:r>
            <a:endParaRPr lang="es-CL" sz="1400" noProof="0"/>
          </a:p>
        </p:txBody>
      </p:sp>
      <p:sp>
        <p:nvSpPr>
          <p:cNvPr id="19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925"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Calidad que</a:t>
            </a:r>
            <a:endParaRPr lang="es-CL" noProof="0"/>
          </a:p>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bloquea</a:t>
            </a:r>
            <a:endParaRPr lang="es-CL" noProof="0"/>
          </a:p>
        </p:txBody>
      </p:sp>
      <p:sp>
        <p:nvSpPr>
          <p:cNvPr id="1926" name="Google Shape;1926;p31"/>
          <p:cNvSpPr txBox="1"/>
          <p:nvPr/>
        </p:nvSpPr>
        <p:spPr>
          <a:xfrm>
            <a:off x="1435608" y="4846320"/>
            <a:ext cx="758952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3C3C3C"/>
                </a:solidFill>
                <a:latin typeface="Inter SemiBold"/>
                <a:ea typeface="Inter SemiBold"/>
                <a:cs typeface="Inter SemiBold"/>
                <a:sym typeface="Inter SemiBold"/>
              </a:rPr>
              <a:t>7 puertas. Sin excepciones.</a:t>
            </a:r>
            <a:endParaRPr lang="es-CL" noProof="0"/>
          </a:p>
        </p:txBody>
      </p:sp>
      <p:sp>
        <p:nvSpPr>
          <p:cNvPr id="1927" name="Google Shape;1927;p31"/>
          <p:cNvSpPr txBox="1"/>
          <p:nvPr/>
        </p:nvSpPr>
        <p:spPr>
          <a:xfrm>
            <a:off x="1435608" y="5760720"/>
            <a:ext cx="76809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ART. 17.3 · 6 CONDICIONES PARA ACEPTAR</a:t>
            </a:r>
            <a:endParaRPr lang="es-CL" noProof="0"/>
          </a:p>
        </p:txBody>
      </p:sp>
      <p:sp>
        <p:nvSpPr>
          <p:cNvPr id="1928" name="Google Shape;1928;p31"/>
          <p:cNvSpPr/>
          <p:nvPr/>
        </p:nvSpPr>
        <p:spPr>
          <a:xfrm>
            <a:off x="143560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1</a:t>
            </a:r>
            <a:endParaRPr lang="es-CL" noProof="0"/>
          </a:p>
        </p:txBody>
      </p:sp>
      <p:sp>
        <p:nvSpPr>
          <p:cNvPr id="1929" name="Google Shape;1929;p31"/>
          <p:cNvSpPr txBox="1"/>
          <p:nvPr/>
        </p:nvSpPr>
        <p:spPr>
          <a:xfrm>
            <a:off x="1984248" y="6398011"/>
            <a:ext cx="3291840"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0 incidentes críticos o altos</a:t>
            </a:r>
          </a:p>
        </p:txBody>
      </p:sp>
      <p:sp>
        <p:nvSpPr>
          <p:cNvPr id="1930" name="Google Shape;1930;p31"/>
          <p:cNvSpPr/>
          <p:nvPr/>
        </p:nvSpPr>
        <p:spPr>
          <a:xfrm>
            <a:off x="536752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2</a:t>
            </a:r>
            <a:endParaRPr lang="es-CL" noProof="0"/>
          </a:p>
        </p:txBody>
      </p:sp>
      <p:sp>
        <p:nvSpPr>
          <p:cNvPr id="1931" name="Google Shape;1931;p31"/>
          <p:cNvSpPr txBox="1"/>
          <p:nvPr/>
        </p:nvSpPr>
        <p:spPr>
          <a:xfrm>
            <a:off x="5916168" y="6217920"/>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4 semanas de volumen real</a:t>
            </a:r>
            <a:endParaRPr lang="es-CL" noProof="0"/>
          </a:p>
        </p:txBody>
      </p:sp>
      <p:sp>
        <p:nvSpPr>
          <p:cNvPr id="1932" name="Google Shape;1932;p31"/>
          <p:cNvSpPr/>
          <p:nvPr/>
        </p:nvSpPr>
        <p:spPr>
          <a:xfrm>
            <a:off x="143560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3</a:t>
            </a:r>
            <a:endParaRPr lang="es-CL" noProof="0"/>
          </a:p>
        </p:txBody>
      </p:sp>
      <p:sp>
        <p:nvSpPr>
          <p:cNvPr id="1933" name="Google Shape;1933;p31"/>
          <p:cNvSpPr txBox="1"/>
          <p:nvPr/>
        </p:nvSpPr>
        <p:spPr>
          <a:xfrm>
            <a:off x="198424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caída en despacho</a:t>
            </a:r>
            <a:endParaRPr lang="es-CL" noProof="0"/>
          </a:p>
        </p:txBody>
      </p:sp>
      <p:sp>
        <p:nvSpPr>
          <p:cNvPr id="1934" name="Google Shape;1934;p31"/>
          <p:cNvSpPr/>
          <p:nvPr/>
        </p:nvSpPr>
        <p:spPr>
          <a:xfrm>
            <a:off x="536752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4</a:t>
            </a:r>
            <a:endParaRPr lang="es-CL" noProof="0"/>
          </a:p>
        </p:txBody>
      </p:sp>
      <p:sp>
        <p:nvSpPr>
          <p:cNvPr id="1935" name="Google Shape;1935;p31"/>
          <p:cNvSpPr txBox="1"/>
          <p:nvPr/>
        </p:nvSpPr>
        <p:spPr>
          <a:xfrm>
            <a:off x="591616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diferencias sin explicar</a:t>
            </a:r>
            <a:endParaRPr lang="es-CL" noProof="0"/>
          </a:p>
        </p:txBody>
      </p:sp>
      <p:sp>
        <p:nvSpPr>
          <p:cNvPr id="1936" name="Google Shape;1936;p31"/>
          <p:cNvSpPr/>
          <p:nvPr/>
        </p:nvSpPr>
        <p:spPr>
          <a:xfrm>
            <a:off x="143560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5</a:t>
            </a:r>
            <a:endParaRPr lang="es-CL" noProof="0"/>
          </a:p>
        </p:txBody>
      </p:sp>
      <p:sp>
        <p:nvSpPr>
          <p:cNvPr id="1937" name="Google Shape;1937;p31"/>
          <p:cNvSpPr txBox="1"/>
          <p:nvPr/>
        </p:nvSpPr>
        <p:spPr>
          <a:xfrm>
            <a:off x="198424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100 % usuarios certificados</a:t>
            </a:r>
            <a:endParaRPr lang="es-CL" noProof="0"/>
          </a:p>
        </p:txBody>
      </p:sp>
      <p:sp>
        <p:nvSpPr>
          <p:cNvPr id="1938" name="Google Shape;1938;p31"/>
          <p:cNvSpPr/>
          <p:nvPr/>
        </p:nvSpPr>
        <p:spPr>
          <a:xfrm>
            <a:off x="536752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6</a:t>
            </a:r>
            <a:endParaRPr lang="es-CL" noProof="0"/>
          </a:p>
        </p:txBody>
      </p:sp>
      <p:sp>
        <p:nvSpPr>
          <p:cNvPr id="1939" name="Google Shape;1939;p31"/>
          <p:cNvSpPr txBox="1"/>
          <p:nvPr/>
        </p:nvSpPr>
        <p:spPr>
          <a:xfrm>
            <a:off x="591616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Acta de la Contraparte</a:t>
            </a:r>
            <a:endParaRPr lang="es-CL" noProof="0"/>
          </a:p>
        </p:txBody>
      </p:sp>
      <p:sp>
        <p:nvSpPr>
          <p:cNvPr id="1940" name="Google Shape;1940;p31"/>
          <p:cNvSpPr/>
          <p:nvPr/>
        </p:nvSpPr>
        <p:spPr>
          <a:xfrm>
            <a:off x="9509760" y="91440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G0</a:t>
            </a:r>
            <a:endParaRPr lang="es-CL" noProof="0"/>
          </a:p>
        </p:txBody>
      </p:sp>
      <p:sp>
        <p:nvSpPr>
          <p:cNvPr id="1942" name="Google Shape;1942;p31"/>
          <p:cNvSpPr txBox="1"/>
          <p:nvPr/>
        </p:nvSpPr>
        <p:spPr>
          <a:xfrm>
            <a:off x="10561320" y="9875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Compromiso local</a:t>
            </a:r>
            <a:endParaRPr lang="es-CL" noProof="0"/>
          </a:p>
        </p:txBody>
      </p:sp>
      <p:sp>
        <p:nvSpPr>
          <p:cNvPr id="1943" name="Google Shape;1943;p31"/>
          <p:cNvSpPr txBox="1"/>
          <p:nvPr/>
        </p:nvSpPr>
        <p:spPr>
          <a:xfrm>
            <a:off x="10561320" y="14173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Formato y pruebas</a:t>
            </a:r>
            <a:endParaRPr lang="es-CL" noProof="0"/>
          </a:p>
        </p:txBody>
      </p:sp>
      <p:sp>
        <p:nvSpPr>
          <p:cNvPr id="1944" name="Google Shape;1944;p31"/>
          <p:cNvSpPr/>
          <p:nvPr/>
        </p:nvSpPr>
        <p:spPr>
          <a:xfrm>
            <a:off x="9509760" y="201168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G1</a:t>
            </a:r>
            <a:endParaRPr lang="es-CL" noProof="0"/>
          </a:p>
        </p:txBody>
      </p:sp>
      <p:sp>
        <p:nvSpPr>
          <p:cNvPr id="1946" name="Google Shape;1946;p31"/>
          <p:cNvSpPr txBox="1"/>
          <p:nvPr/>
        </p:nvSpPr>
        <p:spPr>
          <a:xfrm>
            <a:off x="10561320" y="208483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Solicitud de fusión</a:t>
            </a:r>
            <a:endParaRPr lang="es-CL" noProof="0"/>
          </a:p>
        </p:txBody>
      </p:sp>
      <p:sp>
        <p:nvSpPr>
          <p:cNvPr id="1947" name="Google Shape;1947;p31"/>
          <p:cNvSpPr txBox="1"/>
          <p:nvPr/>
        </p:nvSpPr>
        <p:spPr>
          <a:xfrm>
            <a:off x="10561320" y="25146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Revisión por pares</a:t>
            </a:r>
            <a:endParaRPr lang="es-CL" noProof="0"/>
          </a:p>
        </p:txBody>
      </p:sp>
      <p:sp>
        <p:nvSpPr>
          <p:cNvPr id="1948" name="Google Shape;1948;p31"/>
          <p:cNvSpPr/>
          <p:nvPr/>
        </p:nvSpPr>
        <p:spPr>
          <a:xfrm>
            <a:off x="9509760" y="310896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G2</a:t>
            </a:r>
            <a:endParaRPr lang="es-CL" noProof="0"/>
          </a:p>
        </p:txBody>
      </p:sp>
      <p:sp>
        <p:nvSpPr>
          <p:cNvPr id="1950" name="Google Shape;1950;p31"/>
          <p:cNvSpPr txBox="1"/>
          <p:nvPr/>
        </p:nvSpPr>
        <p:spPr>
          <a:xfrm>
            <a:off x="10561320" y="318211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Integración continua</a:t>
            </a:r>
            <a:endParaRPr lang="es-CL" noProof="0"/>
          </a:p>
        </p:txBody>
      </p:sp>
      <p:sp>
        <p:nvSpPr>
          <p:cNvPr id="1951" name="Google Shape;1951;p31"/>
          <p:cNvSpPr txBox="1"/>
          <p:nvPr/>
        </p:nvSpPr>
        <p:spPr>
          <a:xfrm>
            <a:off x="10561320" y="361188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Cobertura · complejidad · contratos</a:t>
            </a:r>
            <a:endParaRPr lang="es-CL" noProof="0"/>
          </a:p>
        </p:txBody>
      </p:sp>
      <p:sp>
        <p:nvSpPr>
          <p:cNvPr id="1952" name="Google Shape;1952;p31"/>
          <p:cNvSpPr/>
          <p:nvPr/>
        </p:nvSpPr>
        <p:spPr>
          <a:xfrm>
            <a:off x="9509760" y="420624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G3</a:t>
            </a:r>
            <a:endParaRPr lang="es-CL" noProof="0"/>
          </a:p>
        </p:txBody>
      </p:sp>
      <p:sp>
        <p:nvSpPr>
          <p:cNvPr id="1954" name="Google Shape;1954;p31"/>
          <p:cNvSpPr txBox="1"/>
          <p:nvPr/>
        </p:nvSpPr>
        <p:spPr>
          <a:xfrm>
            <a:off x="10561320" y="427939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Promoción a QA</a:t>
            </a:r>
            <a:endParaRPr lang="es-CL" noProof="0"/>
          </a:p>
        </p:txBody>
      </p:sp>
      <p:sp>
        <p:nvSpPr>
          <p:cNvPr id="1955" name="Google Shape;1955;p31"/>
          <p:cNvSpPr txBox="1"/>
          <p:nvPr/>
        </p:nvSpPr>
        <p:spPr>
          <a:xfrm>
            <a:off x="10561320" y="4709159"/>
            <a:ext cx="667512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Sin vulnerabilidades críticas o altas</a:t>
            </a:r>
          </a:p>
        </p:txBody>
      </p:sp>
      <p:sp>
        <p:nvSpPr>
          <p:cNvPr id="1956" name="Google Shape;1956;p31"/>
          <p:cNvSpPr/>
          <p:nvPr/>
        </p:nvSpPr>
        <p:spPr>
          <a:xfrm>
            <a:off x="9509760" y="530352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G4</a:t>
            </a:r>
            <a:endParaRPr lang="es-CL" noProof="0"/>
          </a:p>
        </p:txBody>
      </p:sp>
      <p:sp>
        <p:nvSpPr>
          <p:cNvPr id="1958" name="Google Shape;1958;p31"/>
          <p:cNvSpPr txBox="1"/>
          <p:nvPr/>
        </p:nvSpPr>
        <p:spPr>
          <a:xfrm>
            <a:off x="10561320" y="537667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Preproducción</a:t>
            </a:r>
            <a:endParaRPr lang="es-CL" noProof="0"/>
          </a:p>
        </p:txBody>
      </p:sp>
      <p:sp>
        <p:nvSpPr>
          <p:cNvPr id="1959" name="Google Shape;1959;p31"/>
          <p:cNvSpPr txBox="1"/>
          <p:nvPr/>
        </p:nvSpPr>
        <p:spPr>
          <a:xfrm>
            <a:off x="10561320" y="580644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Regresión · DAST · WCAG</a:t>
            </a:r>
            <a:endParaRPr lang="es-CL" noProof="0"/>
          </a:p>
        </p:txBody>
      </p:sp>
      <p:sp>
        <p:nvSpPr>
          <p:cNvPr id="1960" name="Google Shape;1960;p31"/>
          <p:cNvSpPr/>
          <p:nvPr/>
        </p:nvSpPr>
        <p:spPr>
          <a:xfrm>
            <a:off x="9509760" y="6400800"/>
            <a:ext cx="7863840" cy="960120"/>
          </a:xfrm>
          <a:prstGeom prst="roundRect">
            <a:avLst>
              <a:gd name="adj" fmla="val 15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G5</a:t>
            </a:r>
            <a:endParaRPr lang="es-CL" noProof="0"/>
          </a:p>
        </p:txBody>
      </p:sp>
      <p:sp>
        <p:nvSpPr>
          <p:cNvPr id="1962" name="Google Shape;1962;p31"/>
          <p:cNvSpPr txBox="1"/>
          <p:nvPr/>
        </p:nvSpPr>
        <p:spPr>
          <a:xfrm>
            <a:off x="10561320" y="64739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FFFFFF"/>
                </a:solidFill>
                <a:latin typeface="Inter SemiBold"/>
                <a:ea typeface="Inter SemiBold"/>
                <a:cs typeface="Inter SemiBold"/>
                <a:sym typeface="Inter SemiBold"/>
              </a:rPr>
              <a:t>Entrada a Producción</a:t>
            </a:r>
            <a:endParaRPr lang="es-CL" noProof="0"/>
          </a:p>
        </p:txBody>
      </p:sp>
      <p:sp>
        <p:nvSpPr>
          <p:cNvPr id="1963" name="Google Shape;1963;p31"/>
          <p:cNvSpPr txBox="1"/>
          <p:nvPr/>
        </p:nvSpPr>
        <p:spPr>
          <a:xfrm>
            <a:off x="10561320" y="69037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C7C7C7"/>
                </a:solidFill>
                <a:latin typeface="Inter"/>
                <a:ea typeface="Inter"/>
                <a:cs typeface="Inter"/>
                <a:sym typeface="Inter"/>
              </a:rPr>
              <a:t>Pruebas habilitantes · reversión</a:t>
            </a:r>
            <a:endParaRPr lang="es-CL" noProof="0"/>
          </a:p>
        </p:txBody>
      </p:sp>
      <p:sp>
        <p:nvSpPr>
          <p:cNvPr id="1964" name="Google Shape;1964;p31"/>
          <p:cNvSpPr/>
          <p:nvPr/>
        </p:nvSpPr>
        <p:spPr>
          <a:xfrm>
            <a:off x="9509760" y="7498079"/>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G6</a:t>
            </a:r>
            <a:endParaRPr lang="es-CL" noProof="0"/>
          </a:p>
        </p:txBody>
      </p:sp>
      <p:sp>
        <p:nvSpPr>
          <p:cNvPr id="1966" name="Google Shape;1966;p31"/>
          <p:cNvSpPr txBox="1"/>
          <p:nvPr/>
        </p:nvSpPr>
        <p:spPr>
          <a:xfrm>
            <a:off x="10561320" y="7571231"/>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Producción supervisada</a:t>
            </a:r>
            <a:endParaRPr lang="es-CL" noProof="0"/>
          </a:p>
        </p:txBody>
      </p:sp>
      <p:sp>
        <p:nvSpPr>
          <p:cNvPr id="1967" name="Google Shape;1967;p31"/>
          <p:cNvSpPr txBox="1"/>
          <p:nvPr/>
        </p:nvSpPr>
        <p:spPr>
          <a:xfrm>
            <a:off x="10561320" y="80010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Canario · presupuesto de error</a:t>
            </a:r>
            <a:endParaRPr lang="es-CL" noProof="0"/>
          </a:p>
        </p:txBody>
      </p:sp>
      <p:sp>
        <p:nvSpPr>
          <p:cNvPr id="196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4"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Pruebas: del código al terreno</a:t>
            </a:r>
            <a:endParaRPr lang="es-CL" sz="1400" noProof="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9" name="Google Shape;1979;hc7cc306779174be_4_957"/>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981" name="Google Shape;1981;hc7cc306779174be_4_957"/>
          <p:cNvSpPr/>
          <p:nvPr/>
        </p:nvSpPr>
        <p:spPr>
          <a:xfrm>
            <a:off x="914400" y="3246120"/>
            <a:ext cx="3154800" cy="567000"/>
          </a:xfrm>
          <a:prstGeom prst="roundRect">
            <a:avLst>
              <a:gd name="adj" fmla="val 2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Desarrollo</a:t>
            </a:r>
            <a:endParaRPr lang="es-CL" sz="1400" noProof="0"/>
          </a:p>
        </p:txBody>
      </p:sp>
      <p:sp>
        <p:nvSpPr>
          <p:cNvPr id="1982" name="Google Shape;1982;hc7cc306779174be_4_957"/>
          <p:cNvSpPr/>
          <p:nvPr/>
        </p:nvSpPr>
        <p:spPr>
          <a:xfrm>
            <a:off x="914400"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Unitarias y componente</a:t>
            </a:r>
            <a:endParaRPr lang="es-CL" sz="1400" noProof="0"/>
          </a:p>
        </p:txBody>
      </p:sp>
      <p:sp>
        <p:nvSpPr>
          <p:cNvPr id="1983" name="Google Shape;1983;hc7cc306779174be_4_957"/>
          <p:cNvSpPr/>
          <p:nvPr/>
        </p:nvSpPr>
        <p:spPr>
          <a:xfrm>
            <a:off x="914400"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Contratos de API</a:t>
            </a:r>
            <a:endParaRPr lang="es-CL" sz="1400" noProof="0"/>
          </a:p>
        </p:txBody>
      </p:sp>
      <p:cxnSp>
        <p:nvCxnSpPr>
          <p:cNvPr id="1984" name="Google Shape;1984;hc7cc306779174be_4_957"/>
          <p:cNvCxnSpPr/>
          <p:nvPr/>
        </p:nvCxnSpPr>
        <p:spPr>
          <a:xfrm>
            <a:off x="4069080"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85" name="Google Shape;1985;hc7cc306779174be_4_957"/>
          <p:cNvSpPr/>
          <p:nvPr/>
        </p:nvSpPr>
        <p:spPr>
          <a:xfrm>
            <a:off x="4242816" y="3246120"/>
            <a:ext cx="3154800" cy="567000"/>
          </a:xfrm>
          <a:prstGeom prst="roundRect">
            <a:avLst>
              <a:gd name="adj" fmla="val 20000"/>
            </a:avLst>
          </a:prstGeom>
          <a:solidFill>
            <a:srgbClr val="3C3C3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QA</a:t>
            </a:r>
            <a:endParaRPr lang="es-CL" sz="1400" noProof="0"/>
          </a:p>
        </p:txBody>
      </p:sp>
      <p:sp>
        <p:nvSpPr>
          <p:cNvPr id="1986" name="Google Shape;1986;hc7cc306779174be_4_957"/>
          <p:cNvSpPr/>
          <p:nvPr/>
        </p:nvSpPr>
        <p:spPr>
          <a:xfrm>
            <a:off x="4242816"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Integración de 15 flujos</a:t>
            </a:r>
            <a:endParaRPr lang="es-CL" sz="1400" noProof="0"/>
          </a:p>
        </p:txBody>
      </p:sp>
      <p:sp>
        <p:nvSpPr>
          <p:cNvPr id="1987" name="Google Shape;1987;hc7cc306779174be_4_957"/>
          <p:cNvSpPr/>
          <p:nvPr/>
        </p:nvSpPr>
        <p:spPr>
          <a:xfrm>
            <a:off x="4242816"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Sistema y regresión</a:t>
            </a:r>
            <a:endParaRPr lang="es-CL" sz="1400" noProof="0"/>
          </a:p>
        </p:txBody>
      </p:sp>
      <p:sp>
        <p:nvSpPr>
          <p:cNvPr id="1988" name="Google Shape;1988;hc7cc306779174be_4_957"/>
          <p:cNvSpPr/>
          <p:nvPr/>
        </p:nvSpPr>
        <p:spPr>
          <a:xfrm>
            <a:off x="4242816"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DAST y accesibilidad</a:t>
            </a:r>
            <a:endParaRPr lang="es-CL" sz="1400" noProof="0"/>
          </a:p>
        </p:txBody>
      </p:sp>
      <p:cxnSp>
        <p:nvCxnSpPr>
          <p:cNvPr id="1989" name="Google Shape;1989;hc7cc306779174be_4_957"/>
          <p:cNvCxnSpPr/>
          <p:nvPr/>
        </p:nvCxnSpPr>
        <p:spPr>
          <a:xfrm>
            <a:off x="7397496"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0" name="Google Shape;1990;hc7cc306779174be_4_957"/>
          <p:cNvSpPr/>
          <p:nvPr/>
        </p:nvSpPr>
        <p:spPr>
          <a:xfrm>
            <a:off x="7571232" y="3246120"/>
            <a:ext cx="3154800" cy="567000"/>
          </a:xfrm>
          <a:prstGeom prst="roundRect">
            <a:avLst>
              <a:gd name="adj" fmla="val 2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Preproducción</a:t>
            </a:r>
            <a:endParaRPr lang="es-CL" sz="1400" noProof="0"/>
          </a:p>
        </p:txBody>
      </p:sp>
      <p:sp>
        <p:nvSpPr>
          <p:cNvPr id="1991" name="Google Shape;1991;hc7cc306779174be_4_957"/>
          <p:cNvSpPr/>
          <p:nvPr/>
        </p:nvSpPr>
        <p:spPr>
          <a:xfrm>
            <a:off x="7571232"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Aceptación de usuario</a:t>
            </a:r>
            <a:endParaRPr lang="es-CL" sz="1400" noProof="0"/>
          </a:p>
        </p:txBody>
      </p:sp>
      <p:sp>
        <p:nvSpPr>
          <p:cNvPr id="1992" name="Google Shape;1992;hc7cc306779174be_4_957"/>
          <p:cNvSpPr/>
          <p:nvPr/>
        </p:nvSpPr>
        <p:spPr>
          <a:xfrm>
            <a:off x="7571232"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Carga 1,5× y estrés</a:t>
            </a:r>
            <a:endParaRPr lang="es-CL" sz="1400" noProof="0"/>
          </a:p>
        </p:txBody>
      </p:sp>
      <p:sp>
        <p:nvSpPr>
          <p:cNvPr id="1993" name="Google Shape;1993;hc7cc306779174be_4_957"/>
          <p:cNvSpPr/>
          <p:nvPr/>
        </p:nvSpPr>
        <p:spPr>
          <a:xfrm>
            <a:off x="7571232"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Resiliencia: sitios 24 h</a:t>
            </a:r>
            <a:endParaRPr lang="es-CL" sz="1400" noProof="0"/>
          </a:p>
        </p:txBody>
      </p:sp>
      <p:sp>
        <p:nvSpPr>
          <p:cNvPr id="1994" name="Google Shape;1994;hc7cc306779174be_4_957"/>
          <p:cNvSpPr/>
          <p:nvPr/>
        </p:nvSpPr>
        <p:spPr>
          <a:xfrm>
            <a:off x="7571232" y="585215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Migración y despliegue</a:t>
            </a:r>
            <a:endParaRPr lang="es-CL" sz="1400" noProof="0"/>
          </a:p>
        </p:txBody>
      </p:sp>
      <p:sp>
        <p:nvSpPr>
          <p:cNvPr id="1995" name="Google Shape;1995;hc7cc306779174be_4_957"/>
          <p:cNvSpPr/>
          <p:nvPr/>
        </p:nvSpPr>
        <p:spPr>
          <a:xfrm>
            <a:off x="7571232" y="649224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Intrusión por un tercero</a:t>
            </a:r>
            <a:endParaRPr lang="es-CL" sz="1400" noProof="0"/>
          </a:p>
        </p:txBody>
      </p:sp>
      <p:cxnSp>
        <p:nvCxnSpPr>
          <p:cNvPr id="1996" name="Google Shape;1996;hc7cc306779174be_4_957"/>
          <p:cNvCxnSpPr/>
          <p:nvPr/>
        </p:nvCxnSpPr>
        <p:spPr>
          <a:xfrm>
            <a:off x="10725912"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7" name="Google Shape;1997;hc7cc306779174be_4_957"/>
          <p:cNvSpPr/>
          <p:nvPr/>
        </p:nvSpPr>
        <p:spPr>
          <a:xfrm>
            <a:off x="10899648" y="3246120"/>
            <a:ext cx="3154800" cy="567000"/>
          </a:xfrm>
          <a:prstGeom prst="roundRect">
            <a:avLst>
              <a:gd name="adj" fmla="val 20000"/>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Terreno</a:t>
            </a:r>
            <a:endParaRPr lang="es-CL" sz="1400" noProof="0"/>
          </a:p>
        </p:txBody>
      </p:sp>
      <p:sp>
        <p:nvSpPr>
          <p:cNvPr id="1998" name="Google Shape;1998;hc7cc306779174be_4_957"/>
          <p:cNvSpPr/>
          <p:nvPr/>
        </p:nvSpPr>
        <p:spPr>
          <a:xfrm>
            <a:off x="10899648"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14 h sin señal</a:t>
            </a:r>
            <a:endParaRPr lang="es-CL" sz="1400" noProof="0"/>
          </a:p>
        </p:txBody>
      </p:sp>
      <p:sp>
        <p:nvSpPr>
          <p:cNvPr id="1999" name="Google Shape;1999;hc7cc306779174be_4_957"/>
          <p:cNvSpPr/>
          <p:nvPr/>
        </p:nvSpPr>
        <p:spPr>
          <a:xfrm>
            <a:off x="10899648"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−22 °C con guantes</a:t>
            </a:r>
            <a:endParaRPr lang="es-CL" sz="1400" noProof="0"/>
          </a:p>
        </p:txBody>
      </p:sp>
      <p:sp>
        <p:nvSpPr>
          <p:cNvPr id="2000" name="Google Shape;2000;hc7cc306779174be_4_957"/>
          <p:cNvSpPr/>
          <p:nvPr/>
        </p:nvSpPr>
        <p:spPr>
          <a:xfrm>
            <a:off x="10899648"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Lluvia · &gt; 34 °C · una mano</a:t>
            </a:r>
            <a:endParaRPr lang="es-CL" sz="1400" noProof="0"/>
          </a:p>
        </p:txBody>
      </p:sp>
      <p:cxnSp>
        <p:nvCxnSpPr>
          <p:cNvPr id="2001" name="Google Shape;2001;hc7cc306779174be_4_957"/>
          <p:cNvCxnSpPr/>
          <p:nvPr/>
        </p:nvCxnSpPr>
        <p:spPr>
          <a:xfrm>
            <a:off x="14054328"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2002" name="Google Shape;2002;hc7cc306779174be_4_957"/>
          <p:cNvSpPr/>
          <p:nvPr/>
        </p:nvSpPr>
        <p:spPr>
          <a:xfrm>
            <a:off x="14228064" y="3246120"/>
            <a:ext cx="3154800" cy="567000"/>
          </a:xfrm>
          <a:prstGeom prst="roundRect">
            <a:avLst>
              <a:gd name="adj" fmla="val 20000"/>
            </a:avLst>
          </a:prstGeom>
          <a:solidFill>
            <a:srgbClr val="B84A0F"/>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Producción</a:t>
            </a:r>
            <a:endParaRPr lang="es-CL" sz="1400" noProof="0"/>
          </a:p>
        </p:txBody>
      </p:sp>
      <p:sp>
        <p:nvSpPr>
          <p:cNvPr id="2003" name="Google Shape;2003;hc7cc306779174be_4_957"/>
          <p:cNvSpPr/>
          <p:nvPr/>
        </p:nvSpPr>
        <p:spPr>
          <a:xfrm>
            <a:off x="14228064"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Recuperación: RTO ≤ 4 h</a:t>
            </a:r>
            <a:endParaRPr lang="es-CL" sz="1400" noProof="0"/>
          </a:p>
        </p:txBody>
      </p:sp>
      <p:sp>
        <p:nvSpPr>
          <p:cNvPr id="2004" name="Google Shape;2004;hc7cc306779174be_4_957"/>
          <p:cNvSpPr/>
          <p:nvPr/>
        </p:nvSpPr>
        <p:spPr>
          <a:xfrm>
            <a:off x="14228064"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Marcha blanca: indicadores diarios</a:t>
            </a:r>
            <a:endParaRPr lang="es-CL" sz="1400" noProof="0"/>
          </a:p>
        </p:txBody>
      </p:sp>
      <p:sp>
        <p:nvSpPr>
          <p:cNvPr id="2005" name="Google Shape;2005;hc7cc306779174be_4_957"/>
          <p:cNvSpPr/>
          <p:nvPr/>
        </p:nvSpPr>
        <p:spPr>
          <a:xfrm>
            <a:off x="91440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1.316 casos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80 % automatizados</a:t>
            </a:r>
            <a:endParaRPr lang="es-CL" sz="1400" noProof="0"/>
          </a:p>
        </p:txBody>
      </p:sp>
      <p:sp>
        <p:nvSpPr>
          <p:cNvPr id="2006" name="Google Shape;2006;hc7cc306779174be_4_957"/>
          <p:cNvSpPr/>
          <p:nvPr/>
        </p:nvSpPr>
        <p:spPr>
          <a:xfrm>
            <a:off x="507492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21,99 TPS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carga = 1,5 ×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de septiembre</a:t>
            </a:r>
            <a:endParaRPr lang="es-CL" sz="1400" noProof="0"/>
          </a:p>
        </p:txBody>
      </p:sp>
      <p:sp>
        <p:nvSpPr>
          <p:cNvPr id="2007" name="Google Shape;2007;hc7cc306779174be_4_957"/>
          <p:cNvSpPr/>
          <p:nvPr/>
        </p:nvSpPr>
        <p:spPr>
          <a:xfrm>
            <a:off x="923544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≈4,4 h</a:t>
            </a:r>
          </a:p>
          <a:p>
            <a:pPr marL="0" marR="0" lvl="0" indent="0" algn="l" rtl="0">
              <a:spcBef>
                <a:spcPts val="0"/>
              </a:spcBef>
              <a:spcAft>
                <a:spcPts val="0"/>
              </a:spcAft>
              <a:buNone/>
            </a:pPr>
            <a:r>
              <a:rPr lang="es-CL" sz="1600" b="0" noProof="0">
                <a:solidFill>
                  <a:srgbClr val="3C3C3C"/>
                </a:solidFill>
                <a:latin typeface="Inter"/>
                <a:ea typeface="Inter"/>
                <a:cs typeface="Inter"/>
                <a:sym typeface="Inter"/>
              </a:rPr>
              <a:t>regresión automatizada con 2 ejecutores</a:t>
            </a:r>
            <a:endParaRPr lang="es-CL" sz="1400" noProof="0"/>
          </a:p>
        </p:txBody>
      </p:sp>
      <p:sp>
        <p:nvSpPr>
          <p:cNvPr id="2008" name="Google Shape;2008;hc7cc306779174be_4_957"/>
          <p:cNvSpPr/>
          <p:nvPr/>
        </p:nvSpPr>
        <p:spPr>
          <a:xfrm>
            <a:off x="13395959"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0 datos reales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en pruebas sin anonimizar</a:t>
            </a:r>
            <a:endParaRPr lang="es-CL" sz="1400" noProof="0"/>
          </a:p>
        </p:txBody>
      </p:sp>
      <p:sp>
        <p:nvSpPr>
          <p:cNvPr id="200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2018"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400" b="1" noProof="0">
                <a:solidFill>
                  <a:srgbClr val="111111"/>
                </a:solidFill>
                <a:latin typeface="Inter SemiBold"/>
                <a:ea typeface="Inter SemiBold"/>
                <a:cs typeface="Inter SemiBold"/>
                <a:sym typeface="Inter SemiBold"/>
              </a:rPr>
              <a:t>Trazabilidad y mejora</a:t>
            </a:r>
            <a:endParaRPr lang="es-CL" sz="1400" noProof="0"/>
          </a:p>
        </p:txBody>
      </p:sp>
      <p:sp>
        <p:nvSpPr>
          <p:cNvPr id="2019" name="Google Shape;2019;hc7cc306779174be_4_1072"/>
          <p:cNvSpPr txBox="1"/>
          <p:nvPr/>
        </p:nvSpPr>
        <p:spPr>
          <a:xfrm>
            <a:off x="9418320" y="457200"/>
            <a:ext cx="8138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DE EXTREMO A EXTREMO · EJEMPLO: RETIRO EN &lt; 2 H</a:t>
            </a:r>
            <a:endParaRPr lang="es-CL" sz="1400" noProof="0"/>
          </a:p>
        </p:txBody>
      </p:sp>
      <p:sp>
        <p:nvSpPr>
          <p:cNvPr id="2020" name="Google Shape;2020;hc7cc306779174be_4_1072"/>
          <p:cNvSpPr/>
          <p:nvPr/>
        </p:nvSpPr>
        <p:spPr>
          <a:xfrm>
            <a:off x="9418320" y="86868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Origen</a:t>
            </a:r>
            <a:endParaRPr lang="es-CL" sz="1400" noProof="0"/>
          </a:p>
        </p:txBody>
      </p:sp>
      <p:sp>
        <p:nvSpPr>
          <p:cNvPr id="2021" name="Google Shape;2021;hc7cc306779174be_4_1072"/>
          <p:cNvSpPr/>
          <p:nvPr/>
        </p:nvSpPr>
        <p:spPr>
          <a:xfrm>
            <a:off x="11932920" y="86868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Retiro sanitario en &lt; 2 h</a:t>
            </a:r>
            <a:endParaRPr lang="es-CL" sz="1400" noProof="0"/>
          </a:p>
        </p:txBody>
      </p:sp>
      <p:cxnSp>
        <p:nvCxnSpPr>
          <p:cNvPr id="2022" name="Google Shape;2022;hc7cc306779174be_4_1072"/>
          <p:cNvCxnSpPr/>
          <p:nvPr/>
        </p:nvCxnSpPr>
        <p:spPr>
          <a:xfrm>
            <a:off x="10607040" y="161848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3" name="Google Shape;2023;hc7cc306779174be_4_1072"/>
          <p:cNvSpPr/>
          <p:nvPr/>
        </p:nvSpPr>
        <p:spPr>
          <a:xfrm>
            <a:off x="9418320" y="185623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Requisito</a:t>
            </a:r>
            <a:endParaRPr lang="es-CL" sz="1400" noProof="0"/>
          </a:p>
        </p:txBody>
      </p:sp>
      <p:sp>
        <p:nvSpPr>
          <p:cNvPr id="2024" name="Google Shape;2024;hc7cc306779174be_4_1072"/>
          <p:cNvSpPr/>
          <p:nvPr/>
        </p:nvSpPr>
        <p:spPr>
          <a:xfrm>
            <a:off x="11932920" y="185623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RF-09.01 trazabilidad</a:t>
            </a:r>
            <a:endParaRPr lang="es-CL" sz="1400" noProof="0"/>
          </a:p>
        </p:txBody>
      </p:sp>
      <p:cxnSp>
        <p:nvCxnSpPr>
          <p:cNvPr id="2025" name="Google Shape;2025;hc7cc306779174be_4_1072"/>
          <p:cNvCxnSpPr/>
          <p:nvPr/>
        </p:nvCxnSpPr>
        <p:spPr>
          <a:xfrm>
            <a:off x="10607040" y="260604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6" name="Google Shape;2026;hc7cc306779174be_4_1072"/>
          <p:cNvSpPr/>
          <p:nvPr/>
        </p:nvSpPr>
        <p:spPr>
          <a:xfrm>
            <a:off x="9418320" y="2843784"/>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Componente</a:t>
            </a:r>
            <a:endParaRPr lang="es-CL" sz="1400" noProof="0"/>
          </a:p>
        </p:txBody>
      </p:sp>
      <p:sp>
        <p:nvSpPr>
          <p:cNvPr id="2027" name="Google Shape;2027;hc7cc306779174be_4_1072"/>
          <p:cNvSpPr/>
          <p:nvPr/>
        </p:nvSpPr>
        <p:spPr>
          <a:xfrm>
            <a:off x="11932920" y="284378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M9 Calidad y trazabilidad</a:t>
            </a:r>
            <a:endParaRPr lang="es-CL" sz="1400" noProof="0"/>
          </a:p>
        </p:txBody>
      </p:sp>
      <p:cxnSp>
        <p:nvCxnSpPr>
          <p:cNvPr id="2028" name="Google Shape;2028;hc7cc306779174be_4_1072"/>
          <p:cNvCxnSpPr/>
          <p:nvPr/>
        </p:nvCxnSpPr>
        <p:spPr>
          <a:xfrm>
            <a:off x="10607040" y="3593592"/>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9" name="Google Shape;2029;hc7cc306779174be_4_1072"/>
          <p:cNvSpPr/>
          <p:nvPr/>
        </p:nvSpPr>
        <p:spPr>
          <a:xfrm>
            <a:off x="9418320" y="3831336"/>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Paquete EDT</a:t>
            </a:r>
            <a:endParaRPr lang="es-CL" sz="1400" noProof="0"/>
          </a:p>
        </p:txBody>
      </p:sp>
      <p:sp>
        <p:nvSpPr>
          <p:cNvPr id="2030" name="Google Shape;2030;hc7cc306779174be_4_1072"/>
          <p:cNvSpPr/>
          <p:nvPr/>
        </p:nvSpPr>
        <p:spPr>
          <a:xfrm>
            <a:off x="11932920" y="3831336"/>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3.4.4 Cadena de frío y retiro</a:t>
            </a:r>
            <a:endParaRPr lang="es-CL" sz="1400" noProof="0"/>
          </a:p>
        </p:txBody>
      </p:sp>
      <p:cxnSp>
        <p:nvCxnSpPr>
          <p:cNvPr id="2031" name="Google Shape;2031;hc7cc306779174be_4_1072"/>
          <p:cNvCxnSpPr/>
          <p:nvPr/>
        </p:nvCxnSpPr>
        <p:spPr>
          <a:xfrm>
            <a:off x="10607040" y="4581144"/>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2" name="Google Shape;2032;hc7cc306779174be_4_1072"/>
          <p:cNvSpPr/>
          <p:nvPr/>
        </p:nvSpPr>
        <p:spPr>
          <a:xfrm>
            <a:off x="9418320" y="4818888"/>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Prueba</a:t>
            </a:r>
            <a:endParaRPr lang="es-CL" sz="1400" noProof="0"/>
          </a:p>
        </p:txBody>
      </p:sp>
      <p:sp>
        <p:nvSpPr>
          <p:cNvPr id="2033" name="Google Shape;2033;hc7cc306779174be_4_1072"/>
          <p:cNvSpPr/>
          <p:nvPr/>
        </p:nvSpPr>
        <p:spPr>
          <a:xfrm>
            <a:off x="11932920" y="4818888"/>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Simulacro de retiro</a:t>
            </a:r>
            <a:endParaRPr lang="es-CL" sz="1400" noProof="0"/>
          </a:p>
        </p:txBody>
      </p:sp>
      <p:cxnSp>
        <p:nvCxnSpPr>
          <p:cNvPr id="2034" name="Google Shape;2034;hc7cc306779174be_4_1072"/>
          <p:cNvCxnSpPr/>
          <p:nvPr/>
        </p:nvCxnSpPr>
        <p:spPr>
          <a:xfrm>
            <a:off x="10607040" y="5568696"/>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5" name="Google Shape;2035;hc7cc306779174be_4_1072"/>
          <p:cNvSpPr/>
          <p:nvPr/>
        </p:nvSpPr>
        <p:spPr>
          <a:xfrm>
            <a:off x="9418320" y="580644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Código</a:t>
            </a:r>
            <a:endParaRPr lang="es-CL" sz="1400" noProof="0"/>
          </a:p>
        </p:txBody>
      </p:sp>
      <p:sp>
        <p:nvSpPr>
          <p:cNvPr id="2036" name="Google Shape;2036;hc7cc306779174be_4_1072"/>
          <p:cNvSpPr/>
          <p:nvPr/>
        </p:nvSpPr>
        <p:spPr>
          <a:xfrm>
            <a:off x="11932920" y="580644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Fusión con el ID del requisito</a:t>
            </a:r>
            <a:endParaRPr lang="es-CL" sz="1400" noProof="0"/>
          </a:p>
        </p:txBody>
      </p:sp>
      <p:cxnSp>
        <p:nvCxnSpPr>
          <p:cNvPr id="2037" name="Google Shape;2037;hc7cc306779174be_4_1072"/>
          <p:cNvCxnSpPr/>
          <p:nvPr/>
        </p:nvCxnSpPr>
        <p:spPr>
          <a:xfrm>
            <a:off x="10607040" y="655624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8" name="Google Shape;2038;hc7cc306779174be_4_1072"/>
          <p:cNvSpPr/>
          <p:nvPr/>
        </p:nvSpPr>
        <p:spPr>
          <a:xfrm>
            <a:off x="9418320" y="679399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Despliegue</a:t>
            </a:r>
            <a:endParaRPr lang="es-CL" sz="1400" noProof="0"/>
          </a:p>
        </p:txBody>
      </p:sp>
      <p:sp>
        <p:nvSpPr>
          <p:cNvPr id="2039" name="Google Shape;2039;hc7cc306779174be_4_1072"/>
          <p:cNvSpPr/>
          <p:nvPr/>
        </p:nvSpPr>
        <p:spPr>
          <a:xfrm>
            <a:off x="11932920" y="679399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err="1">
                <a:solidFill>
                  <a:srgbClr val="111111"/>
                </a:solidFill>
                <a:latin typeface="Inter SemiBold"/>
                <a:ea typeface="Inter SemiBold"/>
                <a:cs typeface="Inter SemiBold"/>
                <a:sym typeface="Inter SemiBold"/>
              </a:rPr>
              <a:t>Digest</a:t>
            </a:r>
            <a:r>
              <a:rPr lang="es-CL" sz="1800" b="1" noProof="0">
                <a:solidFill>
                  <a:srgbClr val="111111"/>
                </a:solidFill>
                <a:latin typeface="Inter SemiBold"/>
                <a:ea typeface="Inter SemiBold"/>
                <a:cs typeface="Inter SemiBold"/>
                <a:sym typeface="Inter SemiBold"/>
              </a:rPr>
              <a:t> de la imagen firmada</a:t>
            </a:r>
            <a:endParaRPr lang="es-CL" sz="1400" noProof="0"/>
          </a:p>
        </p:txBody>
      </p:sp>
      <p:cxnSp>
        <p:nvCxnSpPr>
          <p:cNvPr id="2040" name="Google Shape;2040;hc7cc306779174be_4_1072"/>
          <p:cNvCxnSpPr/>
          <p:nvPr/>
        </p:nvCxnSpPr>
        <p:spPr>
          <a:xfrm>
            <a:off x="10607040" y="754380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41" name="Google Shape;2041;hc7cc306779174be_4_1072"/>
          <p:cNvSpPr/>
          <p:nvPr/>
        </p:nvSpPr>
        <p:spPr>
          <a:xfrm>
            <a:off x="9418320" y="7781544"/>
            <a:ext cx="2377200" cy="750000"/>
          </a:xfrm>
          <a:prstGeom prst="roundRect">
            <a:avLst>
              <a:gd name="adj" fmla="val 20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Aceptación</a:t>
            </a:r>
            <a:endParaRPr lang="es-CL" sz="1400" noProof="0"/>
          </a:p>
        </p:txBody>
      </p:sp>
      <p:sp>
        <p:nvSpPr>
          <p:cNvPr id="2042" name="Google Shape;2042;hc7cc306779174be_4_1072"/>
          <p:cNvSpPr/>
          <p:nvPr/>
        </p:nvSpPr>
        <p:spPr>
          <a:xfrm>
            <a:off x="11932920" y="778154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Acta del H7</a:t>
            </a:r>
            <a:endParaRPr lang="es-CL" sz="1400" noProof="0"/>
          </a:p>
        </p:txBody>
      </p:sp>
      <p:sp>
        <p:nvSpPr>
          <p:cNvPr id="2043" name="Google Shape;2043;hc7cc306779174be_4_1072"/>
          <p:cNvSpPr txBox="1"/>
          <p:nvPr/>
        </p:nvSpPr>
        <p:spPr>
          <a:xfrm>
            <a:off x="1435608" y="4572000"/>
            <a:ext cx="7589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MEJORA CONTINUA · PDCA</a:t>
            </a:r>
            <a:endParaRPr lang="es-CL" sz="1400" noProof="0"/>
          </a:p>
        </p:txBody>
      </p:sp>
      <p:sp>
        <p:nvSpPr>
          <p:cNvPr id="2044" name="Google Shape;2044;hc7cc306779174be_4_1072"/>
          <p:cNvSpPr/>
          <p:nvPr/>
        </p:nvSpPr>
        <p:spPr>
          <a:xfrm>
            <a:off x="1435608" y="4937760"/>
            <a:ext cx="2011800" cy="960000"/>
          </a:xfrm>
          <a:prstGeom prst="roundRect">
            <a:avLst>
              <a:gd name="adj" fmla="val 12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Planificar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causa raíz y dueño</a:t>
            </a:r>
            <a:endParaRPr lang="es-CL" sz="1400" noProof="0"/>
          </a:p>
        </p:txBody>
      </p:sp>
      <p:sp>
        <p:nvSpPr>
          <p:cNvPr id="2045" name="Google Shape;2045;hc7cc306779174be_4_1072"/>
          <p:cNvSpPr/>
          <p:nvPr/>
        </p:nvSpPr>
        <p:spPr>
          <a:xfrm>
            <a:off x="3584448" y="493776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Hacer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corregir proceso</a:t>
            </a:r>
            <a:endParaRPr lang="es-CL" sz="1400" noProof="0"/>
          </a:p>
        </p:txBody>
      </p:sp>
      <p:sp>
        <p:nvSpPr>
          <p:cNvPr id="2046" name="Google Shape;2046;hc7cc306779174be_4_1072"/>
          <p:cNvSpPr/>
          <p:nvPr/>
        </p:nvSpPr>
        <p:spPr>
          <a:xfrm>
            <a:off x="1435608" y="603504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Actuar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cerrar o escalar</a:t>
            </a:r>
            <a:endParaRPr lang="es-CL" sz="1400" noProof="0"/>
          </a:p>
        </p:txBody>
      </p:sp>
      <p:sp>
        <p:nvSpPr>
          <p:cNvPr id="2047" name="Google Shape;2047;hc7cc306779174be_4_1072"/>
          <p:cNvSpPr/>
          <p:nvPr/>
        </p:nvSpPr>
        <p:spPr>
          <a:xfrm>
            <a:off x="3584448" y="6035040"/>
            <a:ext cx="2011800" cy="960000"/>
          </a:xfrm>
          <a:prstGeom prst="roundRect">
            <a:avLst>
              <a:gd name="adj" fmla="val 12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Verificar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mismo criterio</a:t>
            </a:r>
            <a:endParaRPr lang="es-CL" sz="1400" noProof="0"/>
          </a:p>
        </p:txBody>
      </p:sp>
      <p:sp>
        <p:nvSpPr>
          <p:cNvPr id="2048" name="Google Shape;2048;hc7cc306779174be_4_1072"/>
          <p:cNvSpPr txBox="1"/>
          <p:nvPr/>
        </p:nvSpPr>
        <p:spPr>
          <a:xfrm>
            <a:off x="1435608" y="7086600"/>
            <a:ext cx="42060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Diagramas de control · Pareto · causa raíz</a:t>
            </a:r>
            <a:endParaRPr lang="es-CL" sz="1400" noProof="0"/>
          </a:p>
        </p:txBody>
      </p:sp>
      <p:sp>
        <p:nvSpPr>
          <p:cNvPr id="2049" name="Google Shape;2049;hc7cc306779174be_4_1072"/>
          <p:cNvSpPr txBox="1"/>
          <p:nvPr/>
        </p:nvSpPr>
        <p:spPr>
          <a:xfrm>
            <a:off x="5943600" y="4506873"/>
            <a:ext cx="310920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ESFUERZO PROGRAMADO DE PREVENCIÓN Y EVALUACIÓN</a:t>
            </a:r>
            <a:endParaRPr lang="es-CL" noProof="0"/>
          </a:p>
        </p:txBody>
      </p:sp>
      <p:sp>
        <p:nvSpPr>
          <p:cNvPr id="2050" name="Google Shape;2050;hc7cc306779174be_4_1072"/>
          <p:cNvSpPr txBox="1"/>
          <p:nvPr/>
        </p:nvSpPr>
        <p:spPr>
          <a:xfrm>
            <a:off x="5943600" y="4937760"/>
            <a:ext cx="3109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1" noProof="0">
                <a:solidFill>
                  <a:srgbClr val="E8641B"/>
                </a:solidFill>
                <a:latin typeface="Inter SemiBold"/>
                <a:ea typeface="Inter SemiBold"/>
                <a:cs typeface="Inter SemiBold"/>
                <a:sym typeface="Inter SemiBold"/>
              </a:rPr>
              <a:t>11.136 HH</a:t>
            </a:r>
            <a:endParaRPr lang="es-CL" sz="1400" noProof="0"/>
          </a:p>
        </p:txBody>
      </p:sp>
      <p:sp>
        <p:nvSpPr>
          <p:cNvPr id="2051" name="Google Shape;2051;hc7cc306779174be_4_1072"/>
          <p:cNvSpPr txBox="1"/>
          <p:nvPr/>
        </p:nvSpPr>
        <p:spPr>
          <a:xfrm>
            <a:off x="5943600" y="553212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5,1 % del total</a:t>
            </a:r>
            <a:endParaRPr lang="es-CL" sz="1400" noProof="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29A5E"/>
                </a:solidFill>
                <a:latin typeface="Inter"/>
                <a:ea typeface="Inter"/>
                <a:cs typeface="Inter"/>
                <a:sym typeface="Inter"/>
              </a:rPr>
              <a:t>■ </a:t>
            </a:r>
            <a:r>
              <a:rPr lang="es-CL" sz="1600" b="0" noProof="0">
                <a:solidFill>
                  <a:srgbClr val="3C3C3C"/>
                </a:solidFill>
                <a:latin typeface="Inter"/>
                <a:ea typeface="Inter"/>
                <a:cs typeface="Inter"/>
                <a:sym typeface="Inter"/>
              </a:rPr>
              <a:t>Prevención 37,9 %</a:t>
            </a:r>
            <a:endParaRPr lang="es-CL" sz="1400" noProof="0"/>
          </a:p>
        </p:txBody>
      </p:sp>
      <p:sp>
        <p:nvSpPr>
          <p:cNvPr id="2055" name="Google Shape;2055;hc7cc306779174be_4_1072"/>
          <p:cNvSpPr txBox="1"/>
          <p:nvPr/>
        </p:nvSpPr>
        <p:spPr>
          <a:xfrm>
            <a:off x="5943600" y="694944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111111"/>
                </a:solidFill>
                <a:latin typeface="Inter"/>
                <a:ea typeface="Inter"/>
                <a:cs typeface="Inter"/>
                <a:sym typeface="Inter"/>
              </a:rPr>
              <a:t>■ </a:t>
            </a:r>
            <a:r>
              <a:rPr lang="es-CL" sz="1600" b="0" noProof="0">
                <a:solidFill>
                  <a:srgbClr val="3C3C3C"/>
                </a:solidFill>
                <a:latin typeface="Inter"/>
                <a:ea typeface="Inter"/>
                <a:cs typeface="Inter"/>
                <a:sym typeface="Inter"/>
              </a:rPr>
              <a:t>Evaluación 62,1 %</a:t>
            </a:r>
            <a:endParaRPr lang="es-CL" sz="1400" noProof="0"/>
          </a:p>
        </p:txBody>
      </p:sp>
      <p:sp>
        <p:nvSpPr>
          <p:cNvPr id="20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772" name="!!title"/>
          <p:cNvSpPr txBox="1"/>
          <p:nvPr/>
        </p:nvSpPr>
        <p:spPr>
          <a:xfrm>
            <a:off x="1435608" y="2788920"/>
            <a:ext cx="77724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RBS: de dónde vienen los riesgos</a:t>
            </a:r>
            <a:endParaRPr lang="es-CL" noProof="0"/>
          </a:p>
        </p:txBody>
      </p:sp>
      <p:sp>
        <p:nvSpPr>
          <p:cNvPr id="1773" name="Google Shape;1773;hc7cc306779174be_6_2"/>
          <p:cNvSpPr txBox="1"/>
          <p:nvPr/>
        </p:nvSpPr>
        <p:spPr>
          <a:xfrm>
            <a:off x="1435608" y="4846320"/>
            <a:ext cx="7589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400" b="0" noProof="0">
                <a:solidFill>
                  <a:srgbClr val="3C3C3C"/>
                </a:solidFill>
                <a:latin typeface="Inter"/>
                <a:ea typeface="Inter"/>
                <a:cs typeface="Inter"/>
                <a:sym typeface="Inter"/>
              </a:rPr>
              <a:t>7 ramas · 45 riesgos · ISO 31000</a:t>
            </a:r>
            <a:endParaRPr lang="es-CL" noProof="0"/>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2 críticos · 23 altos · 19 medios · 1 bajo</a:t>
            </a:r>
            <a:endParaRPr lang="es-CL" noProof="0"/>
          </a:p>
        </p:txBody>
      </p:sp>
      <p:sp>
        <p:nvSpPr>
          <p:cNvPr id="1779" name="Google Shape;1779;hc7cc306779174be_6_2"/>
          <p:cNvSpPr/>
          <p:nvPr/>
        </p:nvSpPr>
        <p:spPr>
          <a:xfrm>
            <a:off x="9326880" y="914400"/>
            <a:ext cx="1737300" cy="7370100"/>
          </a:xfrm>
          <a:prstGeom prst="roundRect">
            <a:avLst>
              <a:gd name="adj" fmla="val 8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4400" b="1" noProof="0">
                <a:solidFill>
                  <a:srgbClr val="FFFFFF"/>
                </a:solidFill>
                <a:latin typeface="Inter SemiBold"/>
                <a:ea typeface="Inter SemiBold"/>
                <a:cs typeface="Inter SemiBold"/>
                <a:sym typeface="Inter SemiBold"/>
              </a:rPr>
              <a:t>45</a:t>
            </a:r>
            <a:endParaRPr lang="es-CL" noProof="0"/>
          </a:p>
          <a:p>
            <a:pPr marL="0" marR="0" lvl="0" indent="0" algn="ctr" rtl="0">
              <a:spcBef>
                <a:spcPts val="0"/>
              </a:spcBef>
              <a:spcAft>
                <a:spcPts val="0"/>
              </a:spcAft>
              <a:buNone/>
            </a:pPr>
            <a:r>
              <a:rPr lang="es-CL" sz="1700" b="0" noProof="0">
                <a:solidFill>
                  <a:srgbClr val="C7C7C7"/>
                </a:solidFill>
                <a:latin typeface="Inter"/>
                <a:ea typeface="Inter"/>
                <a:cs typeface="Inter"/>
                <a:sym typeface="Inter"/>
              </a:rPr>
              <a:t>riesgos</a:t>
            </a:r>
            <a:endParaRPr lang="es-CL" noProof="0"/>
          </a:p>
        </p:txBody>
      </p:sp>
      <p:cxnSp>
        <p:nvCxnSpPr>
          <p:cNvPr id="1780" name="Google Shape;1780;hc7cc306779174be_6_2"/>
          <p:cNvCxnSpPr/>
          <p:nvPr/>
        </p:nvCxnSpPr>
        <p:spPr>
          <a:xfrm>
            <a:off x="11064240" y="136245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1" name="Google Shape;1781;hc7cc306779174be_6_2"/>
          <p:cNvSpPr/>
          <p:nvPr/>
        </p:nvSpPr>
        <p:spPr>
          <a:xfrm>
            <a:off x="11430000" y="914400"/>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14</a:t>
            </a:r>
            <a:endParaRPr lang="es-CL" noProof="0"/>
          </a:p>
        </p:txBody>
      </p:sp>
      <p:sp>
        <p:nvSpPr>
          <p:cNvPr id="1783" name="Google Shape;1783;hc7cc306779174be_6_2"/>
          <p:cNvSpPr txBox="1"/>
          <p:nvPr/>
        </p:nvSpPr>
        <p:spPr>
          <a:xfrm>
            <a:off x="12390120" y="98755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1 · Solución y tecnología</a:t>
            </a:r>
            <a:endParaRPr lang="es-CL" noProof="0"/>
          </a:p>
        </p:txBody>
      </p:sp>
      <p:sp>
        <p:nvSpPr>
          <p:cNvPr id="1784" name="Google Shape;1784;hc7cc306779174be_6_2"/>
          <p:cNvSpPr txBox="1"/>
          <p:nvPr/>
        </p:nvSpPr>
        <p:spPr>
          <a:xfrm>
            <a:off x="12390120" y="138988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R-012 Retiro · R-015 RTO/RPO</a:t>
            </a:r>
            <a:endParaRPr lang="es-CL" noProof="0"/>
          </a:p>
        </p:txBody>
      </p:sp>
      <p:cxnSp>
        <p:nvCxnSpPr>
          <p:cNvPr id="1785" name="Google Shape;1785;hc7cc306779174be_6_2"/>
          <p:cNvCxnSpPr/>
          <p:nvPr/>
        </p:nvCxnSpPr>
        <p:spPr>
          <a:xfrm>
            <a:off x="11064240" y="244144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6" name="Google Shape;1786;hc7cc306779174be_6_2"/>
          <p:cNvSpPr/>
          <p:nvPr/>
        </p:nvSpPr>
        <p:spPr>
          <a:xfrm>
            <a:off x="11430000" y="1993391"/>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88" name="Google Shape;1788;hc7cc306779174be_6_2"/>
          <p:cNvSpPr txBox="1"/>
          <p:nvPr/>
        </p:nvSpPr>
        <p:spPr>
          <a:xfrm>
            <a:off x="12390120" y="2066543"/>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2 · Integración y legado</a:t>
            </a:r>
            <a:endParaRPr lang="es-CL" noProof="0"/>
          </a:p>
        </p:txBody>
      </p:sp>
      <p:sp>
        <p:nvSpPr>
          <p:cNvPr id="1789" name="Google Shape;1789;hc7cc306779174be_6_2"/>
          <p:cNvSpPr txBox="1"/>
          <p:nvPr/>
        </p:nvSpPr>
        <p:spPr>
          <a:xfrm>
            <a:off x="12390120" y="2468879"/>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R-001 Interfaces ERP · R-003 WMS</a:t>
            </a:r>
            <a:endParaRPr lang="es-CL" noProof="0"/>
          </a:p>
        </p:txBody>
      </p:sp>
      <p:cxnSp>
        <p:nvCxnSpPr>
          <p:cNvPr id="1790" name="Google Shape;1790;hc7cc306779174be_6_2"/>
          <p:cNvCxnSpPr/>
          <p:nvPr/>
        </p:nvCxnSpPr>
        <p:spPr>
          <a:xfrm>
            <a:off x="11064240" y="3520439"/>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1" name="Google Shape;1791;hc7cc306779174be_6_2"/>
          <p:cNvSpPr/>
          <p:nvPr/>
        </p:nvSpPr>
        <p:spPr>
          <a:xfrm>
            <a:off x="11430000" y="3072384"/>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8</a:t>
            </a:r>
            <a:endParaRPr lang="es-CL" noProof="0"/>
          </a:p>
        </p:txBody>
      </p:sp>
      <p:sp>
        <p:nvSpPr>
          <p:cNvPr id="1793" name="Google Shape;1793;hc7cc306779174be_6_2"/>
          <p:cNvSpPr txBox="1"/>
          <p:nvPr/>
        </p:nvSpPr>
        <p:spPr>
          <a:xfrm>
            <a:off x="12390120" y="3145536"/>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3 · Operación del cliente</a:t>
            </a:r>
            <a:endParaRPr lang="es-CL" noProof="0"/>
          </a:p>
        </p:txBody>
      </p:sp>
      <p:sp>
        <p:nvSpPr>
          <p:cNvPr id="1794" name="Google Shape;1794;hc7cc306779174be_6_2"/>
          <p:cNvSpPr txBox="1"/>
          <p:nvPr/>
        </p:nvSpPr>
        <p:spPr>
          <a:xfrm>
            <a:off x="12390120" y="3547872"/>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R-006 Enlaces · R-014 Sala y energía</a:t>
            </a:r>
            <a:endParaRPr lang="es-CL" noProof="0"/>
          </a:p>
        </p:txBody>
      </p:sp>
      <p:cxnSp>
        <p:nvCxnSpPr>
          <p:cNvPr id="1795" name="Google Shape;1795;hc7cc306779174be_6_2"/>
          <p:cNvCxnSpPr/>
          <p:nvPr/>
        </p:nvCxnSpPr>
        <p:spPr>
          <a:xfrm>
            <a:off x="11064240" y="4599432"/>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6" name="Google Shape;1796;hc7cc306779174be_6_2"/>
          <p:cNvSpPr/>
          <p:nvPr/>
        </p:nvSpPr>
        <p:spPr>
          <a:xfrm>
            <a:off x="11430000" y="4151376"/>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98" name="Google Shape;1798;hc7cc306779174be_6_2"/>
          <p:cNvSpPr txBox="1"/>
          <p:nvPr/>
        </p:nvSpPr>
        <p:spPr>
          <a:xfrm>
            <a:off x="12390120" y="4224528"/>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4 · Personas y adopción</a:t>
            </a:r>
            <a:endParaRPr lang="es-CL" noProof="0"/>
          </a:p>
        </p:txBody>
      </p:sp>
      <p:sp>
        <p:nvSpPr>
          <p:cNvPr id="1799" name="Google Shape;1799;hc7cc306779174be_6_2"/>
          <p:cNvSpPr txBox="1"/>
          <p:nvPr/>
        </p:nvSpPr>
        <p:spPr>
          <a:xfrm>
            <a:off x="12390120" y="4626864"/>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R-017 Sindicato · R-021 Rutas</a:t>
            </a:r>
            <a:endParaRPr lang="es-CL" noProof="0"/>
          </a:p>
        </p:txBody>
      </p:sp>
      <p:cxnSp>
        <p:nvCxnSpPr>
          <p:cNvPr id="1800" name="Google Shape;1800;hc7cc306779174be_6_2"/>
          <p:cNvCxnSpPr/>
          <p:nvPr/>
        </p:nvCxnSpPr>
        <p:spPr>
          <a:xfrm>
            <a:off x="11064240" y="5678424"/>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1" name="Google Shape;1801;hc7cc306779174be_6_2"/>
          <p:cNvSpPr/>
          <p:nvPr/>
        </p:nvSpPr>
        <p:spPr>
          <a:xfrm>
            <a:off x="11430000" y="5230368"/>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4</a:t>
            </a:r>
            <a:endParaRPr lang="es-CL" noProof="0"/>
          </a:p>
        </p:txBody>
      </p:sp>
      <p:sp>
        <p:nvSpPr>
          <p:cNvPr id="1803" name="Google Shape;1803;hc7cc306779174be_6_2"/>
          <p:cNvSpPr txBox="1"/>
          <p:nvPr/>
        </p:nvSpPr>
        <p:spPr>
          <a:xfrm>
            <a:off x="12390120" y="5303520"/>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5 · Contrato y licitación</a:t>
            </a:r>
            <a:endParaRPr lang="es-CL" noProof="0"/>
          </a:p>
        </p:txBody>
      </p:sp>
      <p:sp>
        <p:nvSpPr>
          <p:cNvPr id="1804" name="Google Shape;1804;hc7cc306779174be_6_2"/>
          <p:cNvSpPr txBox="1"/>
          <p:nvPr/>
        </p:nvSpPr>
        <p:spPr>
          <a:xfrm>
            <a:off x="12390120" y="5705856"/>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R-026 Aceptación · R-027 Alcance</a:t>
            </a:r>
            <a:endParaRPr lang="es-CL" noProof="0"/>
          </a:p>
        </p:txBody>
      </p:sp>
      <p:cxnSp>
        <p:nvCxnSpPr>
          <p:cNvPr id="1805" name="Google Shape;1805;hc7cc306779174be_6_2"/>
          <p:cNvCxnSpPr/>
          <p:nvPr/>
        </p:nvCxnSpPr>
        <p:spPr>
          <a:xfrm>
            <a:off x="11064240" y="675741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6" name="Google Shape;1806;hc7cc306779174be_6_2"/>
          <p:cNvSpPr/>
          <p:nvPr/>
        </p:nvSpPr>
        <p:spPr>
          <a:xfrm>
            <a:off x="11430000" y="6309359"/>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2</a:t>
            </a:r>
            <a:endParaRPr lang="es-CL" noProof="0"/>
          </a:p>
        </p:txBody>
      </p:sp>
      <p:sp>
        <p:nvSpPr>
          <p:cNvPr id="1808" name="Google Shape;1808;hc7cc306779174be_6_2"/>
          <p:cNvSpPr txBox="1"/>
          <p:nvPr/>
        </p:nvSpPr>
        <p:spPr>
          <a:xfrm>
            <a:off x="12390120" y="638251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6 · Regulatorio y externo</a:t>
            </a:r>
            <a:endParaRPr lang="es-CL" noProof="0"/>
          </a:p>
        </p:txBody>
      </p:sp>
      <p:sp>
        <p:nvSpPr>
          <p:cNvPr id="1809" name="Google Shape;1809;hc7cc306779174be_6_2"/>
          <p:cNvSpPr txBox="1"/>
          <p:nvPr/>
        </p:nvSpPr>
        <p:spPr>
          <a:xfrm>
            <a:off x="12390120" y="678484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R-029 Evidencia · R-042 Normativa</a:t>
            </a:r>
            <a:endParaRPr lang="es-CL" noProof="0"/>
          </a:p>
        </p:txBody>
      </p:sp>
      <p:cxnSp>
        <p:nvCxnSpPr>
          <p:cNvPr id="1810" name="Google Shape;1810;hc7cc306779174be_6_2"/>
          <p:cNvCxnSpPr/>
          <p:nvPr/>
        </p:nvCxnSpPr>
        <p:spPr>
          <a:xfrm>
            <a:off x="11064240" y="783640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11" name="Google Shape;1811;hc7cc306779174be_6_2"/>
          <p:cNvSpPr/>
          <p:nvPr/>
        </p:nvSpPr>
        <p:spPr>
          <a:xfrm>
            <a:off x="11430000" y="7388352"/>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3</a:t>
            </a:r>
            <a:endParaRPr lang="es-CL" noProof="0"/>
          </a:p>
        </p:txBody>
      </p:sp>
      <p:sp>
        <p:nvSpPr>
          <p:cNvPr id="1813" name="Google Shape;1813;hc7cc306779174be_6_2"/>
          <p:cNvSpPr txBox="1"/>
          <p:nvPr/>
        </p:nvSpPr>
        <p:spPr>
          <a:xfrm>
            <a:off x="12390120" y="7461504"/>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7 · Empresa proveedora</a:t>
            </a:r>
            <a:endParaRPr lang="es-CL" noProof="0"/>
          </a:p>
        </p:txBody>
      </p:sp>
      <p:sp>
        <p:nvSpPr>
          <p:cNvPr id="1814" name="Google Shape;1814;hc7cc306779174be_6_2"/>
          <p:cNvSpPr txBox="1"/>
          <p:nvPr/>
        </p:nvSpPr>
        <p:spPr>
          <a:xfrm>
            <a:off x="12390120" y="7863840"/>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R-025 Dotación · R-034 Mesa y NOC</a:t>
            </a:r>
            <a:endParaRPr lang="es-CL" noProof="0"/>
          </a:p>
        </p:txBody>
      </p:sp>
      <p:sp>
        <p:nvSpPr>
          <p:cNvPr id="18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64"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1</a:t>
            </a:r>
          </a:p>
          <a:p>
            <a:pPr algn="l"/>
            <a:r>
              <a:rPr lang="es-CL" sz="1500" b="1" noProof="0">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2</a:t>
            </a:r>
          </a:p>
          <a:p>
            <a:pPr algn="l"/>
            <a:r>
              <a:rPr lang="es-CL" sz="1500" b="1" noProof="0">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3</a:t>
            </a:r>
          </a:p>
          <a:p>
            <a:pPr algn="l"/>
            <a:r>
              <a:rPr lang="es-CL" sz="1500" b="1" noProof="0">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4</a:t>
            </a:r>
          </a:p>
          <a:p>
            <a:pPr algn="l"/>
            <a:r>
              <a:rPr lang="es-CL" sz="1500" b="1" noProof="0">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5</a:t>
            </a:r>
          </a:p>
          <a:p>
            <a:pPr algn="l"/>
            <a:r>
              <a:rPr lang="es-CL" sz="1500" b="1" noProof="0">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6</a:t>
            </a:r>
          </a:p>
          <a:p>
            <a:pPr algn="l"/>
            <a:r>
              <a:rPr lang="es-CL" sz="1500" b="1" noProof="0">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7</a:t>
            </a:r>
          </a:p>
          <a:p>
            <a:pPr algn="l"/>
            <a:r>
              <a:rPr lang="es-CL" sz="1500" b="1" noProof="0">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4" name="TextBox 1833"/>
          <p:cNvSpPr txBox="1"/>
          <p:nvPr/>
        </p:nvSpPr>
        <p:spPr>
          <a:xfrm>
            <a:off x="822960" y="594360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400" b="1" noProof="0">
                <a:solidFill>
                  <a:srgbClr val="111111"/>
                </a:solidFill>
                <a:latin typeface="Inter SemiBold"/>
              </a:rPr>
              <a:t>7 ramas · 45 riesgos</a:t>
            </a:r>
          </a:p>
          <a:p>
            <a:pPr algn="ctr"/>
            <a:r>
              <a:rPr lang="es-CL" sz="1500" b="0" noProof="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1</a:t>
            </a:r>
          </a:p>
          <a:p>
            <a:pPr algn="l"/>
            <a:r>
              <a:rPr lang="es-CL" sz="1700" b="1" noProof="0">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R-005</a:t>
            </a:r>
            <a:r>
              <a:rPr lang="es-CL" sz="1300" b="0" noProof="0">
                <a:solidFill>
                  <a:srgbClr val="111111"/>
                </a:solidFill>
                <a:latin typeface="Inter"/>
              </a:rPr>
              <a:t>  · Alta</a:t>
            </a:r>
          </a:p>
          <a:p>
            <a:pPr algn="l"/>
            <a:r>
              <a:rPr lang="es-CL" sz="1600" b="1" noProof="0">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R-008</a:t>
            </a:r>
            <a:r>
              <a:rPr lang="es-CL" sz="1300" b="0" noProof="0">
                <a:solidFill>
                  <a:srgbClr val="111111"/>
                </a:solidFill>
                <a:latin typeface="Inter"/>
              </a:rPr>
              <a:t>  · Media</a:t>
            </a:r>
          </a:p>
          <a:p>
            <a:pPr algn="l"/>
            <a:r>
              <a:rPr lang="es-CL" sz="1600" b="1" noProof="0">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R-009</a:t>
            </a:r>
            <a:r>
              <a:rPr lang="es-CL" sz="1300" b="0" noProof="0">
                <a:solidFill>
                  <a:srgbClr val="111111"/>
                </a:solidFill>
                <a:latin typeface="Inter"/>
              </a:rPr>
              <a:t>  · Media</a:t>
            </a:r>
          </a:p>
          <a:p>
            <a:pPr algn="l"/>
            <a:r>
              <a:rPr lang="es-CL" sz="1600" b="1" noProof="0">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R-010</a:t>
            </a:r>
            <a:r>
              <a:rPr lang="es-CL" sz="1300" b="0" noProof="0">
                <a:solidFill>
                  <a:srgbClr val="111111"/>
                </a:solidFill>
                <a:latin typeface="Inter"/>
              </a:rPr>
              <a:t>  · Media</a:t>
            </a:r>
          </a:p>
          <a:p>
            <a:pPr algn="l"/>
            <a:r>
              <a:rPr lang="es-CL" sz="1600" b="1" noProof="0">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R-004</a:t>
            </a:r>
            <a:r>
              <a:rPr lang="es-CL" sz="1300" b="0" noProof="0">
                <a:solidFill>
                  <a:srgbClr val="111111"/>
                </a:solidFill>
                <a:latin typeface="Inter"/>
              </a:rPr>
              <a:t>  · Alta</a:t>
            </a:r>
          </a:p>
          <a:p>
            <a:pPr algn="l"/>
            <a:r>
              <a:rPr lang="es-CL" sz="1600" b="1" noProof="0">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R-011</a:t>
            </a:r>
            <a:r>
              <a:rPr lang="es-CL" sz="1300" b="0" noProof="0">
                <a:solidFill>
                  <a:srgbClr val="111111"/>
                </a:solidFill>
                <a:latin typeface="Inter"/>
              </a:rPr>
              <a:t>  · Alta</a:t>
            </a:r>
          </a:p>
          <a:p>
            <a:pPr algn="l"/>
            <a:r>
              <a:rPr lang="es-CL" sz="1600" b="1" noProof="0">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R-012</a:t>
            </a:r>
            <a:r>
              <a:rPr lang="es-CL" sz="1300" b="0" noProof="0">
                <a:solidFill>
                  <a:srgbClr val="FFFFFF"/>
                </a:solidFill>
                <a:latin typeface="Inter"/>
              </a:rPr>
              <a:t>  · Crítica</a:t>
            </a:r>
          </a:p>
          <a:p>
            <a:pPr algn="l"/>
            <a:r>
              <a:rPr lang="es-CL" sz="1600" b="1" noProof="0">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R-013</a:t>
            </a:r>
            <a:r>
              <a:rPr lang="es-CL" sz="1300" b="0" noProof="0">
                <a:solidFill>
                  <a:srgbClr val="111111"/>
                </a:solidFill>
                <a:latin typeface="Inter"/>
              </a:rPr>
              <a:t>  · Alta</a:t>
            </a:r>
          </a:p>
          <a:p>
            <a:pPr algn="l"/>
            <a:r>
              <a:rPr lang="es-CL" sz="1600" b="1" noProof="0">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R-015</a:t>
            </a:r>
            <a:r>
              <a:rPr lang="es-CL" sz="1300" b="0" noProof="0">
                <a:solidFill>
                  <a:srgbClr val="FFFFFF"/>
                </a:solidFill>
                <a:latin typeface="Inter"/>
              </a:rPr>
              <a:t>  · Crítica</a:t>
            </a:r>
          </a:p>
          <a:p>
            <a:pPr algn="l"/>
            <a:r>
              <a:rPr lang="es-CL" sz="1600" b="1" noProof="0">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R-016</a:t>
            </a:r>
            <a:r>
              <a:rPr lang="es-CL" sz="1300" b="0" noProof="0">
                <a:solidFill>
                  <a:srgbClr val="111111"/>
                </a:solidFill>
                <a:latin typeface="Inter"/>
              </a:rPr>
              <a:t>  · Alta</a:t>
            </a:r>
          </a:p>
          <a:p>
            <a:pPr algn="l"/>
            <a:r>
              <a:rPr lang="es-CL" sz="1600" b="1" noProof="0">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R-032</a:t>
            </a:r>
            <a:r>
              <a:rPr lang="es-CL" sz="1300" b="0" noProof="0">
                <a:solidFill>
                  <a:srgbClr val="111111"/>
                </a:solidFill>
                <a:latin typeface="Inter"/>
              </a:rPr>
              <a:t>  · Media</a:t>
            </a:r>
          </a:p>
          <a:p>
            <a:pPr algn="l"/>
            <a:r>
              <a:rPr lang="es-CL" sz="1600" b="1" noProof="0">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R-033</a:t>
            </a:r>
            <a:r>
              <a:rPr lang="es-CL" sz="1300" b="0" noProof="0">
                <a:solidFill>
                  <a:srgbClr val="111111"/>
                </a:solidFill>
                <a:latin typeface="Inter"/>
              </a:rPr>
              <a:t>  · Media</a:t>
            </a:r>
          </a:p>
          <a:p>
            <a:pPr algn="l"/>
            <a:r>
              <a:rPr lang="es-CL" sz="1600" b="1" noProof="0">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R-037</a:t>
            </a:r>
            <a:r>
              <a:rPr lang="es-CL" sz="1300" b="0" noProof="0">
                <a:solidFill>
                  <a:srgbClr val="111111"/>
                </a:solidFill>
                <a:latin typeface="Inter"/>
              </a:rPr>
              <a:t>  · Media</a:t>
            </a:r>
          </a:p>
          <a:p>
            <a:pPr algn="l"/>
            <a:r>
              <a:rPr lang="es-CL" sz="1600" b="1" noProof="0">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R-038</a:t>
            </a:r>
            <a:r>
              <a:rPr lang="es-CL" sz="1300" b="0" noProof="0">
                <a:solidFill>
                  <a:srgbClr val="111111"/>
                </a:solidFill>
                <a:latin typeface="Inter"/>
              </a:rPr>
              <a:t>  · Alta</a:t>
            </a:r>
          </a:p>
          <a:p>
            <a:pPr algn="l"/>
            <a:r>
              <a:rPr lang="es-CL" sz="1600" b="1" noProof="0">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2</a:t>
            </a:r>
          </a:p>
          <a:p>
            <a:pPr algn="l"/>
            <a:r>
              <a:rPr lang="es-CL" sz="1700" b="1" noProof="0">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R-001</a:t>
            </a:r>
            <a:r>
              <a:rPr lang="es-CL" sz="1300" b="0" noProof="0">
                <a:solidFill>
                  <a:srgbClr val="111111"/>
                </a:solidFill>
                <a:latin typeface="Inter"/>
              </a:rPr>
              <a:t>  · Alta</a:t>
            </a:r>
          </a:p>
          <a:p>
            <a:pPr algn="l"/>
            <a:r>
              <a:rPr lang="es-CL" sz="1600" b="1" noProof="0">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R-002</a:t>
            </a:r>
            <a:r>
              <a:rPr lang="es-CL" sz="1300" b="0" noProof="0">
                <a:solidFill>
                  <a:srgbClr val="111111"/>
                </a:solidFill>
                <a:latin typeface="Inter"/>
              </a:rPr>
              <a:t>  · Media</a:t>
            </a:r>
          </a:p>
          <a:p>
            <a:pPr algn="l"/>
            <a:r>
              <a:rPr lang="es-CL" sz="1600" b="1" noProof="0">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R-003</a:t>
            </a:r>
            <a:r>
              <a:rPr lang="es-CL" sz="1300" b="0" noProof="0">
                <a:solidFill>
                  <a:srgbClr val="111111"/>
                </a:solidFill>
                <a:latin typeface="Inter"/>
              </a:rPr>
              <a:t>  · Alta</a:t>
            </a:r>
          </a:p>
          <a:p>
            <a:pPr algn="l"/>
            <a:r>
              <a:rPr lang="es-CL" sz="1600" b="1" noProof="0">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R-030</a:t>
            </a:r>
            <a:r>
              <a:rPr lang="es-CL" sz="1300" b="0" noProof="0">
                <a:solidFill>
                  <a:srgbClr val="111111"/>
                </a:solidFill>
                <a:latin typeface="Inter"/>
              </a:rPr>
              <a:t>  · Alta</a:t>
            </a:r>
          </a:p>
          <a:p>
            <a:pPr algn="l"/>
            <a:r>
              <a:rPr lang="es-CL" sz="1600" b="1" noProof="0">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R-031</a:t>
            </a:r>
            <a:r>
              <a:rPr lang="es-CL" sz="1300" b="0" noProof="0">
                <a:solidFill>
                  <a:srgbClr val="111111"/>
                </a:solidFill>
                <a:latin typeface="Inter"/>
              </a:rPr>
              <a:t>  · Media</a:t>
            </a:r>
          </a:p>
          <a:p>
            <a:pPr algn="l"/>
            <a:r>
              <a:rPr lang="es-CL" sz="1600" b="1" noProof="0">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R-043</a:t>
            </a:r>
            <a:r>
              <a:rPr lang="es-CL" sz="1300" b="0" noProof="0">
                <a:solidFill>
                  <a:srgbClr val="111111"/>
                </a:solidFill>
                <a:latin typeface="Inter"/>
              </a:rPr>
              <a:t>  · Media</a:t>
            </a:r>
          </a:p>
          <a:p>
            <a:pPr algn="l"/>
            <a:r>
              <a:rPr lang="es-CL" sz="1600" b="1" noProof="0">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R-045</a:t>
            </a:r>
            <a:r>
              <a:rPr lang="es-CL" sz="1300" b="0" noProof="0">
                <a:solidFill>
                  <a:srgbClr val="111111"/>
                </a:solidFill>
                <a:latin typeface="Inter"/>
              </a:rPr>
              <a:t>  · Alta</a:t>
            </a:r>
          </a:p>
          <a:p>
            <a:pPr algn="l"/>
            <a:r>
              <a:rPr lang="es-CL" sz="1600" b="1" noProof="0">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3</a:t>
            </a:r>
          </a:p>
          <a:p>
            <a:pPr algn="l"/>
            <a:r>
              <a:rPr lang="es-CL" sz="1700" b="1" noProof="0">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R-006</a:t>
            </a:r>
            <a:r>
              <a:rPr lang="es-CL" sz="1300" b="0" noProof="0">
                <a:solidFill>
                  <a:srgbClr val="111111"/>
                </a:solidFill>
                <a:latin typeface="Inter"/>
              </a:rPr>
              <a:t>  · Alta</a:t>
            </a:r>
          </a:p>
          <a:p>
            <a:pPr algn="l"/>
            <a:r>
              <a:rPr lang="es-CL" sz="1600" b="1" noProof="0">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R-007</a:t>
            </a:r>
            <a:r>
              <a:rPr lang="es-CL" sz="1300" b="0" noProof="0">
                <a:solidFill>
                  <a:srgbClr val="111111"/>
                </a:solidFill>
                <a:latin typeface="Inter"/>
              </a:rPr>
              <a:t>  · Alta</a:t>
            </a:r>
          </a:p>
          <a:p>
            <a:pPr algn="l"/>
            <a:r>
              <a:rPr lang="es-CL" sz="1600" b="1" noProof="0">
                <a:solidFill>
                  <a:srgbClr val="111111"/>
                </a:solidFill>
                <a:latin typeface="Inter SemiBold"/>
              </a:rPr>
              <a:t>Cross-</a:t>
            </a:r>
            <a:r>
              <a:rPr lang="es-CL" sz="1600" b="1" noProof="0" err="1">
                <a:solidFill>
                  <a:srgbClr val="111111"/>
                </a:solidFill>
                <a:latin typeface="Inter SemiBold"/>
              </a:rPr>
              <a:t>docking</a:t>
            </a:r>
            <a:r>
              <a:rPr lang="es-CL" sz="1600" b="1" noProof="0">
                <a:solidFill>
                  <a:srgbClr val="111111"/>
                </a:solidFill>
                <a:latin typeface="Inter SemiBold"/>
              </a:rPr>
              <a:t>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R-014</a:t>
            </a:r>
            <a:r>
              <a:rPr lang="es-CL" sz="1300" b="0" noProof="0">
                <a:solidFill>
                  <a:srgbClr val="111111"/>
                </a:solidFill>
                <a:latin typeface="Inter"/>
              </a:rPr>
              <a:t>  · Alta</a:t>
            </a:r>
          </a:p>
          <a:p>
            <a:pPr algn="l"/>
            <a:r>
              <a:rPr lang="es-CL" sz="1600" b="1" noProof="0">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R-022</a:t>
            </a:r>
            <a:r>
              <a:rPr lang="es-CL" sz="1300" b="0" noProof="0">
                <a:solidFill>
                  <a:srgbClr val="111111"/>
                </a:solidFill>
                <a:latin typeface="Inter"/>
              </a:rPr>
              <a:t>  · Alta</a:t>
            </a:r>
          </a:p>
          <a:p>
            <a:pPr algn="l"/>
            <a:r>
              <a:rPr lang="es-CL" sz="1600" b="1" noProof="0">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R-023</a:t>
            </a:r>
            <a:r>
              <a:rPr lang="es-CL" sz="1300" b="0" noProof="0">
                <a:solidFill>
                  <a:srgbClr val="111111"/>
                </a:solidFill>
                <a:latin typeface="Inter"/>
              </a:rPr>
              <a:t>  · Media</a:t>
            </a:r>
          </a:p>
          <a:p>
            <a:pPr algn="l"/>
            <a:r>
              <a:rPr lang="es-CL" sz="1600" b="1" noProof="0">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R-024</a:t>
            </a:r>
            <a:r>
              <a:rPr lang="es-CL" sz="1300" b="0" noProof="0">
                <a:solidFill>
                  <a:srgbClr val="111111"/>
                </a:solidFill>
                <a:latin typeface="Inter"/>
              </a:rPr>
              <a:t>  · Alta</a:t>
            </a:r>
          </a:p>
          <a:p>
            <a:pPr algn="l"/>
            <a:r>
              <a:rPr lang="es-CL" sz="1600" b="1" noProof="0">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R-028</a:t>
            </a:r>
            <a:r>
              <a:rPr lang="es-CL" sz="1300" b="0" noProof="0">
                <a:solidFill>
                  <a:srgbClr val="111111"/>
                </a:solidFill>
                <a:latin typeface="Inter"/>
              </a:rPr>
              <a:t>  · Media</a:t>
            </a:r>
          </a:p>
          <a:p>
            <a:pPr algn="l"/>
            <a:r>
              <a:rPr lang="es-CL" sz="1600" b="1" noProof="0">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R-044</a:t>
            </a:r>
            <a:r>
              <a:rPr lang="es-CL" sz="1300" b="0" noProof="0">
                <a:solidFill>
                  <a:srgbClr val="111111"/>
                </a:solidFill>
                <a:latin typeface="Inter"/>
              </a:rPr>
              <a:t>  · Baja</a:t>
            </a:r>
          </a:p>
          <a:p>
            <a:pPr algn="l"/>
            <a:r>
              <a:rPr lang="es-CL" sz="1600" b="1" noProof="0">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4</a:t>
            </a:r>
          </a:p>
          <a:p>
            <a:pPr algn="l"/>
            <a:r>
              <a:rPr lang="es-CL" sz="1700" b="1" noProof="0">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R-017</a:t>
            </a:r>
            <a:r>
              <a:rPr lang="es-CL" sz="1300" b="0" noProof="0">
                <a:solidFill>
                  <a:srgbClr val="111111"/>
                </a:solidFill>
                <a:latin typeface="Inter"/>
              </a:rPr>
              <a:t>  · Alta</a:t>
            </a:r>
          </a:p>
          <a:p>
            <a:pPr algn="l"/>
            <a:r>
              <a:rPr lang="es-CL" sz="1600" b="1" noProof="0">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R-018</a:t>
            </a:r>
            <a:r>
              <a:rPr lang="es-CL" sz="1300" b="0" noProof="0">
                <a:solidFill>
                  <a:srgbClr val="111111"/>
                </a:solidFill>
                <a:latin typeface="Inter"/>
              </a:rPr>
              <a:t>  · Alta</a:t>
            </a:r>
          </a:p>
          <a:p>
            <a:pPr algn="l"/>
            <a:r>
              <a:rPr lang="es-CL" sz="1600" b="1" noProof="0">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R-019</a:t>
            </a:r>
            <a:r>
              <a:rPr lang="es-CL" sz="1300" b="0" noProof="0">
                <a:solidFill>
                  <a:srgbClr val="111111"/>
                </a:solidFill>
                <a:latin typeface="Inter"/>
              </a:rPr>
              <a:t>  · Media</a:t>
            </a:r>
          </a:p>
          <a:p>
            <a:pPr algn="l"/>
            <a:r>
              <a:rPr lang="es-CL" sz="1600" b="1" noProof="0">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R-020</a:t>
            </a:r>
            <a:r>
              <a:rPr lang="es-CL" sz="1300" b="0" noProof="0">
                <a:solidFill>
                  <a:srgbClr val="111111"/>
                </a:solidFill>
                <a:latin typeface="Inter"/>
              </a:rPr>
              <a:t>  · Media</a:t>
            </a:r>
          </a:p>
          <a:p>
            <a:pPr algn="l"/>
            <a:r>
              <a:rPr lang="es-CL" sz="1600" b="1" noProof="0">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R-021</a:t>
            </a:r>
            <a:r>
              <a:rPr lang="es-CL" sz="1300" b="0" noProof="0">
                <a:solidFill>
                  <a:srgbClr val="111111"/>
                </a:solidFill>
                <a:latin typeface="Inter"/>
              </a:rPr>
              <a:t>  · Alta</a:t>
            </a:r>
          </a:p>
          <a:p>
            <a:pPr algn="l"/>
            <a:r>
              <a:rPr lang="es-CL" sz="1600" b="1" noProof="0">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R-036</a:t>
            </a:r>
            <a:r>
              <a:rPr lang="es-CL" sz="1300" b="0" noProof="0">
                <a:solidFill>
                  <a:srgbClr val="111111"/>
                </a:solidFill>
                <a:latin typeface="Inter"/>
              </a:rPr>
              <a:t>  · Media</a:t>
            </a:r>
          </a:p>
          <a:p>
            <a:pPr algn="l"/>
            <a:r>
              <a:rPr lang="es-CL" sz="1600" b="1" noProof="0">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R-040</a:t>
            </a:r>
            <a:r>
              <a:rPr lang="es-CL" sz="1300" b="0" noProof="0">
                <a:solidFill>
                  <a:srgbClr val="111111"/>
                </a:solidFill>
                <a:latin typeface="Inter"/>
              </a:rPr>
              <a:t>  · Media</a:t>
            </a:r>
          </a:p>
          <a:p>
            <a:pPr algn="l"/>
            <a:r>
              <a:rPr lang="es-CL" sz="1600" b="1" noProof="0">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5</a:t>
            </a:r>
          </a:p>
          <a:p>
            <a:pPr algn="l"/>
            <a:r>
              <a:rPr lang="es-CL" sz="1700" b="1" noProof="0">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R-026</a:t>
            </a:r>
            <a:r>
              <a:rPr lang="es-CL" sz="1300" b="0" noProof="0">
                <a:solidFill>
                  <a:srgbClr val="111111"/>
                </a:solidFill>
                <a:latin typeface="Inter"/>
              </a:rPr>
              <a:t>  · Alta</a:t>
            </a:r>
          </a:p>
          <a:p>
            <a:pPr algn="l"/>
            <a:r>
              <a:rPr lang="es-CL" sz="1600" b="1" noProof="0">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R-027</a:t>
            </a:r>
            <a:r>
              <a:rPr lang="es-CL" sz="1300" b="0" noProof="0">
                <a:solidFill>
                  <a:srgbClr val="111111"/>
                </a:solidFill>
                <a:latin typeface="Inter"/>
              </a:rPr>
              <a:t>  · Media</a:t>
            </a:r>
          </a:p>
          <a:p>
            <a:pPr algn="l"/>
            <a:r>
              <a:rPr lang="es-CL" sz="1600" b="1" noProof="0">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R-039</a:t>
            </a:r>
            <a:r>
              <a:rPr lang="es-CL" sz="1300" b="0" noProof="0">
                <a:solidFill>
                  <a:srgbClr val="111111"/>
                </a:solidFill>
                <a:latin typeface="Inter"/>
              </a:rPr>
              <a:t>  · Media</a:t>
            </a:r>
          </a:p>
          <a:p>
            <a:pPr algn="l"/>
            <a:r>
              <a:rPr lang="es-CL" sz="1600" b="1" noProof="0">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R-041</a:t>
            </a:r>
            <a:r>
              <a:rPr lang="es-CL" sz="1300" b="0" noProof="0">
                <a:solidFill>
                  <a:srgbClr val="111111"/>
                </a:solidFill>
                <a:latin typeface="Inter"/>
              </a:rPr>
              <a:t>  · Media</a:t>
            </a:r>
          </a:p>
          <a:p>
            <a:pPr algn="l"/>
            <a:r>
              <a:rPr lang="es-CL" sz="1600" b="1" noProof="0">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6</a:t>
            </a:r>
          </a:p>
          <a:p>
            <a:pPr algn="l"/>
            <a:r>
              <a:rPr lang="es-CL" sz="1700" b="1" noProof="0">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R-029</a:t>
            </a:r>
            <a:r>
              <a:rPr lang="es-CL" sz="1300" b="0" noProof="0">
                <a:solidFill>
                  <a:srgbClr val="111111"/>
                </a:solidFill>
                <a:latin typeface="Inter"/>
              </a:rPr>
              <a:t>  · Alta</a:t>
            </a:r>
          </a:p>
          <a:p>
            <a:pPr algn="l"/>
            <a:r>
              <a:rPr lang="es-CL" sz="1600" b="1" noProof="0">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R-042</a:t>
            </a:r>
            <a:r>
              <a:rPr lang="es-CL" sz="1300" b="0" noProof="0">
                <a:solidFill>
                  <a:srgbClr val="111111"/>
                </a:solidFill>
                <a:latin typeface="Inter"/>
              </a:rPr>
              <a:t>  · Alta</a:t>
            </a:r>
          </a:p>
          <a:p>
            <a:pPr algn="l"/>
            <a:r>
              <a:rPr lang="es-CL" sz="1600" b="1" noProof="0">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7</a:t>
            </a:r>
          </a:p>
          <a:p>
            <a:pPr algn="l"/>
            <a:r>
              <a:rPr lang="es-CL" sz="1700" b="1" noProof="0">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R-025</a:t>
            </a:r>
            <a:r>
              <a:rPr lang="es-CL" sz="1300" b="0" noProof="0">
                <a:solidFill>
                  <a:srgbClr val="111111"/>
                </a:solidFill>
                <a:latin typeface="Inter"/>
              </a:rPr>
              <a:t>  · Alta</a:t>
            </a:r>
          </a:p>
          <a:p>
            <a:pPr algn="l"/>
            <a:r>
              <a:rPr lang="es-CL" sz="1600" b="1" noProof="0">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R-034</a:t>
            </a:r>
            <a:r>
              <a:rPr lang="es-CL" sz="1300" b="0" noProof="0">
                <a:solidFill>
                  <a:srgbClr val="111111"/>
                </a:solidFill>
                <a:latin typeface="Inter"/>
              </a:rPr>
              <a:t>  · Media</a:t>
            </a:r>
          </a:p>
          <a:p>
            <a:pPr algn="l"/>
            <a:r>
              <a:rPr lang="es-CL" sz="1600" b="1" noProof="0">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R-035</a:t>
            </a:r>
            <a:r>
              <a:rPr lang="es-CL" sz="1300" b="0" noProof="0">
                <a:solidFill>
                  <a:srgbClr val="111111"/>
                </a:solidFill>
                <a:latin typeface="Inter"/>
              </a:rPr>
              <a:t>  · Alta</a:t>
            </a:r>
          </a:p>
          <a:p>
            <a:pPr algn="l"/>
            <a:r>
              <a:rPr lang="es-CL" sz="1600" b="1" noProof="0">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1" name="!!title"/>
          <p:cNvSpPr txBox="1"/>
          <p:nvPr/>
        </p:nvSpPr>
        <p:spPr>
          <a:xfrm>
            <a:off x="1463040" y="1188720"/>
            <a:ext cx="4572000" cy="21945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600" b="1" noProof="0">
                <a:solidFill>
                  <a:srgbClr val="111111"/>
                </a:solidFill>
                <a:latin typeface="Inter SemiBold"/>
                <a:ea typeface="Inter SemiBold"/>
                <a:cs typeface="Inter SemiBold"/>
                <a:sym typeface="Inter SemiBold"/>
              </a:rPr>
              <a:t>Riesgos principales</a:t>
            </a:r>
            <a:endParaRPr lang="es-CL" noProof="0"/>
          </a:p>
        </p:txBody>
      </p:sp>
      <p:sp>
        <p:nvSpPr>
          <p:cNvPr id="1826" name="TextBox 1825"/>
          <p:cNvSpPr txBox="1"/>
          <p:nvPr/>
        </p:nvSpPr>
        <p:spPr>
          <a:xfrm>
            <a:off x="1463040" y="3520440"/>
            <a:ext cx="4389120" cy="731520"/>
          </a:xfrm>
          <a:prstGeom prst="rect">
            <a:avLst/>
          </a:prstGeom>
          <a:noFill/>
        </p:spPr>
        <p:txBody>
          <a:bodyPr wrap="square" lIns="0" tIns="0" rIns="0" bIns="0" anchor="t">
            <a:spAutoFit/>
          </a:bodyPr>
          <a:lstStyle/>
          <a:p>
            <a:pPr algn="l"/>
            <a:r>
              <a:rPr lang="es-CL" sz="1600" b="0" noProof="0">
                <a:solidFill>
                  <a:srgbClr val="606060"/>
                </a:solidFill>
                <a:latin typeface="Inter"/>
              </a:rPr>
              <a:t>Los 10 de mayor exposición</a:t>
            </a:r>
          </a:p>
          <a:p>
            <a:pPr algn="l"/>
            <a:r>
              <a:rPr lang="es-CL" sz="1600" b="0" noProof="0">
                <a:solidFill>
                  <a:srgbClr val="606060"/>
                </a:solidFill>
                <a:latin typeface="Inter"/>
              </a:rPr>
              <a:t>Respuesta: mitigar</a:t>
            </a:r>
          </a:p>
        </p:txBody>
      </p:sp>
      <p:sp>
        <p:nvSpPr>
          <p:cNvPr id="1832" name="TextBox 1831"/>
          <p:cNvSpPr txBox="1"/>
          <p:nvPr/>
        </p:nvSpPr>
        <p:spPr>
          <a:xfrm>
            <a:off x="69494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R-012  </a:t>
            </a:r>
            <a:r>
              <a:rPr lang="es-CL" sz="1500" b="1" noProof="0">
                <a:solidFill>
                  <a:srgbClr val="111111"/>
                </a:solidFill>
                <a:latin typeface="Inter SemiBold"/>
              </a:rPr>
              <a:t>Retiro sin trazabilidad</a:t>
            </a:r>
          </a:p>
        </p:txBody>
      </p:sp>
      <p:sp>
        <p:nvSpPr>
          <p:cNvPr id="1839" name="TextBox 1838"/>
          <p:cNvSpPr txBox="1"/>
          <p:nvPr/>
        </p:nvSpPr>
        <p:spPr>
          <a:xfrm>
            <a:off x="6995160" y="1289304"/>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1" name="TextBox 1840"/>
          <p:cNvSpPr txBox="1"/>
          <p:nvPr/>
        </p:nvSpPr>
        <p:spPr>
          <a:xfrm>
            <a:off x="10744200" y="1307592"/>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Retiro simulado de punta a punta</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R-015  </a:t>
            </a:r>
            <a:r>
              <a:rPr lang="es-CL" sz="1500" b="1" noProof="0">
                <a:solidFill>
                  <a:srgbClr val="111111"/>
                </a:solidFill>
                <a:latin typeface="Inter SemiBold"/>
              </a:rPr>
              <a:t>RTO/RPO excedidos</a:t>
            </a:r>
          </a:p>
        </p:txBody>
      </p:sp>
      <p:sp>
        <p:nvSpPr>
          <p:cNvPr id="1848" name="TextBox 1847"/>
          <p:cNvSpPr txBox="1"/>
          <p:nvPr/>
        </p:nvSpPr>
        <p:spPr>
          <a:xfrm>
            <a:off x="6995160" y="214884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0" name="TextBox 1849"/>
          <p:cNvSpPr txBox="1"/>
          <p:nvPr/>
        </p:nvSpPr>
        <p:spPr>
          <a:xfrm>
            <a:off x="10744200" y="216712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desastre total</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R-005  </a:t>
            </a:r>
            <a:r>
              <a:rPr lang="es-CL" sz="1500" b="1" noProof="0">
                <a:solidFill>
                  <a:srgbClr val="111111"/>
                </a:solidFill>
                <a:latin typeface="Inter SemiBold"/>
              </a:rPr>
              <a:t>Duplicados tras reconexión</a:t>
            </a:r>
          </a:p>
        </p:txBody>
      </p:sp>
      <p:sp>
        <p:nvSpPr>
          <p:cNvPr id="1857" name="TextBox 1856"/>
          <p:cNvSpPr txBox="1"/>
          <p:nvPr/>
        </p:nvSpPr>
        <p:spPr>
          <a:xfrm>
            <a:off x="6995160" y="300837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9" name="TextBox 1858"/>
          <p:cNvSpPr txBox="1"/>
          <p:nvPr/>
        </p:nvSpPr>
        <p:spPr>
          <a:xfrm>
            <a:off x="10744200" y="302666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Inyección de fallas</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R-006  </a:t>
            </a:r>
            <a:r>
              <a:rPr lang="es-CL" sz="1500" b="1" noProof="0">
                <a:solidFill>
                  <a:srgbClr val="111111"/>
                </a:solidFill>
                <a:latin typeface="Inter SemiBold"/>
              </a:rPr>
              <a:t>Enlaces de Concepción</a:t>
            </a:r>
          </a:p>
        </p:txBody>
      </p:sp>
      <p:sp>
        <p:nvSpPr>
          <p:cNvPr id="1866" name="TextBox 1865"/>
          <p:cNvSpPr txBox="1"/>
          <p:nvPr/>
        </p:nvSpPr>
        <p:spPr>
          <a:xfrm>
            <a:off x="6995160" y="3867911"/>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8" name="TextBox 1867"/>
          <p:cNvSpPr txBox="1"/>
          <p:nvPr/>
        </p:nvSpPr>
        <p:spPr>
          <a:xfrm>
            <a:off x="10744200" y="3886200"/>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Simulacro de caída de enlaces</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R-011  </a:t>
            </a:r>
            <a:r>
              <a:rPr lang="es-CL" sz="1500" b="1" noProof="0">
                <a:solidFill>
                  <a:srgbClr val="111111"/>
                </a:solidFill>
                <a:latin typeface="Inter SemiBold"/>
              </a:rPr>
              <a:t>Regla o sensor térmico</a:t>
            </a:r>
          </a:p>
        </p:txBody>
      </p:sp>
      <p:sp>
        <p:nvSpPr>
          <p:cNvPr id="1875" name="TextBox 1874"/>
          <p:cNvSpPr txBox="1"/>
          <p:nvPr/>
        </p:nvSpPr>
        <p:spPr>
          <a:xfrm>
            <a:off x="6995160" y="472744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7" name="TextBox 1876"/>
          <p:cNvSpPr txBox="1"/>
          <p:nvPr/>
        </p:nvSpPr>
        <p:spPr>
          <a:xfrm>
            <a:off x="10744200" y="4745736"/>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Validar rangos y sensor</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R-013  </a:t>
            </a:r>
            <a:r>
              <a:rPr lang="es-CL" sz="1500" b="1" noProof="0">
                <a:solidFill>
                  <a:srgbClr val="111111"/>
                </a:solidFill>
                <a:latin typeface="Inter SemiBold"/>
              </a:rPr>
              <a:t>Peak sin capacidad</a:t>
            </a:r>
          </a:p>
        </p:txBody>
      </p:sp>
      <p:sp>
        <p:nvSpPr>
          <p:cNvPr id="1884" name="TextBox 1883"/>
          <p:cNvSpPr txBox="1"/>
          <p:nvPr/>
        </p:nvSpPr>
        <p:spPr>
          <a:xfrm>
            <a:off x="6995160" y="5586983"/>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6" name="TextBox 1885"/>
          <p:cNvSpPr txBox="1"/>
          <p:nvPr/>
        </p:nvSpPr>
        <p:spPr>
          <a:xfrm>
            <a:off x="10744200" y="5605271"/>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Prueba de carga en despacho</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R-014  </a:t>
            </a:r>
            <a:r>
              <a:rPr lang="es-CL" sz="1500" b="1" noProof="0">
                <a:solidFill>
                  <a:srgbClr val="111111"/>
                </a:solidFill>
                <a:latin typeface="Inter SemiBold"/>
              </a:rPr>
              <a:t>Sala y energía</a:t>
            </a:r>
          </a:p>
        </p:txBody>
      </p:sp>
      <p:sp>
        <p:nvSpPr>
          <p:cNvPr id="1893" name="TextBox 1892"/>
          <p:cNvSpPr txBox="1"/>
          <p:nvPr/>
        </p:nvSpPr>
        <p:spPr>
          <a:xfrm>
            <a:off x="6995160" y="644652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5" name="TextBox 1894"/>
          <p:cNvSpPr txBox="1"/>
          <p:nvPr/>
        </p:nvSpPr>
        <p:spPr>
          <a:xfrm>
            <a:off x="10744200" y="646480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Recepcionar</a:t>
            </a:r>
            <a:r>
              <a:rPr lang="es-CL" sz="1400" b="1" noProof="0">
                <a:solidFill>
                  <a:srgbClr val="111111"/>
                </a:solidFill>
                <a:latin typeface="Inter SemiBold"/>
              </a:rPr>
              <a:t> energía y clima</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R-016  </a:t>
            </a:r>
            <a:r>
              <a:rPr lang="es-CL" sz="1500" b="1" noProof="0">
                <a:solidFill>
                  <a:srgbClr val="111111"/>
                </a:solidFill>
                <a:latin typeface="Inter SemiBold"/>
              </a:rPr>
              <a:t>Uso indebido de privilegios</a:t>
            </a:r>
          </a:p>
        </p:txBody>
      </p:sp>
      <p:sp>
        <p:nvSpPr>
          <p:cNvPr id="1902" name="TextBox 1901"/>
          <p:cNvSpPr txBox="1"/>
          <p:nvPr/>
        </p:nvSpPr>
        <p:spPr>
          <a:xfrm>
            <a:off x="6995160" y="730605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4" name="TextBox 1903"/>
          <p:cNvSpPr txBox="1"/>
          <p:nvPr/>
        </p:nvSpPr>
        <p:spPr>
          <a:xfrm>
            <a:off x="10744200" y="732434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Pentest</a:t>
            </a:r>
            <a:r>
              <a:rPr lang="es-CL" sz="1400" b="1" noProof="0">
                <a:solidFill>
                  <a:srgbClr val="111111"/>
                </a:solidFill>
                <a:latin typeface="Inter SemiBold"/>
              </a:rPr>
              <a:t> y contención</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R-001  </a:t>
            </a:r>
            <a:r>
              <a:rPr lang="es-CL" sz="1500" b="1" noProof="0">
                <a:solidFill>
                  <a:srgbClr val="111111"/>
                </a:solidFill>
                <a:latin typeface="Inter SemiBold"/>
              </a:rPr>
              <a:t>Interfaces del ERP</a:t>
            </a:r>
          </a:p>
        </p:txBody>
      </p:sp>
      <p:sp>
        <p:nvSpPr>
          <p:cNvPr id="1911" name="TextBox 1910"/>
          <p:cNvSpPr txBox="1"/>
          <p:nvPr/>
        </p:nvSpPr>
        <p:spPr>
          <a:xfrm>
            <a:off x="6995160" y="8165592"/>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3" name="TextBox 1912"/>
          <p:cNvSpPr txBox="1"/>
          <p:nvPr/>
        </p:nvSpPr>
        <p:spPr>
          <a:xfrm>
            <a:off x="10744200" y="8183879"/>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Contrato de interfaz probado</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R-003  </a:t>
            </a:r>
            <a:r>
              <a:rPr lang="es-CL" sz="1500" b="1" noProof="0">
                <a:solidFill>
                  <a:srgbClr val="111111"/>
                </a:solidFill>
                <a:latin typeface="Inter SemiBold"/>
              </a:rPr>
              <a:t>Convivencia del WMS</a:t>
            </a:r>
          </a:p>
        </p:txBody>
      </p:sp>
      <p:sp>
        <p:nvSpPr>
          <p:cNvPr id="1920" name="TextBox 1919"/>
          <p:cNvSpPr txBox="1"/>
          <p:nvPr/>
        </p:nvSpPr>
        <p:spPr>
          <a:xfrm>
            <a:off x="6995160" y="902512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 </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22" name="TextBox 1921"/>
          <p:cNvSpPr txBox="1"/>
          <p:nvPr/>
        </p:nvSpPr>
        <p:spPr>
          <a:xfrm>
            <a:off x="10744200" y="9043415"/>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delta y reversión</a:t>
            </a:r>
          </a:p>
        </p:txBody>
      </p:sp>
      <p:sp>
        <p:nvSpPr>
          <p:cNvPr id="1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8" name="!!title"/>
          <p:cNvSpPr txBox="1"/>
          <p:nvPr/>
        </p:nvSpPr>
        <p:spPr>
          <a:xfrm>
            <a:off x="1463040" y="411480"/>
            <a:ext cx="10972800" cy="8229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4400" b="1" noProof="0">
                <a:solidFill>
                  <a:srgbClr val="111111"/>
                </a:solidFill>
                <a:latin typeface="Inter SemiBold"/>
                <a:ea typeface="Inter SemiBold"/>
                <a:cs typeface="Inter SemiBold"/>
                <a:sym typeface="Inter SemiBold"/>
              </a:rPr>
              <a:t>Matriz de exposición</a:t>
            </a:r>
            <a:endParaRPr lang="es-CL" noProof="0"/>
          </a:p>
        </p:txBody>
      </p:sp>
      <p:sp>
        <p:nvSpPr>
          <p:cNvPr id="1832" name="TextBox 1831"/>
          <p:cNvSpPr txBox="1"/>
          <p:nvPr/>
        </p:nvSpPr>
        <p:spPr>
          <a:xfrm>
            <a:off x="1417320" y="1325880"/>
            <a:ext cx="457200" cy="7379208"/>
          </a:xfrm>
          <a:prstGeom prst="rect">
            <a:avLst/>
          </a:prstGeom>
          <a:noFill/>
        </p:spPr>
        <p:txBody>
          <a:bodyPr vert="vert270" wrap="square" lIns="0" tIns="0" rIns="0" bIns="0" anchor="ctr">
            <a:spAutoFit/>
          </a:bodyPr>
          <a:lstStyle/>
          <a:p>
            <a:pPr algn="ctr"/>
            <a:r>
              <a:rPr lang="es-CL" sz="1500" b="1" noProof="0">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alta</a:t>
            </a:r>
          </a:p>
          <a:p>
            <a:pPr algn="r"/>
            <a:r>
              <a:rPr lang="es-CL" sz="1400" b="1" noProof="0">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9" name="TextBox 1838"/>
          <p:cNvSpPr txBox="1"/>
          <p:nvPr/>
        </p:nvSpPr>
        <p:spPr>
          <a:xfrm>
            <a:off x="1965960" y="2816352"/>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Alta</a:t>
            </a:r>
          </a:p>
          <a:p>
            <a:pPr algn="r"/>
            <a:r>
              <a:rPr lang="es-CL" sz="1400" b="1" noProof="0">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5" name="TextBox 1844"/>
          <p:cNvSpPr txBox="1"/>
          <p:nvPr/>
        </p:nvSpPr>
        <p:spPr>
          <a:xfrm>
            <a:off x="1965960" y="4306824"/>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Media</a:t>
            </a:r>
          </a:p>
          <a:p>
            <a:pPr algn="r"/>
            <a:r>
              <a:rPr lang="es-CL" sz="1400" b="1" noProof="0">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10</a:t>
            </a:r>
          </a:p>
          <a:p>
            <a:pPr algn="l"/>
            <a:r>
              <a:rPr lang="es-CL" sz="1300" b="0" noProof="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17</a:t>
            </a:r>
          </a:p>
          <a:p>
            <a:pPr algn="l"/>
            <a:r>
              <a:rPr lang="es-CL" sz="1300" b="0" noProof="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FFFFFF"/>
                </a:solidFill>
                <a:latin typeface="Inter SemiBold"/>
              </a:rPr>
              <a:t>2</a:t>
            </a:r>
          </a:p>
          <a:p>
            <a:pPr algn="l"/>
            <a:r>
              <a:rPr lang="es-CL" sz="1300" b="0" noProof="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1" name="TextBox 1850"/>
          <p:cNvSpPr txBox="1"/>
          <p:nvPr/>
        </p:nvSpPr>
        <p:spPr>
          <a:xfrm>
            <a:off x="1965960" y="5797296"/>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Baja</a:t>
            </a:r>
          </a:p>
          <a:p>
            <a:pPr algn="r"/>
            <a:r>
              <a:rPr lang="es-CL" sz="1400" b="1" noProof="0">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a:t>
            </a:r>
          </a:p>
          <a:p>
            <a:pPr algn="l"/>
            <a:r>
              <a:rPr lang="es-CL" sz="1300" b="0" noProof="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9</a:t>
            </a:r>
          </a:p>
          <a:p>
            <a:pPr algn="l"/>
            <a:r>
              <a:rPr lang="es-CL" sz="1300" b="0" noProof="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6</a:t>
            </a:r>
          </a:p>
          <a:p>
            <a:pPr algn="l"/>
            <a:r>
              <a:rPr lang="es-CL" sz="1300" b="0" noProof="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7" name="TextBox 1856"/>
          <p:cNvSpPr txBox="1"/>
          <p:nvPr/>
        </p:nvSpPr>
        <p:spPr>
          <a:xfrm>
            <a:off x="1965960" y="7287768"/>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baja</a:t>
            </a:r>
          </a:p>
          <a:p>
            <a:pPr algn="r"/>
            <a:r>
              <a:rPr lang="es-CL" sz="1400" b="1" noProof="0">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3" name="TextBox 1862"/>
          <p:cNvSpPr txBox="1"/>
          <p:nvPr/>
        </p:nvSpPr>
        <p:spPr>
          <a:xfrm>
            <a:off x="356616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bajo</a:t>
            </a:r>
          </a:p>
          <a:p>
            <a:pPr algn="ctr"/>
            <a:r>
              <a:rPr lang="es-CL" sz="1400" b="1" noProof="0">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Bajo</a:t>
            </a:r>
          </a:p>
          <a:p>
            <a:pPr algn="ctr"/>
            <a:r>
              <a:rPr lang="es-CL" sz="1400" b="1" noProof="0">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Medio</a:t>
            </a:r>
          </a:p>
          <a:p>
            <a:pPr algn="ctr"/>
            <a:r>
              <a:rPr lang="es-CL" sz="1400" b="1" noProof="0">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Alto</a:t>
            </a:r>
          </a:p>
          <a:p>
            <a:pPr algn="ctr"/>
            <a:r>
              <a:rPr lang="es-CL" sz="1400" b="1" noProof="0">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alto</a:t>
            </a:r>
          </a:p>
          <a:p>
            <a:pPr algn="ctr"/>
            <a:r>
              <a:rPr lang="es-CL" sz="1400" b="1" noProof="0">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tIns="0" rIns="0" bIns="0" anchor="t">
            <a:spAutoFit/>
          </a:bodyPr>
          <a:lstStyle/>
          <a:p>
            <a:pPr algn="ctr"/>
            <a:r>
              <a:rPr lang="es-CL" sz="1500" b="1" noProof="0">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tIns="0" rIns="0" bIns="0" anchor="t">
            <a:spAutoFit/>
          </a:bodyPr>
          <a:lstStyle/>
          <a:p>
            <a:pPr algn="r"/>
            <a:r>
              <a:rPr lang="es-CL" sz="1300" b="0" noProof="0">
                <a:solidFill>
                  <a:srgbClr val="E8641B"/>
                </a:solidFill>
                <a:latin typeface="Inter"/>
              </a:rPr>
              <a:t>■ </a:t>
            </a:r>
            <a:r>
              <a:rPr lang="es-CL" sz="1300" b="0" noProof="0">
                <a:solidFill>
                  <a:srgbClr val="3C3C3C"/>
                </a:solidFill>
                <a:latin typeface="Inter"/>
              </a:rPr>
              <a:t>Crítica ≥ 0,40   </a:t>
            </a:r>
            <a:r>
              <a:rPr lang="es-CL" sz="1300" b="0" noProof="0">
                <a:solidFill>
                  <a:srgbClr val="F29A5E"/>
                </a:solidFill>
                <a:latin typeface="Inter"/>
              </a:rPr>
              <a:t>■ </a:t>
            </a:r>
            <a:r>
              <a:rPr lang="es-CL" sz="1300" b="0" noProof="0">
                <a:solidFill>
                  <a:srgbClr val="3C3C3C"/>
                </a:solidFill>
                <a:latin typeface="Inter"/>
              </a:rPr>
              <a:t>Alta ≥ 0,20   </a:t>
            </a:r>
            <a:r>
              <a:rPr lang="es-CL" sz="1300" b="0" noProof="0">
                <a:solidFill>
                  <a:srgbClr val="FBD5BA"/>
                </a:solidFill>
                <a:latin typeface="Inter"/>
              </a:rPr>
              <a:t>■ </a:t>
            </a:r>
            <a:r>
              <a:rPr lang="es-CL" sz="1300" b="0" noProof="0">
                <a:solidFill>
                  <a:srgbClr val="3C3C3C"/>
                </a:solidFill>
                <a:latin typeface="Inter"/>
              </a:rPr>
              <a:t>Media ≥ 0,08   </a:t>
            </a:r>
            <a:r>
              <a:rPr lang="es-CL" sz="1300" b="0" noProof="0">
                <a:solidFill>
                  <a:srgbClr val="FDEBDD"/>
                </a:solidFill>
                <a:latin typeface="Inter"/>
              </a:rPr>
              <a:t>■ </a:t>
            </a:r>
            <a:r>
              <a:rPr lang="es-CL" sz="1300" b="0" noProof="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63" name="Google Shape;2063;p32"/>
          <p:cNvSpPr txBox="1"/>
          <p:nvPr/>
        </p:nvSpPr>
        <p:spPr>
          <a:xfrm>
            <a:off x="1028700" y="5318360"/>
            <a:ext cx="8326675" cy="2579594"/>
          </a:xfrm>
          <a:prstGeom prst="rect">
            <a:avLst/>
          </a:prstGeom>
          <a:noFill/>
          <a:ln>
            <a:noFill/>
          </a:ln>
        </p:spPr>
        <p:txBody>
          <a:bodyPr spcFirstLastPara="1" wrap="square" lIns="0" tIns="0" rIns="0" bIns="0" anchor="t" anchorCtr="0">
            <a:spAutoFit/>
          </a:bodyPr>
          <a:lstStyle/>
          <a:p>
            <a:pPr marL="0" marR="0" lvl="0" indent="0" algn="l" rtl="0">
              <a:lnSpc>
                <a:spcPct val="131255"/>
              </a:lnSpc>
              <a:spcBef>
                <a:spcPts val="0"/>
              </a:spcBef>
              <a:spcAft>
                <a:spcPts val="0"/>
              </a:spcAft>
              <a:buNone/>
            </a:pPr>
            <a:r>
              <a:rPr lang="es-CL" sz="7333" b="1" noProof="0">
                <a:solidFill>
                  <a:srgbClr val="111111"/>
                </a:solidFill>
                <a:latin typeface="Inter SemiBold"/>
                <a:ea typeface="Inter SemiBold"/>
                <a:cs typeface="Inter SemiBold"/>
                <a:sym typeface="Inter SemiBold"/>
              </a:rPr>
              <a:t>5 innovaciones</a:t>
            </a:r>
            <a:endParaRPr lang="es-CL" noProof="0"/>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7" name="Google Shape;2067;p32"/>
          <p:cNvSpPr txBox="1"/>
          <p:nvPr/>
        </p:nvSpPr>
        <p:spPr>
          <a:xfrm>
            <a:off x="543274" y="8926358"/>
            <a:ext cx="1572710"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noProof="0"/>
          </a:p>
        </p:txBody>
      </p:sp>
      <p:sp>
        <p:nvSpPr>
          <p:cNvPr id="2069" name="Google Shape;2069;p32"/>
          <p:cNvSpPr txBox="1"/>
          <p:nvPr/>
        </p:nvSpPr>
        <p:spPr>
          <a:xfrm>
            <a:off x="10058400" y="8686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01</a:t>
            </a:r>
            <a:endParaRPr lang="es-CL" noProof="0"/>
          </a:p>
        </p:txBody>
      </p:sp>
      <p:sp>
        <p:nvSpPr>
          <p:cNvPr id="2070" name="Google Shape;2070;p32"/>
          <p:cNvSpPr txBox="1"/>
          <p:nvPr/>
        </p:nvSpPr>
        <p:spPr>
          <a:xfrm>
            <a:off x="11430000" y="8686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PRODUCTO</a:t>
            </a:r>
            <a:endParaRPr lang="es-CL" noProof="0"/>
          </a:p>
        </p:txBody>
      </p:sp>
      <p:sp>
        <p:nvSpPr>
          <p:cNvPr id="2071" name="Google Shape;2071;p32"/>
          <p:cNvSpPr txBox="1"/>
          <p:nvPr/>
        </p:nvSpPr>
        <p:spPr>
          <a:xfrm>
            <a:off x="11430000" y="1188719"/>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Vencimiento </a:t>
            </a:r>
            <a:r>
              <a:rPr lang="es-CL" sz="2200" b="1" noProof="0" err="1">
                <a:solidFill>
                  <a:srgbClr val="111111"/>
                </a:solidFill>
                <a:latin typeface="Inter SemiBold"/>
                <a:ea typeface="Inter SemiBold"/>
                <a:cs typeface="Inter SemiBold"/>
                <a:sym typeface="Inter SemiBold"/>
              </a:rPr>
              <a:t>posentrega</a:t>
            </a:r>
            <a:endParaRPr lang="es-CL" noProof="0"/>
          </a:p>
        </p:txBody>
      </p:sp>
      <p:sp>
        <p:nvSpPr>
          <p:cNvPr id="2072" name="Google Shape;2072;p32"/>
          <p:cNvSpPr txBox="1"/>
          <p:nvPr/>
        </p:nvSpPr>
        <p:spPr>
          <a:xfrm>
            <a:off x="11430000" y="16916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−25 % de vencido en el local</a:t>
            </a:r>
            <a:endParaRPr lang="es-CL" noProof="0"/>
          </a:p>
        </p:txBody>
      </p:sp>
      <p:sp>
        <p:nvSpPr>
          <p:cNvPr id="2073" name="Google Shape;2073;p32"/>
          <p:cNvSpPr txBox="1"/>
          <p:nvPr/>
        </p:nvSpPr>
        <p:spPr>
          <a:xfrm>
            <a:off x="10058400" y="24688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02</a:t>
            </a:r>
            <a:endParaRPr lang="es-CL" noProof="0"/>
          </a:p>
        </p:txBody>
      </p:sp>
      <p:sp>
        <p:nvSpPr>
          <p:cNvPr id="2074" name="Google Shape;2074;p32"/>
          <p:cNvSpPr txBox="1"/>
          <p:nvPr/>
        </p:nvSpPr>
        <p:spPr>
          <a:xfrm>
            <a:off x="11430000" y="24688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PROCESO</a:t>
            </a:r>
            <a:endParaRPr lang="es-CL" noProof="0"/>
          </a:p>
        </p:txBody>
      </p:sp>
      <p:sp>
        <p:nvSpPr>
          <p:cNvPr id="2075" name="Google Shape;2075;p32"/>
          <p:cNvSpPr txBox="1"/>
          <p:nvPr/>
        </p:nvSpPr>
        <p:spPr>
          <a:xfrm>
            <a:off x="11430000" y="27889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Reproducción de incidentes</a:t>
            </a:r>
            <a:endParaRPr lang="es-CL" noProof="0"/>
          </a:p>
        </p:txBody>
      </p:sp>
      <p:sp>
        <p:nvSpPr>
          <p:cNvPr id="2076" name="Google Shape;2076;p32"/>
          <p:cNvSpPr txBox="1"/>
          <p:nvPr/>
        </p:nvSpPr>
        <p:spPr>
          <a:xfrm>
            <a:off x="11430000" y="3291840"/>
            <a:ext cx="6217920" cy="5232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−30 % horas de diagnóstico en la mediana del tiempo de reproducir la causa</a:t>
            </a:r>
            <a:endParaRPr lang="es-CL" noProof="0"/>
          </a:p>
        </p:txBody>
      </p:sp>
      <p:sp>
        <p:nvSpPr>
          <p:cNvPr id="2077" name="Google Shape;2077;p32"/>
          <p:cNvSpPr txBox="1"/>
          <p:nvPr/>
        </p:nvSpPr>
        <p:spPr>
          <a:xfrm>
            <a:off x="10058400" y="40690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03</a:t>
            </a:r>
            <a:endParaRPr lang="es-CL" noProof="0"/>
          </a:p>
        </p:txBody>
      </p:sp>
      <p:sp>
        <p:nvSpPr>
          <p:cNvPr id="2078" name="Google Shape;2078;p32"/>
          <p:cNvSpPr txBox="1"/>
          <p:nvPr/>
        </p:nvSpPr>
        <p:spPr>
          <a:xfrm>
            <a:off x="11430000" y="40690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TECNOLÓGICA</a:t>
            </a:r>
            <a:endParaRPr lang="es-CL" noProof="0"/>
          </a:p>
        </p:txBody>
      </p:sp>
      <p:sp>
        <p:nvSpPr>
          <p:cNvPr id="2079" name="Google Shape;2079;p32"/>
          <p:cNvSpPr txBox="1"/>
          <p:nvPr/>
        </p:nvSpPr>
        <p:spPr>
          <a:xfrm>
            <a:off x="11430000" y="43891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Vida útil por historia térmica</a:t>
            </a:r>
            <a:endParaRPr lang="es-CL" noProof="0"/>
          </a:p>
        </p:txBody>
      </p:sp>
      <p:sp>
        <p:nvSpPr>
          <p:cNvPr id="2080" name="Google Shape;2080;p32"/>
          <p:cNvSpPr txBox="1"/>
          <p:nvPr/>
        </p:nvSpPr>
        <p:spPr>
          <a:xfrm>
            <a:off x="11430000" y="4892040"/>
            <a:ext cx="6217920" cy="523220"/>
          </a:xfrm>
          <a:prstGeom prst="rect">
            <a:avLst/>
          </a:prstGeom>
          <a:noFill/>
          <a:ln>
            <a:noFill/>
          </a:ln>
        </p:spPr>
        <p:txBody>
          <a:bodyPr spcFirstLastPara="1" wrap="square" lIns="0" tIns="0" rIns="0" bIns="0" anchor="t" anchorCtr="0">
            <a:spAutoFit/>
          </a:bodyPr>
          <a:lstStyle/>
          <a:p>
            <a:pPr lvl="0"/>
            <a:r>
              <a:rPr lang="es-CL" sz="1700" b="0" noProof="0">
                <a:solidFill>
                  <a:srgbClr val="606060"/>
                </a:solidFill>
                <a:latin typeface="Inter"/>
                <a:ea typeface="Inter"/>
                <a:cs typeface="Inter"/>
                <a:sym typeface="Inter"/>
              </a:rPr>
              <a:t>Meta</a:t>
            </a:r>
            <a:r>
              <a:rPr lang="es-CL" sz="1700">
                <a:solidFill>
                  <a:srgbClr val="606060"/>
                </a:solidFill>
                <a:latin typeface="Inter"/>
                <a:ea typeface="Inter"/>
                <a:cs typeface="Inter"/>
                <a:sym typeface="Inter"/>
              </a:rPr>
              <a:t> por familia: ≥80 % de los lotes</a:t>
            </a:r>
            <a:r>
              <a:rPr lang="es-CL" sz="1700" b="0" noProof="0">
                <a:solidFill>
                  <a:srgbClr val="606060"/>
                </a:solidFill>
                <a:latin typeface="Inter"/>
                <a:ea typeface="Inter"/>
                <a:cs typeface="Inter"/>
                <a:sym typeface="Inter"/>
              </a:rPr>
              <a:t> dentro de ±15 % de la vida nominal</a:t>
            </a:r>
          </a:p>
        </p:txBody>
      </p:sp>
      <p:sp>
        <p:nvSpPr>
          <p:cNvPr id="2081" name="Google Shape;2081;p32"/>
          <p:cNvSpPr txBox="1"/>
          <p:nvPr/>
        </p:nvSpPr>
        <p:spPr>
          <a:xfrm>
            <a:off x="10058400" y="56692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04</a:t>
            </a:r>
            <a:endParaRPr lang="es-CL" noProof="0"/>
          </a:p>
        </p:txBody>
      </p:sp>
      <p:sp>
        <p:nvSpPr>
          <p:cNvPr id="2082" name="Google Shape;2082;p32"/>
          <p:cNvSpPr txBox="1"/>
          <p:nvPr/>
        </p:nvSpPr>
        <p:spPr>
          <a:xfrm>
            <a:off x="11430000" y="56692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MODELO DE NEGOCIO</a:t>
            </a:r>
            <a:endParaRPr lang="es-CL" noProof="0"/>
          </a:p>
        </p:txBody>
      </p:sp>
      <p:sp>
        <p:nvSpPr>
          <p:cNvPr id="2083" name="Google Shape;2083;p32"/>
          <p:cNvSpPr txBox="1"/>
          <p:nvPr/>
        </p:nvSpPr>
        <p:spPr>
          <a:xfrm>
            <a:off x="11430000" y="59893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Pago ligado al costo de servir</a:t>
            </a:r>
            <a:endParaRPr lang="es-CL" noProof="0"/>
          </a:p>
        </p:txBody>
      </p:sp>
      <p:sp>
        <p:nvSpPr>
          <p:cNvPr id="2084" name="Google Shape;2084;p32"/>
          <p:cNvSpPr txBox="1"/>
          <p:nvPr/>
        </p:nvSpPr>
        <p:spPr>
          <a:xfrm>
            <a:off x="11430000" y="64922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≥5 % menos costo comparable, con OTIF ≥95 %</a:t>
            </a:r>
            <a:endParaRPr lang="es-CL" noProof="0"/>
          </a:p>
        </p:txBody>
      </p:sp>
      <p:sp>
        <p:nvSpPr>
          <p:cNvPr id="2085" name="Google Shape;2085;p32"/>
          <p:cNvSpPr txBox="1"/>
          <p:nvPr/>
        </p:nvSpPr>
        <p:spPr>
          <a:xfrm>
            <a:off x="10058400" y="72694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05</a:t>
            </a:r>
            <a:endParaRPr lang="es-CL" noProof="0"/>
          </a:p>
        </p:txBody>
      </p:sp>
      <p:sp>
        <p:nvSpPr>
          <p:cNvPr id="2086" name="Google Shape;2086;p32"/>
          <p:cNvSpPr txBox="1"/>
          <p:nvPr/>
        </p:nvSpPr>
        <p:spPr>
          <a:xfrm>
            <a:off x="11430000" y="72694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IMPACTO SOCIAL</a:t>
            </a:r>
            <a:endParaRPr lang="es-CL" noProof="0"/>
          </a:p>
        </p:txBody>
      </p:sp>
      <p:sp>
        <p:nvSpPr>
          <p:cNvPr id="2087" name="Google Shape;2087;p32"/>
          <p:cNvSpPr txBox="1"/>
          <p:nvPr/>
        </p:nvSpPr>
        <p:spPr>
          <a:xfrm>
            <a:off x="11430000" y="75895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Hoja del almacenero</a:t>
            </a:r>
            <a:endParaRPr lang="es-CL" noProof="0"/>
          </a:p>
        </p:txBody>
      </p:sp>
      <p:sp>
        <p:nvSpPr>
          <p:cNvPr id="2088" name="Google Shape;2088;p32"/>
          <p:cNvSpPr txBox="1"/>
          <p:nvPr/>
        </p:nvSpPr>
        <p:spPr>
          <a:xfrm>
            <a:off x="11430000" y="80924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Sin internet: pantalla o impresa</a:t>
            </a:r>
            <a:endParaRPr lang="es-CL" noProof="0"/>
          </a:p>
        </p:txBody>
      </p:sp>
      <p:sp>
        <p:nvSpPr>
          <p:cNvPr id="208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50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7"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8"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151"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15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51</a:t>
            </a:r>
          </a:p>
        </p:txBody>
      </p:sp>
    </p:spTree>
  </p:cSld>
  <p:clrMapOvr>
    <a:masterClrMapping/>
  </p:clrMapOvr>
  <p:transition spd="med" advTm="1500">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contacto@lafrox.cl</a:t>
            </a:r>
            <a:endParaRPr lang="es-CL" noProof="0"/>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Av. Brasil 2241, Valparaíso</a:t>
            </a:r>
            <a:endParaRPr lang="es-CL" noProof="0"/>
          </a:p>
        </p:txBody>
      </p:sp>
      <p:sp>
        <p:nvSpPr>
          <p:cNvPr id="2167" name="Google Shape;2167;p35"/>
          <p:cNvSpPr txBox="1"/>
          <p:nvPr/>
        </p:nvSpPr>
        <p:spPr>
          <a:xfrm>
            <a:off x="10736647" y="7329375"/>
            <a:ext cx="2823062" cy="30014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lafrox.github.io</a:t>
            </a:r>
            <a:endParaRPr lang="es-CL" noProof="0"/>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+56 32 250 4100</a:t>
            </a:r>
            <a:endParaRPr lang="es-CL" noProof="0"/>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1"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2"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sp>
        <p:nvSpPr>
          <p:cNvPr id="2175" name="Google Shape;2175;p35"/>
          <p:cNvSpPr txBox="1"/>
          <p:nvPr/>
        </p:nvSpPr>
        <p:spPr>
          <a:xfrm>
            <a:off x="2743200" y="8850630"/>
            <a:ext cx="12801600" cy="407670"/>
          </a:xfrm>
          <a:prstGeom prst="rect">
            <a:avLst/>
          </a:prstGeom>
          <a:noFill/>
          <a:ln>
            <a:noFill/>
          </a:ln>
        </p:spPr>
        <p:txBody>
          <a:bodyPr spcFirstLastPara="1" wrap="square" lIns="0" tIns="0" rIns="0" bIns="0" anchor="t" anchorCtr="0">
            <a:spAutoFit/>
          </a:bodyPr>
          <a:lstStyle/>
          <a:p>
            <a:pPr marL="0" marR="0" lvl="0" indent="0" algn="ctr" rtl="0">
              <a:lnSpc>
                <a:spcPct val="104937"/>
              </a:lnSpc>
              <a:spcBef>
                <a:spcPts val="0"/>
              </a:spcBef>
              <a:spcAft>
                <a:spcPts val="0"/>
              </a:spcAft>
              <a:buNone/>
            </a:pPr>
            <a:r>
              <a:rPr lang="es-CL" sz="1600" noProof="0">
                <a:solidFill>
                  <a:srgbClr val="FFFFFF"/>
                </a:solidFill>
                <a:latin typeface="Inter"/>
                <a:ea typeface="Inter"/>
                <a:cs typeface="Inter"/>
                <a:sym typeface="Inter"/>
              </a:rPr>
              <a:t>Sistema Integral de Gestión Logística Puelche · LafroX </a:t>
            </a:r>
            <a:r>
              <a:rPr lang="es-CL" sz="1600" noProof="0" err="1">
                <a:solidFill>
                  <a:srgbClr val="FFFFFF"/>
                </a:solidFill>
                <a:latin typeface="Inter"/>
                <a:ea typeface="Inter"/>
                <a:cs typeface="Inter"/>
                <a:sym typeface="Inter"/>
              </a:rPr>
              <a:t>SpA</a:t>
            </a:r>
            <a:endParaRPr lang="es-CL" noProof="0"/>
          </a:p>
        </p:txBody>
      </p:sp>
      <p:pic>
        <p:nvPicPr>
          <p:cNvPr id="2176" name="!!logo" descr="Isotipo LafroX"/>
          <p:cNvPicPr preferRelativeResize="0"/>
          <p:nvPr/>
        </p:nvPicPr>
        <p:blipFill rotWithShape="1">
          <a:blip r:embed="rId11">
            <a:alphaModFix/>
          </a:blip>
          <a:srcRect/>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6000" b="0" noProof="0">
                <a:solidFill>
                  <a:srgbClr val="FFFFFF"/>
                </a:solidFill>
                <a:latin typeface="Inter Light"/>
                <a:ea typeface="Inter Light"/>
                <a:cs typeface="Inter Light"/>
                <a:sym typeface="Inter Light"/>
              </a:rPr>
              <a:t>De 9 días a</a:t>
            </a:r>
            <a:endParaRPr lang="es-CL" noProof="0"/>
          </a:p>
        </p:txBody>
      </p:sp>
      <p:sp>
        <p:nvSpPr>
          <p:cNvPr id="2178" name="!!title"/>
          <p:cNvSpPr txBox="1"/>
          <p:nvPr/>
        </p:nvSpPr>
        <p:spPr>
          <a:xfrm>
            <a:off x="1828800" y="2514600"/>
            <a:ext cx="14630400" cy="301752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9000" b="1" noProof="0">
                <a:solidFill>
                  <a:srgbClr val="E8641B"/>
                </a:solidFill>
                <a:latin typeface="Inter SemiBold"/>
                <a:ea typeface="Inter SemiBold"/>
                <a:cs typeface="Inter SemiBold"/>
                <a:sym typeface="Inter SemiBold"/>
              </a:rPr>
              <a:t>&lt; 2 horas</a:t>
            </a:r>
            <a:endParaRPr lang="es-CL" noProof="0"/>
          </a:p>
        </p:txBody>
      </p:sp>
      <p:sp>
        <p:nvSpPr>
          <p:cNvPr id="2179" name="Google Shape;2179;p35"/>
          <p:cNvSpPr txBox="1"/>
          <p:nvPr/>
        </p:nvSpPr>
        <p:spPr>
          <a:xfrm>
            <a:off x="1828800" y="5669280"/>
            <a:ext cx="14630400" cy="5486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0" noProof="0">
                <a:solidFill>
                  <a:srgbClr val="FFFFFF"/>
                </a:solidFill>
                <a:latin typeface="Inter Light"/>
                <a:ea typeface="Inter Light"/>
                <a:cs typeface="Inter Light"/>
                <a:sym typeface="Inter Light"/>
              </a:rPr>
              <a:t>para identificar a los clientes afectados</a:t>
            </a:r>
            <a:endParaRPr lang="es-CL" noProof="0"/>
          </a:p>
        </p:txBody>
      </p:sp>
      <p:sp>
        <p:nvSpPr>
          <p:cNvPr id="218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7141</Words>
  <Application>Microsoft Office PowerPoint</Application>
  <PresentationFormat>Personalizado</PresentationFormat>
  <Paragraphs>1589</Paragraphs>
  <Slides>52</Slides>
  <Notes>52</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52</vt:i4>
      </vt:variant>
    </vt:vector>
  </HeadingPairs>
  <TitlesOfParts>
    <vt:vector size="59" baseType="lpstr">
      <vt:lpstr>Inter</vt:lpstr>
      <vt:lpstr>Inter Light</vt:lpstr>
      <vt:lpstr>Arial</vt:lpstr>
      <vt:lpstr>Inter SemiBold</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Patricio Henriquez</dc:creator>
  <cp:lastModifiedBy>Patricio Henríquez Tapia</cp:lastModifiedBy>
  <cp:revision>1</cp:revision>
  <dcterms:created xsi:type="dcterms:W3CDTF">2006-08-16T00:00:00Z</dcterms:created>
  <dcterms:modified xsi:type="dcterms:W3CDTF">2026-10-22T01:00:31Z</dcterms:modified>
</cp:coreProperties>
</file>