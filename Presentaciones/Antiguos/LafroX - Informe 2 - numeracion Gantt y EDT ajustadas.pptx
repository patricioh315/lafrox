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55"/>
  </p:notesMasterIdLst>
  <p:sldIdLst>
    <p:sldId id="256" r:id="rId4"/>
    <p:sldId id="300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86" r:id="rId22"/>
    <p:sldId id="287" r:id="rId23"/>
    <p:sldId id="288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9" r:id="rId35"/>
    <p:sldId id="294" r:id="rId36"/>
    <p:sldId id="295" r:id="rId37"/>
    <p:sldId id="296" r:id="rId38"/>
    <p:sldId id="297" r:id="rId39"/>
    <p:sldId id="298" r:id="rId40"/>
    <p:sldId id="299" r:id="rId41"/>
    <p:sldId id="291" r:id="rId42"/>
    <p:sldId id="290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292" r:id="rId51"/>
    <p:sldId id="293" r:id="rId52"/>
    <p:sldId id="301" r:id="rId53"/>
    <p:sldId id="302" r:id="rId54"/>
  </p:sldIdLst>
  <p:sldSz cx="18288000" cy="10287000"/>
  <p:notesSz cx="6858000" cy="9144000"/>
  <p:embeddedFontLst>
    <p:embeddedFont>
      <p:font typeface="Inter" panose="020B0604020202020204" charset="0"/>
      <p:regular r:id="rId56"/>
      <p:bold r:id="rId57"/>
      <p:italic r:id="rId58"/>
      <p:boldItalic r:id="rId59"/>
    </p:embeddedFont>
    <p:embeddedFont>
      <p:font typeface="Inter Light" panose="020B0604020202020204" charset="0"/>
      <p:regular r:id="rId60"/>
      <p:bold r:id="rId61"/>
      <p:italic r:id="rId62"/>
      <p:boldItalic r:id="rId63"/>
    </p:embeddedFont>
    <p:embeddedFont>
      <p:font typeface="Inter SemiBold" panose="020B060402020202020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0" roundtripDataSignature="AMtx7mjMn/eJYygyYAIOBg2whbyUSml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10-21T23:25:37.025"/>
    <p1510:client id="{19887FBB-2E95-1307-0AAC-04868A63639A}" v="10" dt="2026-10-22T02:42:18.882"/>
    <p1510:client id="{2CAB3DA1-4BE8-5171-4280-B148218AFE50}" v="16" dt="2026-10-22T02:27:19.701"/>
    <p1510:client id="{8518D1DE-07C9-4C97-8F05-220E18EC7522}" v="25" dt="2026-10-22T02:33:04.967"/>
    <p1510:client id="{882E8C7D-2876-1916-59F0-D22F26B0C238}" v="37" dt="2026-10-22T02:42:40.488"/>
    <p1510:client id="{B4D353A1-8446-1601-325E-45018A9A3BA4}" v="683" dt="2026-10-22T00:58:37.339"/>
  </p1510:revLst>
</p1510:revInfo>
</file>

<file path=ppt/tableStyles.xml><?xml version="1.0" encoding="utf-8"?>
<a:tblStyleLst xmlns:a="http://schemas.openxmlformats.org/drawingml/2006/main" def="{C4A5C758-D4A7-4D3F-9BCE-32F5856BC382}">
  <a:tblStyle styleId="{C4A5C758-D4A7-4D3F-9BCE-32F5856BC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6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7.fntdata"/><Relationship Id="rId70" Type="http://customschemas.google.com/relationships/presentationmetadata" Target="meta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6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ravena" userId="S::alex.aravena.p@mail.pucv.cl::3d3c6775-e7a1-4e1c-b64b-c38162922a1a" providerId="AD" clId="Web-{00000000-0000-0000-0000-000000000000}"/>
    <pc:docChg chg="delSld modSld sldOrd">
      <pc:chgData name="Alex Aravena" userId="S::alex.aravena.p@mail.pucv.cl::3d3c6775-e7a1-4e1c-b64b-c38162922a1a" providerId="AD" clId="Web-{00000000-0000-0000-0000-000000000000}" dt="2026-10-21T23:25:37.025" v="216"/>
      <pc:docMkLst>
        <pc:docMk/>
      </pc:docMkLst>
      <pc:sldChg chg="delSp">
        <pc:chgData name="Alex Aravena" userId="S::alex.aravena.p@mail.pucv.cl::3d3c6775-e7a1-4e1c-b64b-c38162922a1a" providerId="AD" clId="Web-{00000000-0000-0000-0000-000000000000}" dt="2026-10-21T23:25:37.025" v="216"/>
        <pc:sldMkLst>
          <pc:docMk/>
          <pc:sldMk cId="0" sldId="256"/>
        </pc:sldMkLst>
        <pc:spChg chg="del">
          <ac:chgData name="Alex Aravena" userId="S::alex.aravena.p@mail.pucv.cl::3d3c6775-e7a1-4e1c-b64b-c38162922a1a" providerId="AD" clId="Web-{00000000-0000-0000-0000-000000000000}" dt="2026-10-21T23:25:37.025" v="216"/>
          <ac:spMkLst>
            <pc:docMk/>
            <pc:sldMk cId="0" sldId="256"/>
            <ac:spMk id="243" creationId="{00000000-0000-0000-0000-000000000000}"/>
          </ac:spMkLst>
        </pc:spChg>
      </pc:sldChg>
      <pc:sldChg chg="addSp delSp modSp ord">
        <pc:chgData name="Alex Aravena" userId="S::alex.aravena.p@mail.pucv.cl::3d3c6775-e7a1-4e1c-b64b-c38162922a1a" providerId="AD" clId="Web-{00000000-0000-0000-0000-000000000000}" dt="2026-10-20T23:38:12.610" v="210"/>
        <pc:sldMkLst>
          <pc:docMk/>
          <pc:sldMk cId="0" sldId="261"/>
        </pc:sldMkLst>
        <pc:spChg chg="add del">
          <ac:chgData name="Alex Aravena" userId="S::alex.aravena.p@mail.pucv.cl::3d3c6775-e7a1-4e1c-b64b-c38162922a1a" providerId="AD" clId="Web-{00000000-0000-0000-0000-000000000000}" dt="2026-10-20T23:36:20.715" v="112"/>
          <ac:spMkLst>
            <pc:docMk/>
            <pc:sldMk cId="0" sldId="261"/>
            <ac:spMk id="371" creationId="{00000000-0000-0000-0000-000000000000}"/>
          </ac:spMkLst>
        </pc:spChg>
        <pc:spChg chg="add del mod">
          <ac:chgData name="Alex Aravena" userId="S::alex.aravena.p@mail.pucv.cl::3d3c6775-e7a1-4e1c-b64b-c38162922a1a" providerId="AD" clId="Web-{00000000-0000-0000-0000-000000000000}" dt="2026-10-20T23:36:20.715" v="113"/>
          <ac:spMkLst>
            <pc:docMk/>
            <pc:sldMk cId="0" sldId="261"/>
            <ac:spMk id="37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4"/>
          <ac:spMkLst>
            <pc:docMk/>
            <pc:sldMk cId="0" sldId="261"/>
            <ac:spMk id="37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5"/>
          <ac:spMkLst>
            <pc:docMk/>
            <pc:sldMk cId="0" sldId="261"/>
            <ac:spMk id="37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6"/>
          <ac:spMkLst>
            <pc:docMk/>
            <pc:sldMk cId="0" sldId="261"/>
            <ac:spMk id="37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7"/>
          <ac:spMkLst>
            <pc:docMk/>
            <pc:sldMk cId="0" sldId="261"/>
            <ac:spMk id="37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8"/>
          <ac:spMkLst>
            <pc:docMk/>
            <pc:sldMk cId="0" sldId="261"/>
            <ac:spMk id="37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9"/>
          <ac:spMkLst>
            <pc:docMk/>
            <pc:sldMk cId="0" sldId="261"/>
            <ac:spMk id="37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0"/>
          <ac:spMkLst>
            <pc:docMk/>
            <pc:sldMk cId="0" sldId="261"/>
            <ac:spMk id="37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1"/>
          <ac:spMkLst>
            <pc:docMk/>
            <pc:sldMk cId="0" sldId="261"/>
            <ac:spMk id="38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2"/>
          <ac:spMkLst>
            <pc:docMk/>
            <pc:sldMk cId="0" sldId="261"/>
            <ac:spMk id="38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3"/>
          <ac:spMkLst>
            <pc:docMk/>
            <pc:sldMk cId="0" sldId="261"/>
            <ac:spMk id="38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4"/>
          <ac:spMkLst>
            <pc:docMk/>
            <pc:sldMk cId="0" sldId="261"/>
            <ac:spMk id="38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5"/>
          <ac:spMkLst>
            <pc:docMk/>
            <pc:sldMk cId="0" sldId="261"/>
            <ac:spMk id="38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6"/>
          <ac:spMkLst>
            <pc:docMk/>
            <pc:sldMk cId="0" sldId="261"/>
            <ac:spMk id="38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8"/>
          <ac:spMkLst>
            <pc:docMk/>
            <pc:sldMk cId="0" sldId="261"/>
            <ac:spMk id="38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9"/>
          <ac:spMkLst>
            <pc:docMk/>
            <pc:sldMk cId="0" sldId="261"/>
            <ac:spMk id="38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0"/>
          <ac:spMkLst>
            <pc:docMk/>
            <pc:sldMk cId="0" sldId="261"/>
            <ac:spMk id="38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1"/>
          <ac:spMkLst>
            <pc:docMk/>
            <pc:sldMk cId="0" sldId="261"/>
            <ac:spMk id="39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2"/>
          <ac:spMkLst>
            <pc:docMk/>
            <pc:sldMk cId="0" sldId="261"/>
            <ac:spMk id="39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4"/>
          <ac:spMkLst>
            <pc:docMk/>
            <pc:sldMk cId="0" sldId="261"/>
            <ac:spMk id="39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5"/>
          <ac:spMkLst>
            <pc:docMk/>
            <pc:sldMk cId="0" sldId="261"/>
            <ac:spMk id="39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6"/>
          <ac:spMkLst>
            <pc:docMk/>
            <pc:sldMk cId="0" sldId="261"/>
            <ac:spMk id="39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8"/>
          <ac:spMkLst>
            <pc:docMk/>
            <pc:sldMk cId="0" sldId="261"/>
            <ac:spMk id="39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9"/>
          <ac:spMkLst>
            <pc:docMk/>
            <pc:sldMk cId="0" sldId="261"/>
            <ac:spMk id="39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0"/>
          <ac:spMkLst>
            <pc:docMk/>
            <pc:sldMk cId="0" sldId="261"/>
            <ac:spMk id="39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2"/>
          <ac:spMkLst>
            <pc:docMk/>
            <pc:sldMk cId="0" sldId="261"/>
            <ac:spMk id="40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3"/>
          <ac:spMkLst>
            <pc:docMk/>
            <pc:sldMk cId="0" sldId="261"/>
            <ac:spMk id="40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4"/>
          <ac:spMkLst>
            <pc:docMk/>
            <pc:sldMk cId="0" sldId="261"/>
            <ac:spMk id="40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6"/>
          <ac:spMkLst>
            <pc:docMk/>
            <pc:sldMk cId="0" sldId="261"/>
            <ac:spMk id="40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7"/>
          <ac:spMkLst>
            <pc:docMk/>
            <pc:sldMk cId="0" sldId="261"/>
            <ac:spMk id="40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8"/>
          <ac:spMkLst>
            <pc:docMk/>
            <pc:sldMk cId="0" sldId="261"/>
            <ac:spMk id="40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0"/>
          <ac:spMkLst>
            <pc:docMk/>
            <pc:sldMk cId="0" sldId="261"/>
            <ac:spMk id="40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1"/>
          <ac:spMkLst>
            <pc:docMk/>
            <pc:sldMk cId="0" sldId="261"/>
            <ac:spMk id="41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2"/>
          <ac:spMkLst>
            <pc:docMk/>
            <pc:sldMk cId="0" sldId="261"/>
            <ac:spMk id="41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3"/>
          <ac:spMkLst>
            <pc:docMk/>
            <pc:sldMk cId="0" sldId="261"/>
            <ac:spMk id="41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4"/>
          <ac:spMkLst>
            <pc:docMk/>
            <pc:sldMk cId="0" sldId="261"/>
            <ac:spMk id="41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6"/>
          <ac:spMkLst>
            <pc:docMk/>
            <pc:sldMk cId="0" sldId="261"/>
            <ac:spMk id="41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7"/>
          <ac:spMkLst>
            <pc:docMk/>
            <pc:sldMk cId="0" sldId="261"/>
            <ac:spMk id="41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8"/>
          <ac:spMkLst>
            <pc:docMk/>
            <pc:sldMk cId="0" sldId="261"/>
            <ac:spMk id="41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9"/>
          <ac:spMkLst>
            <pc:docMk/>
            <pc:sldMk cId="0" sldId="261"/>
            <ac:spMk id="41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0"/>
          <ac:spMkLst>
            <pc:docMk/>
            <pc:sldMk cId="0" sldId="261"/>
            <ac:spMk id="41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1"/>
          <ac:spMkLst>
            <pc:docMk/>
            <pc:sldMk cId="0" sldId="261"/>
            <ac:spMk id="42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3"/>
          <ac:spMkLst>
            <pc:docMk/>
            <pc:sldMk cId="0" sldId="261"/>
            <ac:spMk id="42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4"/>
          <ac:spMkLst>
            <pc:docMk/>
            <pc:sldMk cId="0" sldId="261"/>
            <ac:spMk id="42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5"/>
          <ac:spMkLst>
            <pc:docMk/>
            <pc:sldMk cId="0" sldId="261"/>
            <ac:spMk id="42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7"/>
          <ac:spMkLst>
            <pc:docMk/>
            <pc:sldMk cId="0" sldId="261"/>
            <ac:spMk id="42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8"/>
          <ac:spMkLst>
            <pc:docMk/>
            <pc:sldMk cId="0" sldId="261"/>
            <ac:spMk id="42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9"/>
          <ac:spMkLst>
            <pc:docMk/>
            <pc:sldMk cId="0" sldId="261"/>
            <ac:spMk id="42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1"/>
          <ac:spMkLst>
            <pc:docMk/>
            <pc:sldMk cId="0" sldId="261"/>
            <ac:spMk id="43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2"/>
          <ac:spMkLst>
            <pc:docMk/>
            <pc:sldMk cId="0" sldId="261"/>
            <ac:spMk id="43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3"/>
          <ac:spMkLst>
            <pc:docMk/>
            <pc:sldMk cId="0" sldId="261"/>
            <ac:spMk id="43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5"/>
          <ac:spMkLst>
            <pc:docMk/>
            <pc:sldMk cId="0" sldId="261"/>
            <ac:spMk id="43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6"/>
          <ac:spMkLst>
            <pc:docMk/>
            <pc:sldMk cId="0" sldId="261"/>
            <ac:spMk id="43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7"/>
          <ac:spMkLst>
            <pc:docMk/>
            <pc:sldMk cId="0" sldId="261"/>
            <ac:spMk id="43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8"/>
          <ac:spMkLst>
            <pc:docMk/>
            <pc:sldMk cId="0" sldId="261"/>
            <ac:spMk id="43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9"/>
          <ac:spMkLst>
            <pc:docMk/>
            <pc:sldMk cId="0" sldId="261"/>
            <ac:spMk id="43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1"/>
          <ac:spMkLst>
            <pc:docMk/>
            <pc:sldMk cId="0" sldId="261"/>
            <ac:spMk id="44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2"/>
          <ac:spMkLst>
            <pc:docMk/>
            <pc:sldMk cId="0" sldId="261"/>
            <ac:spMk id="44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3"/>
          <ac:spMkLst>
            <pc:docMk/>
            <pc:sldMk cId="0" sldId="261"/>
            <ac:spMk id="44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5"/>
          <ac:spMkLst>
            <pc:docMk/>
            <pc:sldMk cId="0" sldId="261"/>
            <ac:spMk id="44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3"/>
          <ac:spMkLst>
            <pc:docMk/>
            <pc:sldMk cId="0" sldId="261"/>
            <ac:spMk id="45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4"/>
          <ac:spMkLst>
            <pc:docMk/>
            <pc:sldMk cId="0" sldId="261"/>
            <ac:spMk id="45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6"/>
          <ac:spMkLst>
            <pc:docMk/>
            <pc:sldMk cId="0" sldId="261"/>
            <ac:spMk id="45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0"/>
          <ac:spMkLst>
            <pc:docMk/>
            <pc:sldMk cId="0" sldId="261"/>
            <ac:spMk id="46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1"/>
          <ac:spMkLst>
            <pc:docMk/>
            <pc:sldMk cId="0" sldId="261"/>
            <ac:spMk id="461" creationId="{00000000-0000-0000-0000-000000000000}"/>
          </ac:spMkLst>
        </pc:spChg>
        <pc:cxnChg chg="add del">
          <ac:chgData name="Alex Aravena" userId="S::alex.aravena.p@mail.pucv.cl::3d3c6775-e7a1-4e1c-b64b-c38162922a1a" providerId="AD" clId="Web-{00000000-0000-0000-0000-000000000000}" dt="2026-10-20T23:36:20.715" v="127"/>
          <ac:cxnSpMkLst>
            <pc:docMk/>
            <pc:sldMk cId="0" sldId="261"/>
            <ac:cxnSpMk id="38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6"/>
          <ac:cxnSpMkLst>
            <pc:docMk/>
            <pc:sldMk cId="0" sldId="261"/>
            <ac:cxnSpMk id="445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7"/>
          <ac:cxnSpMkLst>
            <pc:docMk/>
            <pc:sldMk cId="0" sldId="261"/>
            <ac:cxnSpMk id="44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8"/>
          <ac:cxnSpMkLst>
            <pc:docMk/>
            <pc:sldMk cId="0" sldId="261"/>
            <ac:cxnSpMk id="447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9"/>
          <ac:cxnSpMkLst>
            <pc:docMk/>
            <pc:sldMk cId="0" sldId="261"/>
            <ac:cxnSpMk id="448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0"/>
          <ac:cxnSpMkLst>
            <pc:docMk/>
            <pc:sldMk cId="0" sldId="261"/>
            <ac:cxnSpMk id="449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1"/>
          <ac:cxnSpMkLst>
            <pc:docMk/>
            <pc:sldMk cId="0" sldId="261"/>
            <ac:cxnSpMk id="450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5"/>
          <ac:cxnSpMkLst>
            <pc:docMk/>
            <pc:sldMk cId="0" sldId="261"/>
            <ac:cxnSpMk id="454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7"/>
          <ac:cxnSpMkLst>
            <pc:docMk/>
            <pc:sldMk cId="0" sldId="261"/>
            <ac:cxnSpMk id="45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9"/>
          <ac:cxnSpMkLst>
            <pc:docMk/>
            <pc:sldMk cId="0" sldId="261"/>
            <ac:cxnSpMk id="458" creationId="{00000000-0000-0000-0000-000000000000}"/>
          </ac:cxnSpMkLst>
        </pc:cxnChg>
      </pc:sldChg>
      <pc:sldChg chg="modSp">
        <pc:chgData name="Alex Aravena" userId="S::alex.aravena.p@mail.pucv.cl::3d3c6775-e7a1-4e1c-b64b-c38162922a1a" providerId="AD" clId="Web-{00000000-0000-0000-0000-000000000000}" dt="2026-10-20T23:38:32.892" v="213" actId="14100"/>
        <pc:sldMkLst>
          <pc:docMk/>
          <pc:sldMk cId="0" sldId="271"/>
        </pc:sldMkLst>
        <pc:spChg chg="mod">
          <ac:chgData name="Alex Aravena" userId="S::alex.aravena.p@mail.pucv.cl::3d3c6775-e7a1-4e1c-b64b-c38162922a1a" providerId="AD" clId="Web-{00000000-0000-0000-0000-000000000000}" dt="2026-10-20T23:38:32.892" v="213" actId="14100"/>
          <ac:spMkLst>
            <pc:docMk/>
            <pc:sldMk cId="0" sldId="271"/>
            <ac:spMk id="639" creationId="{00000000-0000-0000-0000-000000000000}"/>
          </ac:spMkLst>
        </pc:spChg>
      </pc:sldChg>
      <pc:sldChg chg="delSp">
        <pc:chgData name="Alex Aravena" userId="S::alex.aravena.p@mail.pucv.cl::3d3c6775-e7a1-4e1c-b64b-c38162922a1a" providerId="AD" clId="Web-{00000000-0000-0000-0000-000000000000}" dt="2026-10-21T23:20:34.221" v="215"/>
        <pc:sldMkLst>
          <pc:docMk/>
          <pc:sldMk cId="0" sldId="300"/>
        </pc:sldMkLst>
        <pc:spChg chg="del">
          <ac:chgData name="Alex Aravena" userId="S::alex.aravena.p@mail.pucv.cl::3d3c6775-e7a1-4e1c-b64b-c38162922a1a" providerId="AD" clId="Web-{00000000-0000-0000-0000-000000000000}" dt="2026-10-21T23:20:31.955" v="214"/>
          <ac:spMkLst>
            <pc:docMk/>
            <pc:sldMk cId="0" sldId="300"/>
            <ac:spMk id="2100" creationId="{00000000-0000-0000-0000-000000000000}"/>
          </ac:spMkLst>
        </pc:spChg>
        <pc:spChg chg="del">
          <ac:chgData name="Alex Aravena" userId="S::alex.aravena.p@mail.pucv.cl::3d3c6775-e7a1-4e1c-b64b-c38162922a1a" providerId="AD" clId="Web-{00000000-0000-0000-0000-000000000000}" dt="2026-10-21T23:20:34.221" v="215"/>
          <ac:spMkLst>
            <pc:docMk/>
            <pc:sldMk cId="0" sldId="300"/>
            <ac:spMk id="2101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3AE63D20-A9F5-5E5D-053C-132AC028C5F5}"/>
    <pc:docChg chg="modSld">
      <pc:chgData name="Leandro Chamorro Rojas" userId="S::leandro.chamorro.r@mail.pucv.cl::e3266c43-4908-4900-80a3-442f0ccddd51" providerId="AD" clId="Web-{3AE63D20-A9F5-5E5D-053C-132AC028C5F5}" dt="2026-10-21T00:34:02.467" v="3"/>
      <pc:docMkLst>
        <pc:docMk/>
      </pc:docMkLst>
      <pc:sldChg chg="delSp modSp">
        <pc:chgData name="Leandro Chamorro Rojas" userId="S::leandro.chamorro.r@mail.pucv.cl::e3266c43-4908-4900-80a3-442f0ccddd51" providerId="AD" clId="Web-{3AE63D20-A9F5-5E5D-053C-132AC028C5F5}" dt="2026-10-21T00:34:02.467" v="3"/>
        <pc:sldMkLst>
          <pc:docMk/>
          <pc:sldMk cId="0" sldId="261"/>
        </pc:sldMkLst>
        <pc:spChg chg="del">
          <ac:chgData name="Leandro Chamorro Rojas" userId="S::leandro.chamorro.r@mail.pucv.cl::e3266c43-4908-4900-80a3-442f0ccddd51" providerId="AD" clId="Web-{3AE63D20-A9F5-5E5D-053C-132AC028C5F5}" dt="2026-10-21T00:34:02.467" v="3"/>
          <ac:spMkLst>
            <pc:docMk/>
            <pc:sldMk cId="0" sldId="261"/>
            <ac:spMk id="45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2.232" v="0" actId="20577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5.779" v="2" actId="20577"/>
          <ac:spMkLst>
            <pc:docMk/>
            <pc:sldMk cId="0" sldId="261"/>
            <ac:spMk id="45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4.123" v="1" actId="20577"/>
          <ac:spMkLst>
            <pc:docMk/>
            <pc:sldMk cId="0" sldId="261"/>
            <ac:spMk id="46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4DC9CC42-96D1-0F39-9CCE-B2860139B7D5}"/>
    <pc:docChg chg="modSld">
      <pc:chgData name="Guest User" userId="S::urn:spo:tenantanon#6e4d5417-163d-4e66-83d7-c68ec7528de3::" providerId="AD" clId="Web-{4DC9CC42-96D1-0F39-9CCE-B2860139B7D5}" dt="2026-10-20T22:38:54.804" v="51"/>
      <pc:docMkLst>
        <pc:docMk/>
      </pc:docMkLst>
      <pc:sldChg chg="delSp modSp">
        <pc:chgData name="Guest User" userId="S::urn:spo:tenantanon#6e4d5417-163d-4e66-83d7-c68ec7528de3::" providerId="AD" clId="Web-{4DC9CC42-96D1-0F39-9CCE-B2860139B7D5}" dt="2026-10-20T22:38:54.804" v="51"/>
        <pc:sldMkLst>
          <pc:docMk/>
          <pc:sldMk cId="0" sldId="292"/>
        </pc:sldMkLst>
      </pc:sldChg>
    </pc:docChg>
  </pc:docChgLst>
  <pc:docChgLst>
    <pc:chgData name="Alex Aravena" userId="S::alex.aravena.p@mail.pucv.cl::3d3c6775-e7a1-4e1c-b64b-c38162922a1a" providerId="AD" clId="Web-{2CAB3DA1-4BE8-5171-4280-B148218AFE50}"/>
    <pc:docChg chg="modSld sldOrd">
      <pc:chgData name="Alex Aravena" userId="S::alex.aravena.p@mail.pucv.cl::3d3c6775-e7a1-4e1c-b64b-c38162922a1a" providerId="AD" clId="Web-{2CAB3DA1-4BE8-5171-4280-B148218AFE50}" dt="2026-10-22T02:27:19.701" v="16" actId="1076"/>
      <pc:docMkLst>
        <pc:docMk/>
      </pc:docMkLst>
      <pc:sldChg chg="delSp modSp">
        <pc:chgData name="Alex Aravena" userId="S::alex.aravena.p@mail.pucv.cl::3d3c6775-e7a1-4e1c-b64b-c38162922a1a" providerId="AD" clId="Web-{2CAB3DA1-4BE8-5171-4280-B148218AFE50}" dt="2026-10-22T02:15:57.723" v="7"/>
        <pc:sldMkLst>
          <pc:docMk/>
          <pc:sldMk cId="0" sldId="276"/>
        </pc:sldMkLst>
        <pc:spChg chg="mod">
          <ac:chgData name="Alex Aravena" userId="S::alex.aravena.p@mail.pucv.cl::3d3c6775-e7a1-4e1c-b64b-c38162922a1a" providerId="AD" clId="Web-{2CAB3DA1-4BE8-5171-4280-B148218AFE50}" dt="2026-10-22T02:15:49.473" v="3" actId="20577"/>
          <ac:spMkLst>
            <pc:docMk/>
            <pc:sldMk cId="0" sldId="276"/>
            <ac:spMk id="851" creationId="{00000000-0000-0000-0000-000000000000}"/>
          </ac:spMkLst>
        </pc:spChg>
        <pc:spChg chg="mod">
          <ac:chgData name="Alex Aravena" userId="S::alex.aravena.p@mail.pucv.cl::3d3c6775-e7a1-4e1c-b64b-c38162922a1a" providerId="AD" clId="Web-{2CAB3DA1-4BE8-5171-4280-B148218AFE50}" dt="2026-10-22T02:15:53.926" v="4" actId="1076"/>
          <ac:spMkLst>
            <pc:docMk/>
            <pc:sldMk cId="0" sldId="276"/>
            <ac:spMk id="939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7"/>
          <ac:spMkLst>
            <pc:docMk/>
            <pc:sldMk cId="0" sldId="276"/>
            <ac:spMk id="94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6"/>
          <ac:spMkLst>
            <pc:docMk/>
            <pc:sldMk cId="0" sldId="276"/>
            <ac:spMk id="941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5"/>
          <ac:spMkLst>
            <pc:docMk/>
            <pc:sldMk cId="0" sldId="276"/>
            <ac:spMk id="942" creationId="{00000000-0000-0000-0000-000000000000}"/>
          </ac:spMkLst>
        </pc:spChg>
      </pc:sldChg>
      <pc:sldChg chg="ord">
        <pc:chgData name="Alex Aravena" userId="S::alex.aravena.p@mail.pucv.cl::3d3c6775-e7a1-4e1c-b64b-c38162922a1a" providerId="AD" clId="Web-{2CAB3DA1-4BE8-5171-4280-B148218AFE50}" dt="2026-10-22T02:21:49.142" v="9"/>
        <pc:sldMkLst>
          <pc:docMk/>
          <pc:sldMk cId="0" sldId="299"/>
        </pc:sldMkLst>
      </pc:sldChg>
      <pc:sldChg chg="delSp modSp">
        <pc:chgData name="Alex Aravena" userId="S::alex.aravena.p@mail.pucv.cl::3d3c6775-e7a1-4e1c-b64b-c38162922a1a" providerId="AD" clId="Web-{2CAB3DA1-4BE8-5171-4280-B148218AFE50}" dt="2026-10-22T02:27:19.701" v="16" actId="1076"/>
        <pc:sldMkLst>
          <pc:docMk/>
          <pc:sldMk cId="0" sldId="300"/>
        </pc:sldMkLst>
        <pc:spChg chg="mod">
          <ac:chgData name="Alex Aravena" userId="S::alex.aravena.p@mail.pucv.cl::3d3c6775-e7a1-4e1c-b64b-c38162922a1a" providerId="AD" clId="Web-{2CAB3DA1-4BE8-5171-4280-B148218AFE50}" dt="2026-10-22T02:27:19.701" v="16" actId="1076"/>
          <ac:spMkLst>
            <pc:docMk/>
            <pc:sldMk cId="0" sldId="300"/>
            <ac:spMk id="213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0.122" v="10"/>
          <ac:spMkLst>
            <pc:docMk/>
            <pc:sldMk cId="0" sldId="300"/>
            <ac:spMk id="2134" creationId="{00000000-0000-0000-0000-000000000000}"/>
          </ac:spMkLst>
        </pc:spChg>
        <pc:spChg chg="del mod">
          <ac:chgData name="Alex Aravena" userId="S::alex.aravena.p@mail.pucv.cl::3d3c6775-e7a1-4e1c-b64b-c38162922a1a" providerId="AD" clId="Web-{2CAB3DA1-4BE8-5171-4280-B148218AFE50}" dt="2026-10-22T02:27:13.138" v="13"/>
          <ac:spMkLst>
            <pc:docMk/>
            <pc:sldMk cId="0" sldId="300"/>
            <ac:spMk id="2135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5.716" v="14"/>
          <ac:spMkLst>
            <pc:docMk/>
            <pc:sldMk cId="0" sldId="300"/>
            <ac:spMk id="2136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882E8C7D-2876-1916-59F0-D22F26B0C238}"/>
    <pc:docChg chg="delSld modSld">
      <pc:chgData name="Leandro Chamorro Rojas" userId="S::leandro.chamorro.r@mail.pucv.cl::e3266c43-4908-4900-80a3-442f0ccddd51" providerId="AD" clId="Web-{882E8C7D-2876-1916-59F0-D22F26B0C238}" dt="2026-10-22T02:42:40.488" v="22" actId="1076"/>
      <pc:docMkLst>
        <pc:docMk/>
      </pc:docMkLst>
      <pc:sldChg chg="addSp delSp modSp">
        <pc:chgData name="Leandro Chamorro Rojas" userId="S::leandro.chamorro.r@mail.pucv.cl::e3266c43-4908-4900-80a3-442f0ccddd51" providerId="AD" clId="Web-{882E8C7D-2876-1916-59F0-D22F26B0C238}" dt="2026-10-22T02:37:29.463" v="18"/>
        <pc:sldMkLst>
          <pc:docMk/>
          <pc:sldMk cId="0" sldId="258"/>
        </pc:sldMkLst>
        <pc:spChg chg="add mod">
          <ac:chgData name="Leandro Chamorro Rojas" userId="S::leandro.chamorro.r@mail.pucv.cl::e3266c43-4908-4900-80a3-442f0ccddd51" providerId="AD" clId="Web-{882E8C7D-2876-1916-59F0-D22F26B0C238}" dt="2026-10-22T02:37:24.463" v="16" actId="20577"/>
          <ac:spMkLst>
            <pc:docMk/>
            <pc:sldMk cId="0" sldId="258"/>
            <ac:spMk id="2" creationId="{3C66384C-5DC4-33DC-6D85-8656FBBA260D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9.463" v="18"/>
          <ac:spMkLst>
            <pc:docMk/>
            <pc:sldMk cId="0" sldId="258"/>
            <ac:spMk id="278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8.510" v="17"/>
          <ac:spMkLst>
            <pc:docMk/>
            <pc:sldMk cId="0" sldId="258"/>
            <ac:spMk id="279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07.353" v="1"/>
          <ac:spMkLst>
            <pc:docMk/>
            <pc:sldMk cId="0" sldId="258"/>
            <ac:spMk id="289" creationId="{00000000-0000-0000-0000-000000000000}"/>
          </ac:spMkLst>
        </pc:spChg>
      </pc:sldChg>
      <pc:sldChg chg="del">
        <pc:chgData name="Leandro Chamorro Rojas" userId="S::leandro.chamorro.r@mail.pucv.cl::e3266c43-4908-4900-80a3-442f0ccddd51" providerId="AD" clId="Web-{882E8C7D-2876-1916-59F0-D22F26B0C238}" dt="2026-10-22T02:24:56.270" v="0"/>
        <pc:sldMkLst>
          <pc:docMk/>
          <pc:sldMk cId="0" sldId="259"/>
        </pc:sldMkLst>
      </pc:sldChg>
      <pc:sldChg chg="modSp">
        <pc:chgData name="Leandro Chamorro Rojas" userId="S::leandro.chamorro.r@mail.pucv.cl::e3266c43-4908-4900-80a3-442f0ccddd51" providerId="AD" clId="Web-{882E8C7D-2876-1916-59F0-D22F26B0C238}" dt="2026-10-22T02:42:40.488" v="22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882E8C7D-2876-1916-59F0-D22F26B0C238}" dt="2026-10-22T02:42:22.237" v="20" actId="14100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882E8C7D-2876-1916-59F0-D22F26B0C238}" dt="2026-10-22T02:42:40.488" v="22" actId="1076"/>
          <ac:spMkLst>
            <pc:docMk/>
            <pc:sldMk cId="0" sldId="261"/>
            <ac:spMk id="418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19887FBB-2E95-1307-0AAC-04868A63639A}"/>
    <pc:docChg chg="modSld">
      <pc:chgData name="Guest User" userId="S::urn:spo:tenantanon#6e4d5417-163d-4e66-83d7-c68ec7528de3::" providerId="AD" clId="Web-{19887FBB-2E95-1307-0AAC-04868A63639A}" dt="2026-10-22T02:42:18.882" v="9"/>
      <pc:docMkLst>
        <pc:docMk/>
      </pc:docMkLst>
      <pc:sldChg chg="delSp">
        <pc:chgData name="Guest User" userId="S::urn:spo:tenantanon#6e4d5417-163d-4e66-83d7-c68ec7528de3::" providerId="AD" clId="Web-{19887FBB-2E95-1307-0AAC-04868A63639A}" dt="2026-10-22T02:42:18.882" v="9"/>
        <pc:sldMkLst>
          <pc:docMk/>
          <pc:sldMk cId="0" sldId="288"/>
        </pc:sldMkLst>
        <pc:spChg chg="del">
          <ac:chgData name="Guest User" userId="S::urn:spo:tenantanon#6e4d5417-163d-4e66-83d7-c68ec7528de3::" providerId="AD" clId="Web-{19887FBB-2E95-1307-0AAC-04868A63639A}" dt="2026-10-22T02:42:18.882" v="9"/>
          <ac:spMkLst>
            <pc:docMk/>
            <pc:sldMk cId="0" sldId="288"/>
            <ac:spMk id="1671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4.692" v="6"/>
          <ac:spMkLst>
            <pc:docMk/>
            <pc:sldMk cId="0" sldId="288"/>
            <ac:spMk id="1673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6.897" v="7"/>
          <ac:spMkLst>
            <pc:docMk/>
            <pc:sldMk cId="0" sldId="288"/>
            <ac:spMk id="169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7.647" v="8"/>
          <ac:spMkLst>
            <pc:docMk/>
            <pc:sldMk cId="0" sldId="288"/>
            <ac:spMk id="1700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020" v="0"/>
          <ac:spMkLst>
            <pc:docMk/>
            <pc:sldMk cId="0" sldId="288"/>
            <ac:spMk id="1725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989" v="1"/>
          <ac:spMkLst>
            <pc:docMk/>
            <pc:sldMk cId="0" sldId="288"/>
            <ac:spMk id="1726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1.582" v="2"/>
          <ac:spMkLst>
            <pc:docMk/>
            <pc:sldMk cId="0" sldId="288"/>
            <ac:spMk id="1727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410" v="3"/>
          <ac:spMkLst>
            <pc:docMk/>
            <pc:sldMk cId="0" sldId="288"/>
            <ac:spMk id="1728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973" v="4"/>
          <ac:spMkLst>
            <pc:docMk/>
            <pc:sldMk cId="0" sldId="288"/>
            <ac:spMk id="172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3.535" v="5"/>
          <ac:spMkLst>
            <pc:docMk/>
            <pc:sldMk cId="0" sldId="288"/>
            <ac:spMk id="173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6E77489C-9C97-D8B2-E502-9AD454A1A150}"/>
    <pc:docChg chg="modSld">
      <pc:chgData name="Guest User" userId="S::urn:spo:tenantanon#6e4d5417-163d-4e66-83d7-c68ec7528de3::" providerId="AD" clId="Web-{6E77489C-9C97-D8B2-E502-9AD454A1A150}" dt="2026-10-21T01:26:52.020" v="111"/>
      <pc:docMkLst>
        <pc:docMk/>
      </pc:docMkLst>
      <pc:sldChg chg="addSp delSp modSp">
        <pc:chgData name="Guest User" userId="S::urn:spo:tenantanon#6e4d5417-163d-4e66-83d7-c68ec7528de3::" providerId="AD" clId="Web-{6E77489C-9C97-D8B2-E502-9AD454A1A150}" dt="2026-10-21T01:26:52.020" v="111"/>
        <pc:sldMkLst>
          <pc:docMk/>
          <pc:sldMk cId="0" sldId="292"/>
        </pc:sldMkLst>
        <pc:spChg chg="del">
          <ac:chgData name="Guest User" userId="S::urn:spo:tenantanon#6e4d5417-163d-4e66-83d7-c68ec7528de3::" providerId="AD" clId="Web-{6E77489C-9C97-D8B2-E502-9AD454A1A150}" dt="2026-10-21T01:26:52.020" v="111"/>
          <ac:spMkLst>
            <pc:docMk/>
            <pc:sldMk cId="0" sldId="292"/>
            <ac:spMk id="1827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10"/>
          <ac:spMkLst>
            <pc:docMk/>
            <pc:sldMk cId="0" sldId="292"/>
            <ac:spMk id="1828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9"/>
          <ac:spMkLst>
            <pc:docMk/>
            <pc:sldMk cId="0" sldId="292"/>
            <ac:spMk id="182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8"/>
          <ac:spMkLst>
            <pc:docMk/>
            <pc:sldMk cId="0" sldId="292"/>
            <ac:spMk id="183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06.048" v="8" actId="20577"/>
          <ac:spMkLst>
            <pc:docMk/>
            <pc:sldMk cId="0" sldId="292"/>
            <ac:spMk id="183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0:25.633" v="107"/>
          <ac:spMkLst>
            <pc:docMk/>
            <pc:sldMk cId="0" sldId="292"/>
            <ac:spMk id="1844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12.657" v="16" actId="20577"/>
          <ac:spMkLst>
            <pc:docMk/>
            <pc:sldMk cId="0" sldId="292"/>
            <ac:spMk id="1848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4.461" v="106"/>
          <ac:spMkLst>
            <pc:docMk/>
            <pc:sldMk cId="0" sldId="292"/>
            <ac:spMk id="1853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31.517" v="24" actId="20577"/>
          <ac:spMkLst>
            <pc:docMk/>
            <pc:sldMk cId="0" sldId="292"/>
            <ac:spMk id="1857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758" v="105"/>
          <ac:spMkLst>
            <pc:docMk/>
            <pc:sldMk cId="0" sldId="292"/>
            <ac:spMk id="1862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3.799" v="32" actId="20577"/>
          <ac:spMkLst>
            <pc:docMk/>
            <pc:sldMk cId="0" sldId="292"/>
            <ac:spMk id="1866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070" v="104"/>
          <ac:spMkLst>
            <pc:docMk/>
            <pc:sldMk cId="0" sldId="292"/>
            <ac:spMk id="1871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6.252" v="37" actId="20577"/>
          <ac:spMkLst>
            <pc:docMk/>
            <pc:sldMk cId="0" sldId="292"/>
            <ac:spMk id="1875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2.367" v="103"/>
          <ac:spMkLst>
            <pc:docMk/>
            <pc:sldMk cId="0" sldId="292"/>
            <ac:spMk id="188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0.878" v="45" actId="20577"/>
          <ac:spMkLst>
            <pc:docMk/>
            <pc:sldMk cId="0" sldId="292"/>
            <ac:spMk id="1884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1.758" v="102"/>
          <ac:spMkLst>
            <pc:docMk/>
            <pc:sldMk cId="0" sldId="292"/>
            <ac:spMk id="1889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9.003" v="55" actId="20577"/>
          <ac:spMkLst>
            <pc:docMk/>
            <pc:sldMk cId="0" sldId="292"/>
            <ac:spMk id="1893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0.679" v="101"/>
          <ac:spMkLst>
            <pc:docMk/>
            <pc:sldMk cId="0" sldId="292"/>
            <ac:spMk id="1898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26.488" v="65" actId="20577"/>
          <ac:spMkLst>
            <pc:docMk/>
            <pc:sldMk cId="0" sldId="292"/>
            <ac:spMk id="1902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992" v="100"/>
          <ac:spMkLst>
            <pc:docMk/>
            <pc:sldMk cId="0" sldId="292"/>
            <ac:spMk id="1907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2.957" v="73" actId="20577"/>
          <ac:spMkLst>
            <pc:docMk/>
            <pc:sldMk cId="0" sldId="292"/>
            <ac:spMk id="1911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336" v="99"/>
          <ac:spMkLst>
            <pc:docMk/>
            <pc:sldMk cId="0" sldId="292"/>
            <ac:spMk id="1916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7.957" v="79" actId="20577"/>
          <ac:spMkLst>
            <pc:docMk/>
            <pc:sldMk cId="0" sldId="292"/>
            <ac:spMk id="1920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8.242" v="98"/>
          <ac:spMkLst>
            <pc:docMk/>
            <pc:sldMk cId="0" sldId="292"/>
            <ac:spMk id="1925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B4D353A1-8446-1601-325E-45018A9A3BA4}"/>
    <pc:docChg chg="modSld">
      <pc:chgData name="Leandro Chamorro Rojas" userId="S::leandro.chamorro.r@mail.pucv.cl::e3266c43-4908-4900-80a3-442f0ccddd51" providerId="AD" clId="Web-{B4D353A1-8446-1601-325E-45018A9A3BA4}" dt="2026-10-22T00:58:37.339" v="648" actId="1076"/>
      <pc:docMkLst>
        <pc:docMk/>
      </pc:docMkLst>
      <pc:sldChg chg="modSp">
        <pc:chgData name="Leandro Chamorro Rojas" userId="S::leandro.chamorro.r@mail.pucv.cl::e3266c43-4908-4900-80a3-442f0ccddd51" providerId="AD" clId="Web-{B4D353A1-8446-1601-325E-45018A9A3BA4}" dt="2026-10-22T00:41:06.023" v="11" actId="20577"/>
        <pc:sldMkLst>
          <pc:docMk/>
          <pc:sldMk cId="0" sldId="258"/>
        </pc:sldMkLst>
        <pc:spChg chg="mod">
          <ac:chgData name="Leandro Chamorro Rojas" userId="S::leandro.chamorro.r@mail.pucv.cl::e3266c43-4908-4900-80a3-442f0ccddd51" providerId="AD" clId="Web-{B4D353A1-8446-1601-325E-45018A9A3BA4}" dt="2026-10-22T00:39:57.333" v="5" actId="20577"/>
          <ac:spMkLst>
            <pc:docMk/>
            <pc:sldMk cId="0" sldId="258"/>
            <ac:spMk id="2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0:02.115" v="7" actId="20577"/>
          <ac:spMkLst>
            <pc:docMk/>
            <pc:sldMk cId="0" sldId="258"/>
            <ac:spMk id="2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1:06.023" v="11" actId="20577"/>
          <ac:spMkLst>
            <pc:docMk/>
            <pc:sldMk cId="0" sldId="258"/>
            <ac:spMk id="301" creationId="{00000000-0000-0000-0000-000000000000}"/>
          </ac:spMkLst>
        </pc:spChg>
      </pc:sldChg>
      <pc:sldChg chg="modSp">
        <pc:chgData name="Leandro Chamorro Rojas" userId="S::leandro.chamorro.r@mail.pucv.cl::e3266c43-4908-4900-80a3-442f0ccddd51" providerId="AD" clId="Web-{B4D353A1-8446-1601-325E-45018A9A3BA4}" dt="2026-10-22T00:42:59.074" v="21" actId="1076"/>
        <pc:sldMkLst>
          <pc:docMk/>
          <pc:sldMk cId="0" sldId="259"/>
        </pc:sldMkLst>
        <pc:spChg chg="mod">
          <ac:chgData name="Leandro Chamorro Rojas" userId="S::leandro.chamorro.r@mail.pucv.cl::e3266c43-4908-4900-80a3-442f0ccddd51" providerId="AD" clId="Web-{B4D353A1-8446-1601-325E-45018A9A3BA4}" dt="2026-10-22T00:42:59.074" v="21" actId="1076"/>
          <ac:spMkLst>
            <pc:docMk/>
            <pc:sldMk cId="0" sldId="259"/>
            <ac:spMk id="326" creationId="{00000000-0000-0000-0000-000000000000}"/>
          </ac:spMkLst>
        </pc:spChg>
      </pc:sldChg>
      <pc:sldChg chg="addSp delSp modSp">
        <pc:chgData name="Leandro Chamorro Rojas" userId="S::leandro.chamorro.r@mail.pucv.cl::e3266c43-4908-4900-80a3-442f0ccddd51" providerId="AD" clId="Web-{B4D353A1-8446-1601-325E-45018A9A3BA4}" dt="2026-10-22T00:58:37.339" v="648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B4D353A1-8446-1601-325E-45018A9A3BA4}" dt="2026-10-22T00:55:01.223" v="326" actId="1076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3:46.517" v="288" actId="1076"/>
          <ac:spMkLst>
            <pc:docMk/>
            <pc:sldMk cId="0" sldId="261"/>
            <ac:spMk id="374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9.332" v="29"/>
          <ac:spMkLst>
            <pc:docMk/>
            <pc:sldMk cId="0" sldId="261"/>
            <ac:spMk id="37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7.441" v="28"/>
          <ac:spMkLst>
            <pc:docMk/>
            <pc:sldMk cId="0" sldId="261"/>
            <ac:spMk id="376" creationId="{00000000-0000-0000-0000-000000000000}"/>
          </ac:spMkLst>
        </pc:spChg>
        <pc:spChg chg="add del mod">
          <ac:chgData name="Leandro Chamorro Rojas" userId="S::leandro.chamorro.r@mail.pucv.cl::e3266c43-4908-4900-80a3-442f0ccddd51" providerId="AD" clId="Web-{B4D353A1-8446-1601-325E-45018A9A3BA4}" dt="2026-10-22T00:58:37.339" v="648" actId="1076"/>
          <ac:spMkLst>
            <pc:docMk/>
            <pc:sldMk cId="0" sldId="261"/>
            <ac:spMk id="37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839" v="634" actId="1076"/>
          <ac:spMkLst>
            <pc:docMk/>
            <pc:sldMk cId="0" sldId="261"/>
            <ac:spMk id="37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01" v="635" actId="1076"/>
          <ac:spMkLst>
            <pc:docMk/>
            <pc:sldMk cId="0" sldId="261"/>
            <ac:spMk id="37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79" v="636" actId="1076"/>
          <ac:spMkLst>
            <pc:docMk/>
            <pc:sldMk cId="0" sldId="261"/>
            <ac:spMk id="38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042" v="637" actId="1076"/>
          <ac:spMkLst>
            <pc:docMk/>
            <pc:sldMk cId="0" sldId="261"/>
            <ac:spMk id="38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20" v="638" actId="1076"/>
          <ac:spMkLst>
            <pc:docMk/>
            <pc:sldMk cId="0" sldId="261"/>
            <ac:spMk id="38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82" v="639" actId="1076"/>
          <ac:spMkLst>
            <pc:docMk/>
            <pc:sldMk cId="0" sldId="261"/>
            <ac:spMk id="38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260" v="640" actId="1076"/>
          <ac:spMkLst>
            <pc:docMk/>
            <pc:sldMk cId="0" sldId="261"/>
            <ac:spMk id="38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323" v="641" actId="1076"/>
          <ac:spMkLst>
            <pc:docMk/>
            <pc:sldMk cId="0" sldId="261"/>
            <ac:spMk id="38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6"/>
          <ac:spMkLst>
            <pc:docMk/>
            <pc:sldMk cId="0" sldId="261"/>
            <ac:spMk id="38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94"/>
          <ac:spMkLst>
            <pc:docMk/>
            <pc:sldMk cId="0" sldId="261"/>
            <ac:spMk id="38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7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8"/>
          <ac:spMkLst>
            <pc:docMk/>
            <pc:sldMk cId="0" sldId="261"/>
            <ac:spMk id="39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9"/>
          <ac:spMkLst>
            <pc:docMk/>
            <pc:sldMk cId="0" sldId="261"/>
            <ac:spMk id="39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0"/>
          <ac:spMkLst>
            <pc:docMk/>
            <pc:sldMk cId="0" sldId="261"/>
            <ac:spMk id="39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1"/>
          <ac:spMkLst>
            <pc:docMk/>
            <pc:sldMk cId="0" sldId="261"/>
            <ac:spMk id="39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2"/>
          <ac:spMkLst>
            <pc:docMk/>
            <pc:sldMk cId="0" sldId="261"/>
            <ac:spMk id="3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3"/>
          <ac:spMkLst>
            <pc:docMk/>
            <pc:sldMk cId="0" sldId="261"/>
            <ac:spMk id="39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4"/>
          <ac:spMkLst>
            <pc:docMk/>
            <pc:sldMk cId="0" sldId="261"/>
            <ac:spMk id="39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5"/>
          <ac:spMkLst>
            <pc:docMk/>
            <pc:sldMk cId="0" sldId="261"/>
            <ac:spMk id="39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6"/>
          <ac:spMkLst>
            <pc:docMk/>
            <pc:sldMk cId="0" sldId="261"/>
            <ac:spMk id="40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7"/>
          <ac:spMkLst>
            <pc:docMk/>
            <pc:sldMk cId="0" sldId="261"/>
            <ac:spMk id="40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8"/>
          <ac:spMkLst>
            <pc:docMk/>
            <pc:sldMk cId="0" sldId="261"/>
            <ac:spMk id="40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9"/>
          <ac:spMkLst>
            <pc:docMk/>
            <pc:sldMk cId="0" sldId="261"/>
            <ac:spMk id="40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0"/>
          <ac:spMkLst>
            <pc:docMk/>
            <pc:sldMk cId="0" sldId="261"/>
            <ac:spMk id="40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1"/>
          <ac:spMkLst>
            <pc:docMk/>
            <pc:sldMk cId="0" sldId="261"/>
            <ac:spMk id="40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2"/>
          <ac:spMkLst>
            <pc:docMk/>
            <pc:sldMk cId="0" sldId="261"/>
            <ac:spMk id="40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7"/>
          <ac:spMkLst>
            <pc:docMk/>
            <pc:sldMk cId="0" sldId="261"/>
            <ac:spMk id="41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3"/>
          <ac:spMkLst>
            <pc:docMk/>
            <pc:sldMk cId="0" sldId="261"/>
            <ac:spMk id="41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4"/>
          <ac:spMkLst>
            <pc:docMk/>
            <pc:sldMk cId="0" sldId="261"/>
            <ac:spMk id="41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8.305" v="595"/>
          <ac:spMkLst>
            <pc:docMk/>
            <pc:sldMk cId="0" sldId="261"/>
            <ac:spMk id="413" creationId="{00000000-0000-0000-0000-000000000000}"/>
          </ac:spMkLst>
        </pc:spChg>
        <pc:spChg chg="del mod">
          <ac:chgData name="Leandro Chamorro Rojas" userId="S::leandro.chamorro.r@mail.pucv.cl::e3266c43-4908-4900-80a3-442f0ccddd51" providerId="AD" clId="Web-{B4D353A1-8446-1601-325E-45018A9A3BA4}" dt="2026-10-22T00:46:55.316" v="27"/>
          <ac:spMkLst>
            <pc:docMk/>
            <pc:sldMk cId="0" sldId="261"/>
            <ac:spMk id="41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8.368" v="620" actId="14100"/>
          <ac:spMkLst>
            <pc:docMk/>
            <pc:sldMk cId="0" sldId="261"/>
            <ac:spMk id="41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2"/>
          <ac:spMkLst>
            <pc:docMk/>
            <pc:sldMk cId="0" sldId="261"/>
            <ac:spMk id="41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7"/>
          <ac:spMkLst>
            <pc:docMk/>
            <pc:sldMk cId="0" sldId="261"/>
            <ac:spMk id="41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8"/>
          <ac:spMkLst>
            <pc:docMk/>
            <pc:sldMk cId="0" sldId="261"/>
            <ac:spMk id="41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9"/>
          <ac:spMkLst>
            <pc:docMk/>
            <pc:sldMk cId="0" sldId="261"/>
            <ac:spMk id="42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0"/>
          <ac:spMkLst>
            <pc:docMk/>
            <pc:sldMk cId="0" sldId="261"/>
            <ac:spMk id="42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1"/>
          <ac:spMkLst>
            <pc:docMk/>
            <pc:sldMk cId="0" sldId="261"/>
            <ac:spMk id="42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2"/>
          <ac:spMkLst>
            <pc:docMk/>
            <pc:sldMk cId="0" sldId="261"/>
            <ac:spMk id="42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3"/>
          <ac:spMkLst>
            <pc:docMk/>
            <pc:sldMk cId="0" sldId="261"/>
            <ac:spMk id="42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4"/>
          <ac:spMkLst>
            <pc:docMk/>
            <pc:sldMk cId="0" sldId="261"/>
            <ac:spMk id="42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5"/>
          <ac:spMkLst>
            <pc:docMk/>
            <pc:sldMk cId="0" sldId="261"/>
            <ac:spMk id="42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18.212" v="617" actId="14100"/>
          <ac:spMkLst>
            <pc:docMk/>
            <pc:sldMk cId="0" sldId="261"/>
            <ac:spMk id="43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7"/>
          <ac:spMkLst>
            <pc:docMk/>
            <pc:sldMk cId="0" sldId="261"/>
            <ac:spMk id="43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1.071" v="618" actId="14100"/>
          <ac:spMkLst>
            <pc:docMk/>
            <pc:sldMk cId="0" sldId="261"/>
            <ac:spMk id="43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9"/>
          <ac:spMkLst>
            <pc:docMk/>
            <pc:sldMk cId="0" sldId="261"/>
            <ac:spMk id="43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37" v="458"/>
          <ac:spMkLst>
            <pc:docMk/>
            <pc:sldMk cId="0" sldId="261"/>
            <ac:spMk id="43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0"/>
          <ac:spMkLst>
            <pc:docMk/>
            <pc:sldMk cId="0" sldId="261"/>
            <ac:spMk id="43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1"/>
          <ac:spMkLst>
            <pc:docMk/>
            <pc:sldMk cId="0" sldId="261"/>
            <ac:spMk id="43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2"/>
          <ac:spMkLst>
            <pc:docMk/>
            <pc:sldMk cId="0" sldId="261"/>
            <ac:spMk id="43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3"/>
          <ac:spMkLst>
            <pc:docMk/>
            <pc:sldMk cId="0" sldId="261"/>
            <ac:spMk id="44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4"/>
          <ac:spMkLst>
            <pc:docMk/>
            <pc:sldMk cId="0" sldId="261"/>
            <ac:spMk id="44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7.321" v="615"/>
          <ac:spMkLst>
            <pc:docMk/>
            <pc:sldMk cId="0" sldId="261"/>
            <ac:spMk id="442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0.972" v="24"/>
          <ac:spMkLst>
            <pc:docMk/>
            <pc:sldMk cId="0" sldId="261"/>
            <ac:spMk id="44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7.370" v="633" actId="1076"/>
          <ac:spMkLst>
            <pc:docMk/>
            <pc:sldMk cId="0" sldId="261"/>
            <ac:spMk id="45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1.979" v="627" actId="1076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104" v="629" actId="1076"/>
          <ac:spMkLst>
            <pc:docMk/>
            <pc:sldMk cId="0" sldId="261"/>
            <ac:spMk id="45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5.862" v="22"/>
          <ac:spMkLst>
            <pc:docMk/>
            <pc:sldMk cId="0" sldId="261"/>
            <ac:spMk id="45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322" v="632" actId="1076"/>
          <ac:spMkLst>
            <pc:docMk/>
            <pc:sldMk cId="0" sldId="261"/>
            <ac:spMk id="460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6.800" v="23"/>
          <ac:spMkLst>
            <pc:docMk/>
            <pc:sldMk cId="0" sldId="261"/>
            <ac:spMk id="461" creationId="{00000000-0000-0000-0000-000000000000}"/>
          </ac:spMkLst>
        </pc:spChg>
        <pc:cxnChg chg="mod">
          <ac:chgData name="Leandro Chamorro Rojas" userId="S::leandro.chamorro.r@mail.pucv.cl::e3266c43-4908-4900-80a3-442f0ccddd51" providerId="AD" clId="Web-{B4D353A1-8446-1601-325E-45018A9A3BA4}" dt="2026-10-22T00:58:19.057" v="643" actId="14100"/>
          <ac:cxnSpMkLst>
            <pc:docMk/>
            <pc:sldMk cId="0" sldId="261"/>
            <ac:cxnSpMk id="38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7.851" v="65"/>
          <ac:cxnSpMkLst>
            <pc:docMk/>
            <pc:sldMk cId="0" sldId="261"/>
            <ac:cxnSpMk id="445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6.569" v="64"/>
          <ac:cxnSpMkLst>
            <pc:docMk/>
            <pc:sldMk cId="0" sldId="261"/>
            <ac:cxnSpMk id="44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8.960" v="66"/>
          <ac:cxnSpMkLst>
            <pc:docMk/>
            <pc:sldMk cId="0" sldId="261"/>
            <ac:cxnSpMk id="447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0.257" v="67"/>
          <ac:cxnSpMkLst>
            <pc:docMk/>
            <pc:sldMk cId="0" sldId="261"/>
            <ac:cxnSpMk id="448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1.788" v="68"/>
          <ac:cxnSpMkLst>
            <pc:docMk/>
            <pc:sldMk cId="0" sldId="261"/>
            <ac:cxnSpMk id="449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7:49.193" v="51"/>
          <ac:cxnSpMkLst>
            <pc:docMk/>
            <pc:sldMk cId="0" sldId="261"/>
            <ac:cxnSpMk id="450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041" v="628" actId="1076"/>
          <ac:cxnSpMkLst>
            <pc:docMk/>
            <pc:sldMk cId="0" sldId="261"/>
            <ac:cxnSpMk id="454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182" v="630" actId="1076"/>
          <ac:cxnSpMkLst>
            <pc:docMk/>
            <pc:sldMk cId="0" sldId="261"/>
            <ac:cxnSpMk id="456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244" v="631" actId="1076"/>
          <ac:cxnSpMkLst>
            <pc:docMk/>
            <pc:sldMk cId="0" sldId="261"/>
            <ac:cxnSpMk id="458" creationId="{00000000-0000-0000-0000-000000000000}"/>
          </ac:cxnSpMkLst>
        </pc:cxnChg>
      </pc:sldChg>
    </pc:docChg>
  </pc:docChgLst>
  <pc:docChgLst>
    <pc:chgData name="Guest User" userId="S::urn:spo:tenantanon#6e4d5417-163d-4e66-83d7-c68ec7528de3::" providerId="AD" clId="Web-{E66A248C-3EB0-2D62-97BD-B389C63C57A7}"/>
    <pc:docChg chg="modSld">
      <pc:chgData name="Guest User" userId="S::urn:spo:tenantanon#6e4d5417-163d-4e66-83d7-c68ec7528de3::" providerId="AD" clId="Web-{E66A248C-3EB0-2D62-97BD-B389C63C57A7}" dt="2026-10-20T22:33:34.384" v="0" actId="1076"/>
      <pc:docMkLst>
        <pc:docMk/>
      </pc:docMkLst>
      <pc:sldChg chg="modSp">
        <pc:chgData name="Guest User" userId="S::urn:spo:tenantanon#6e4d5417-163d-4e66-83d7-c68ec7528de3::" providerId="AD" clId="Web-{E66A248C-3EB0-2D62-97BD-B389C63C57A7}" dt="2026-10-20T22:33:34.384" v="0" actId="1076"/>
        <pc:sldMkLst>
          <pc:docMk/>
          <pc:sldMk cId="0" sldId="256"/>
        </pc:sldMkLst>
        <pc:spChg chg="mod">
          <ac:chgData name="Guest User" userId="S::urn:spo:tenantanon#6e4d5417-163d-4e66-83d7-c68ec7528de3::" providerId="AD" clId="Web-{E66A248C-3EB0-2D62-97BD-B389C63C57A7}" dt="2026-10-20T22:33:34.384" v="0" actId="1076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Patricio Henríquez Tapia" userId="4f189ec0-b5da-4dd3-b70a-6f9a76bc763e" providerId="ADAL" clId="{2A6394DD-8411-431D-8451-C5B24C4EE61F}"/>
    <pc:docChg chg="undo custSel modSld sldOrd">
      <pc:chgData name="Patricio Henríquez Tapia" userId="4f189ec0-b5da-4dd3-b70a-6f9a76bc763e" providerId="ADAL" clId="{2A6394DD-8411-431D-8451-C5B24C4EE61F}" dt="2026-10-22T02:33:04.967" v="321" actId="478"/>
      <pc:docMkLst>
        <pc:docMk/>
      </pc:docMkLst>
      <pc:sldChg chg="ord">
        <pc:chgData name="Patricio Henríquez Tapia" userId="4f189ec0-b5da-4dd3-b70a-6f9a76bc763e" providerId="ADAL" clId="{2A6394DD-8411-431D-8451-C5B24C4EE61F}" dt="2026-10-21T00:05:11.460" v="1"/>
        <pc:sldMkLst>
          <pc:docMk/>
          <pc:sldMk cId="0" sldId="257"/>
        </pc:sldMkLst>
      </pc:sldChg>
      <pc:sldChg chg="modSp mod">
        <pc:chgData name="Patricio Henríquez Tapia" userId="4f189ec0-b5da-4dd3-b70a-6f9a76bc763e" providerId="ADAL" clId="{2A6394DD-8411-431D-8451-C5B24C4EE61F}" dt="2026-10-21T00:06:22.792" v="5" actId="1076"/>
        <pc:sldMkLst>
          <pc:docMk/>
          <pc:sldMk cId="0" sldId="261"/>
        </pc:sldMkLst>
        <pc:spChg chg="mod">
          <ac:chgData name="Patricio Henríquez Tapia" userId="4f189ec0-b5da-4dd3-b70a-6f9a76bc763e" providerId="ADAL" clId="{2A6394DD-8411-431D-8451-C5B24C4EE61F}" dt="2026-10-21T00:06:22.792" v="5" actId="1076"/>
          <ac:spMkLst>
            <pc:docMk/>
            <pc:sldMk cId="0" sldId="261"/>
            <ac:spMk id="457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2T02:19:27.636" v="317"/>
        <pc:sldMkLst>
          <pc:docMk/>
          <pc:sldMk cId="0" sldId="274"/>
        </pc:sldMkLst>
      </pc:sldChg>
      <pc:sldChg chg="modSp mod ord">
        <pc:chgData name="Patricio Henríquez Tapia" userId="4f189ec0-b5da-4dd3-b70a-6f9a76bc763e" providerId="ADAL" clId="{2A6394DD-8411-431D-8451-C5B24C4EE61F}" dt="2026-10-22T02:19:29.406" v="319"/>
        <pc:sldMkLst>
          <pc:docMk/>
          <pc:sldMk cId="0" sldId="275"/>
        </pc:sldMkLst>
        <pc:spChg chg="mod">
          <ac:chgData name="Patricio Henríquez Tapia" userId="4f189ec0-b5da-4dd3-b70a-6f9a76bc763e" providerId="ADAL" clId="{2A6394DD-8411-431D-8451-C5B24C4EE61F}" dt="2026-10-22T02:17:24.848" v="309" actId="1076"/>
          <ac:spMkLst>
            <pc:docMk/>
            <pc:sldMk cId="0" sldId="275"/>
            <ac:spMk id="808" creationId="{00000000-0000-0000-0000-000000000000}"/>
          </ac:spMkLst>
        </pc:spChg>
      </pc:sldChg>
      <pc:sldChg chg="delSp mod">
        <pc:chgData name="Patricio Henríquez Tapia" userId="4f189ec0-b5da-4dd3-b70a-6f9a76bc763e" providerId="ADAL" clId="{2A6394DD-8411-431D-8451-C5B24C4EE61F}" dt="2026-10-22T02:16:23.253" v="302" actId="478"/>
        <pc:sldMkLst>
          <pc:docMk/>
          <pc:sldMk cId="0" sldId="276"/>
        </pc:sldMkLst>
        <pc:spChg chg="del">
          <ac:chgData name="Patricio Henríquez Tapia" userId="4f189ec0-b5da-4dd3-b70a-6f9a76bc763e" providerId="ADAL" clId="{2A6394DD-8411-431D-8451-C5B24C4EE61F}" dt="2026-10-22T02:16:23.253" v="302" actId="478"/>
          <ac:spMkLst>
            <pc:docMk/>
            <pc:sldMk cId="0" sldId="276"/>
            <ac:spMk id="93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6:34.625" v="305" actId="20577"/>
        <pc:sldMkLst>
          <pc:docMk/>
          <pc:sldMk cId="0" sldId="277"/>
        </pc:sldMkLst>
        <pc:spChg chg="mod">
          <ac:chgData name="Patricio Henríquez Tapia" userId="4f189ec0-b5da-4dd3-b70a-6f9a76bc763e" providerId="ADAL" clId="{2A6394DD-8411-431D-8451-C5B24C4EE61F}" dt="2026-10-22T02:16:34.625" v="305" actId="20577"/>
          <ac:spMkLst>
            <pc:docMk/>
            <pc:sldMk cId="0" sldId="277"/>
            <ac:spMk id="92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0.994" v="306"/>
        <pc:sldMkLst>
          <pc:docMk/>
          <pc:sldMk cId="0" sldId="278"/>
        </pc:sldMkLst>
        <pc:spChg chg="mod">
          <ac:chgData name="Patricio Henríquez Tapia" userId="4f189ec0-b5da-4dd3-b70a-6f9a76bc763e" providerId="ADAL" clId="{2A6394DD-8411-431D-8451-C5B24C4EE61F}" dt="2026-10-22T02:16:40.994" v="306"/>
          <ac:spMkLst>
            <pc:docMk/>
            <pc:sldMk cId="0" sldId="278"/>
            <ac:spMk id="100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4.962" v="307"/>
        <pc:sldMkLst>
          <pc:docMk/>
          <pc:sldMk cId="0" sldId="279"/>
        </pc:sldMkLst>
        <pc:spChg chg="mod">
          <ac:chgData name="Patricio Henríquez Tapia" userId="4f189ec0-b5da-4dd3-b70a-6f9a76bc763e" providerId="ADAL" clId="{2A6394DD-8411-431D-8451-C5B24C4EE61F}" dt="2026-10-22T02:16:44.962" v="307"/>
          <ac:spMkLst>
            <pc:docMk/>
            <pc:sldMk cId="0" sldId="279"/>
            <ac:spMk id="1081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09.947" v="310"/>
        <pc:sldMkLst>
          <pc:docMk/>
          <pc:sldMk cId="0" sldId="280"/>
        </pc:sldMkLst>
        <pc:spChg chg="mod">
          <ac:chgData name="Patricio Henríquez Tapia" userId="4f189ec0-b5da-4dd3-b70a-6f9a76bc763e" providerId="ADAL" clId="{2A6394DD-8411-431D-8451-C5B24C4EE61F}" dt="2026-10-22T02:18:09.947" v="310"/>
          <ac:spMkLst>
            <pc:docMk/>
            <pc:sldMk cId="0" sldId="280"/>
            <ac:spMk id="115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2.803" v="311"/>
        <pc:sldMkLst>
          <pc:docMk/>
          <pc:sldMk cId="0" sldId="281"/>
        </pc:sldMkLst>
        <pc:spChg chg="mod">
          <ac:chgData name="Patricio Henríquez Tapia" userId="4f189ec0-b5da-4dd3-b70a-6f9a76bc763e" providerId="ADAL" clId="{2A6394DD-8411-431D-8451-C5B24C4EE61F}" dt="2026-10-22T02:18:12.803" v="311"/>
          <ac:spMkLst>
            <pc:docMk/>
            <pc:sldMk cId="0" sldId="281"/>
            <ac:spMk id="1224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5.596" v="312"/>
        <pc:sldMkLst>
          <pc:docMk/>
          <pc:sldMk cId="0" sldId="282"/>
        </pc:sldMkLst>
        <pc:spChg chg="mod">
          <ac:chgData name="Patricio Henríquez Tapia" userId="4f189ec0-b5da-4dd3-b70a-6f9a76bc763e" providerId="ADAL" clId="{2A6394DD-8411-431D-8451-C5B24C4EE61F}" dt="2026-10-22T02:18:15.596" v="312"/>
          <ac:spMkLst>
            <pc:docMk/>
            <pc:sldMk cId="0" sldId="282"/>
            <ac:spMk id="129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8.468" v="313"/>
        <pc:sldMkLst>
          <pc:docMk/>
          <pc:sldMk cId="0" sldId="283"/>
        </pc:sldMkLst>
        <pc:spChg chg="mod">
          <ac:chgData name="Patricio Henríquez Tapia" userId="4f189ec0-b5da-4dd3-b70a-6f9a76bc763e" providerId="ADAL" clId="{2A6394DD-8411-431D-8451-C5B24C4EE61F}" dt="2026-10-22T02:18:18.468" v="313"/>
          <ac:spMkLst>
            <pc:docMk/>
            <pc:sldMk cId="0" sldId="283"/>
            <ac:spMk id="1369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3.788" v="314"/>
        <pc:sldMkLst>
          <pc:docMk/>
          <pc:sldMk cId="0" sldId="284"/>
        </pc:sldMkLst>
        <pc:spChg chg="mod">
          <ac:chgData name="Patricio Henríquez Tapia" userId="4f189ec0-b5da-4dd3-b70a-6f9a76bc763e" providerId="ADAL" clId="{2A6394DD-8411-431D-8451-C5B24C4EE61F}" dt="2026-10-22T02:18:23.788" v="314"/>
          <ac:spMkLst>
            <pc:docMk/>
            <pc:sldMk cId="0" sldId="284"/>
            <ac:spMk id="144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8.179" v="315"/>
        <pc:sldMkLst>
          <pc:docMk/>
          <pc:sldMk cId="0" sldId="285"/>
        </pc:sldMkLst>
        <pc:spChg chg="mod">
          <ac:chgData name="Patricio Henríquez Tapia" userId="4f189ec0-b5da-4dd3-b70a-6f9a76bc763e" providerId="ADAL" clId="{2A6394DD-8411-431D-8451-C5B24C4EE61F}" dt="2026-10-22T02:18:28.179" v="315"/>
          <ac:spMkLst>
            <pc:docMk/>
            <pc:sldMk cId="0" sldId="285"/>
            <ac:spMk id="1512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4:12.707" v="301" actId="14100"/>
        <pc:sldMkLst>
          <pc:docMk/>
          <pc:sldMk cId="0" sldId="286"/>
        </pc:sldMkLst>
        <pc:spChg chg="mod">
          <ac:chgData name="Patricio Henríquez Tapia" userId="4f189ec0-b5da-4dd3-b70a-6f9a76bc763e" providerId="ADAL" clId="{2A6394DD-8411-431D-8451-C5B24C4EE61F}" dt="2026-10-22T02:14:12.707" v="301" actId="14100"/>
          <ac:spMkLst>
            <pc:docMk/>
            <pc:sldMk cId="0" sldId="286"/>
            <ac:spMk id="151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2T02:33:04.967" v="321" actId="478"/>
        <pc:sldMkLst>
          <pc:docMk/>
          <pc:sldMk cId="0" sldId="288"/>
        </pc:sldMkLst>
        <pc:spChg chg="del mod">
          <ac:chgData name="Patricio Henríquez Tapia" userId="4f189ec0-b5da-4dd3-b70a-6f9a76bc763e" providerId="ADAL" clId="{2A6394DD-8411-431D-8451-C5B24C4EE61F}" dt="2026-10-22T02:33:04.967" v="321" actId="478"/>
          <ac:spMkLst>
            <pc:docMk/>
            <pc:sldMk cId="0" sldId="288"/>
            <ac:spMk id="1731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0:13:46.895" v="7" actId="478"/>
        <pc:sldMkLst>
          <pc:docMk/>
          <pc:sldMk cId="0" sldId="295"/>
        </pc:sldMkLst>
        <pc:spChg chg="del mod">
          <ac:chgData name="Patricio Henríquez Tapia" userId="4f189ec0-b5da-4dd3-b70a-6f9a76bc763e" providerId="ADAL" clId="{2A6394DD-8411-431D-8451-C5B24C4EE61F}" dt="2026-10-21T00:13:46.895" v="7" actId="478"/>
          <ac:spMkLst>
            <pc:docMk/>
            <pc:sldMk cId="0" sldId="295"/>
            <ac:spMk id="188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1:09:00.973" v="17"/>
        <pc:sldMkLst>
          <pc:docMk/>
          <pc:sldMk cId="0" sldId="297"/>
        </pc:sldMkLst>
        <pc:spChg chg="del">
          <ac:chgData name="Patricio Henríquez Tapia" userId="4f189ec0-b5da-4dd3-b70a-6f9a76bc763e" providerId="ADAL" clId="{2A6394DD-8411-431D-8451-C5B24C4EE61F}" dt="2026-10-21T00:55:28.372" v="8" actId="478"/>
          <ac:spMkLst>
            <pc:docMk/>
            <pc:sldMk cId="0" sldId="297"/>
            <ac:spMk id="19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09:00.973" v="17"/>
          <ac:spMkLst>
            <pc:docMk/>
            <pc:sldMk cId="0" sldId="297"/>
            <ac:spMk id="2007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1T01:13:12.471" v="137" actId="1076"/>
        <pc:sldMkLst>
          <pc:docMk/>
          <pc:sldMk cId="0" sldId="298"/>
        </pc:sldMkLst>
        <pc:spChg chg="mod">
          <ac:chgData name="Patricio Henríquez Tapia" userId="4f189ec0-b5da-4dd3-b70a-6f9a76bc763e" providerId="ADAL" clId="{2A6394DD-8411-431D-8451-C5B24C4EE61F}" dt="2026-10-21T01:13:12.471" v="137" actId="1076"/>
          <ac:spMkLst>
            <pc:docMk/>
            <pc:sldMk cId="0" sldId="298"/>
            <ac:spMk id="204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1:38:28.134" v="300" actId="1076"/>
        <pc:sldMkLst>
          <pc:docMk/>
          <pc:sldMk cId="0" sldId="299"/>
        </pc:sldMkLst>
        <pc:spChg chg="mod">
          <ac:chgData name="Patricio Henríquez Tapia" userId="4f189ec0-b5da-4dd3-b70a-6f9a76bc763e" providerId="ADAL" clId="{2A6394DD-8411-431D-8451-C5B24C4EE61F}" dt="2026-10-22T01:38:07.880" v="297" actId="14100"/>
          <ac:spMkLst>
            <pc:docMk/>
            <pc:sldMk cId="0" sldId="299"/>
            <ac:spMk id="207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3:57.571" v="149" actId="20577"/>
          <ac:spMkLst>
            <pc:docMk/>
            <pc:sldMk cId="0" sldId="299"/>
            <ac:spMk id="207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7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4:24.730" v="222" actId="20577"/>
          <ac:spMkLst>
            <pc:docMk/>
            <pc:sldMk cId="0" sldId="299"/>
            <ac:spMk id="2076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28.134" v="300" actId="1076"/>
          <ac:spMkLst>
            <pc:docMk/>
            <pc:sldMk cId="0" sldId="299"/>
            <ac:spMk id="2078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17.838" v="279" actId="20577"/>
          <ac:spMkLst>
            <pc:docMk/>
            <pc:sldMk cId="0" sldId="299"/>
            <ac:spMk id="20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34.265" v="294" actId="20577"/>
          <ac:spMkLst>
            <pc:docMk/>
            <pc:sldMk cId="0" sldId="299"/>
            <ac:spMk id="208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6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1T00:05:31.618" v="3"/>
        <pc:sldMkLst>
          <pc:docMk/>
          <pc:sldMk cId="0" sldId="300"/>
        </pc:sldMkLst>
      </pc:sldChg>
    </pc:docChg>
  </pc:docChgLst>
  <pc:docChgLst>
    <pc:chgData name="Guest User" userId="S::urn:spo:tenantanon#6e4d5417-163d-4e66-83d7-c68ec7528de3::" providerId="AD" clId="Web-{09D02B70-182A-7A0A-56DE-9E4175509914}"/>
    <pc:docChg chg="modSld sldOrd">
      <pc:chgData name="Guest User" userId="S::urn:spo:tenantanon#6e4d5417-163d-4e66-83d7-c68ec7528de3::" providerId="AD" clId="Web-{09D02B70-182A-7A0A-56DE-9E4175509914}" dt="2026-10-21T00:05:56.530" v="58"/>
      <pc:docMkLst>
        <pc:docMk/>
      </pc:docMkLst>
      <pc:sldChg chg="delSp">
        <pc:chgData name="Guest User" userId="S::urn:spo:tenantanon#6e4d5417-163d-4e66-83d7-c68ec7528de3::" providerId="AD" clId="Web-{09D02B70-182A-7A0A-56DE-9E4175509914}" dt="2026-10-20T23:27:23.555" v="1"/>
        <pc:sldMkLst>
          <pc:docMk/>
          <pc:sldMk cId="0" sldId="257"/>
        </pc:sldMkLst>
      </pc:sldChg>
      <pc:sldChg chg="ord">
        <pc:chgData name="Guest User" userId="S::urn:spo:tenantanon#6e4d5417-163d-4e66-83d7-c68ec7528de3::" providerId="AD" clId="Web-{09D02B70-182A-7A0A-56DE-9E4175509914}" dt="2026-10-21T00:05:56.530" v="58"/>
        <pc:sldMkLst>
          <pc:docMk/>
          <pc:sldMk cId="0" sldId="260"/>
        </pc:sldMkLst>
      </pc:sldChg>
      <pc:sldChg chg="addSp delSp modSp">
        <pc:chgData name="Guest User" userId="S::urn:spo:tenantanon#6e4d5417-163d-4e66-83d7-c68ec7528de3::" providerId="AD" clId="Web-{09D02B70-182A-7A0A-56DE-9E4175509914}" dt="2026-10-20T23:40:16.005" v="57"/>
        <pc:sldMkLst>
          <pc:docMk/>
          <pc:sldMk cId="0" sldId="261"/>
        </pc:sldMkLst>
        <pc:spChg chg="mod">
          <ac:chgData name="Guest User" userId="S::urn:spo:tenantanon#6e4d5417-163d-4e66-83d7-c68ec7528de3::" providerId="AD" clId="Web-{09D02B70-182A-7A0A-56DE-9E4175509914}" dt="2026-10-20T23:34:24.367" v="15" actId="20577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Guest User" userId="S::urn:spo:tenantanon#6e4d5417-163d-4e66-83d7-c68ec7528de3::" providerId="AD" clId="Web-{09D02B70-182A-7A0A-56DE-9E4175509914}" dt="2026-10-20T23:36:14.965" v="51" actId="1076"/>
          <ac:spMkLst>
            <pc:docMk/>
            <pc:sldMk cId="0" sldId="261"/>
            <ac:spMk id="377" creationId="{00000000-0000-0000-0000-000000000000}"/>
          </ac:spMkLst>
        </pc:spChg>
      </pc:sldChg>
      <pc:sldChg chg="ord">
        <pc:chgData name="Guest User" userId="S::urn:spo:tenantanon#6e4d5417-163d-4e66-83d7-c68ec7528de3::" providerId="AD" clId="Web-{09D02B70-182A-7A0A-56DE-9E4175509914}" dt="2026-10-20T23:35:57.605" v="46"/>
        <pc:sldMkLst>
          <pc:docMk/>
          <pc:sldMk cId="0" sldId="30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s-CL" sz="1800" b="1" noProof="0">
                <a:solidFill>
                  <a:srgbClr val="111111"/>
                </a:solidFill>
                <a:latin typeface="Inter SemiBold"/>
              </a:rPr>
              <a:t>Horas-hombre por mes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4640.8599999999997</c:v>
                </c:pt>
                <c:pt idx="8">
                  <c:v>3151.92</c:v>
                </c:pt>
                <c:pt idx="9">
                  <c:v>2060.5700000000002</c:v>
                </c:pt>
                <c:pt idx="10">
                  <c:v>1676.35</c:v>
                </c:pt>
                <c:pt idx="11">
                  <c:v>1299.1400000000001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5E-4811-90CF-DADE352C38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5E-4811-90CF-DADE352C38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548.57000000000005</c:v>
                </c:pt>
                <c:pt idx="13">
                  <c:v>571.42999999999995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55E-4811-90CF-DADE352C38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55E-4811-90CF-DADE352C38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</c:v>
                </c:pt>
                <c:pt idx="16">
                  <c:v>3498</c:v>
                </c:pt>
                <c:pt idx="17">
                  <c:v>2754</c:v>
                </c:pt>
                <c:pt idx="18">
                  <c:v>2779</c:v>
                </c:pt>
                <c:pt idx="19">
                  <c:v>2966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55E-4811-90CF-DADE352C388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D55E-4811-90CF-DADE352C388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55E-4811-90CF-DADE352C3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Buenos días. Somos LafroX SpA y presentamos nuestra Propuesta Técnica para la Licitación TFEP-01/2026 de Distribuidora Puelche: el Sistema Integral de Gestión Logística Puelche.</a:t>
            </a:r>
            <a:endParaRPr/>
          </a:p>
        </p:txBody>
      </p:sp>
      <p:sp>
        <p:nvSpPr>
          <p:cNvPr id="233" name="Google Shape;23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2" name="Google Shape;2092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dirige Alex Aravena, Jefe de Proyecto e interlocutor único. Siete líderes cubren arquitectura e integración, seguridad, datos, desarrollo, calidad, operación e implantación: ocho personas para los diez roles mínimos. Peak de 69 personas equivalentes. (SD1 Tabla 1.6; SD7 T-15)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Marzo de 2026: un retiro sanitario. Puelche tardó nueve días en saber a qué clientes había llegado el producto. 4.800 kilos retirados y el proveedor de lácteos —6 % de las ventas— suspendió a Puelche por seis meses. Recuerden: nueve días. (Fuente: SD2)</a:t>
            </a:r>
            <a:endParaRPr/>
          </a:p>
        </p:txBody>
      </p:sp>
      <p:sp>
        <p:nvSpPr>
          <p:cNvPr id="250" name="Google Shape;25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problemas que parecen distintos: habilitación sanitaria comprometida (41 % de recepciones sin lote en el producto del retiro), servicio que pierde competitividad (OTIF 82,4 %, 4,2 % de reentregas) y un costo de servir calculado con un prorrateo de 2016 ($4,2 M/mes en diferencias de rendición). La misma causa: el dato no se registra donde ocurre. (SD2)</a:t>
            </a:r>
            <a:endParaRPr/>
          </a:p>
        </p:txBody>
      </p:sp>
      <p:sp>
        <p:nvSpPr>
          <p:cNvPr id="274" name="Google Shape;27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 esquema de solución tiene tres vistas complementarias. La Figura 3.1 muestra el ciclo logístico: los pedidos de preventa, del canal moderno y del portal pasan por la planificación de rutas, la preparación y la entrega, que registra cobros, devoluciones y envases; el ERP recibe el detalle preparado y sigue siendo el único emisor tributario. La Figura 3.2 sigue el lote desde la recepción hasta la entrega: ante un retiro, la lista de clientes afectados se obtiene en menos de dos horas. La Figura 3.3 muestra la continuidad: preventa y reparto trabajan 14 horas sin señal y el centro de distribución al menos 24 horas sin enlace; al volver la conexión, la sincronización tarda como máximo 10 minutos y 2 horas, respectivamente. (SD3, Figuras 3.1 a 3.3) (Diagramas: SD3, Figuras 3.1, 3.2 y 3.3.)</a:t>
            </a:r>
          </a:p>
        </p:txBody>
      </p:sp>
      <p:sp>
        <p:nvSpPr>
          <p:cNvPr id="353" name="Google Shape;35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mapa del sistema: siete interfaces, doce módulos agrupados por frente y los tres sistemas externos: ERP, Transbank y geolocalización; las cadenas se integran por EDI en la Etapa 2. Solo el canal moderno (M11) espera a la Etapa 2. El dato fluye de recepción a inventario, preparación y reparto. El ERP es el único emisor tributario y se accede vía una capa anticorrupción (ACL); M10 consolida OTIF y costo de servir. (SD3 Fig. 3.4–3.8, SD4 Anexo 4-F)</a:t>
            </a:r>
            <a:endParaRPr/>
          </a:p>
        </p:txBody>
      </p:sp>
      <p:sp>
        <p:nvSpPr>
          <p:cNvPr id="369" name="Google Shape;36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relaciona a cada actor con su aplicación, portal o consola y con los módulos M1 a M12. Se lee en ocho capas: presentación captura y muestra la información, el borde protege la entrada, la puerta de enlace valida las solicitudes, el negocio aplica las reglas en Laravel, la integración conserva y distribuye eventos y el acceso a datos administra la persistencia; seguridad y observabilidad atraviesan todas las capas. Las conexiones son intercambios autorizados, no acceso directo a las bases de datos, y la puerta local permite que la bodega siga operando sin WAN. (SD4, Figura 1)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c7cc306779174b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hc7cc306779174b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Fuente: diagramas de arquitectura lógica del Subdocumento 4, vista específica de la capa 1. Fuente editable: Arquitectura-logica-general-y-8-capas.drawio.xml.</a:t>
            </a:r>
            <a:endParaRPr/>
          </a:p>
        </p:txBody>
      </p:sp>
      <p:sp>
        <p:nvSpPr>
          <p:cNvPr id="483" name="Google Shape;483;hc7cc306779174be_1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c7cc306779174be_1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c7cc306779174be_1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c7cc306779174be_1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c7cc306779174be_1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c7cc306779174be_1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c7cc306779174be_1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c7cc306779174be_1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hc7cc306779174be_1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c7cc306779174be_1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hc7cc306779174be_1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c7cc306779174be_1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c7cc306779174be_1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c7cc306779174be_1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c7cc306779174be_1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se lee en tres franjas. Arriba, quienes llegan desde fuera: portales y terminales por el borde global hacia API Gateway, la casa matriz y el teletrabajo por Verified Access y las cadenas de supermercados por AS2. Al centro, AWS: la región primaria sa-east-1, con la VPC de producción y la VPC Hub, y us-east-1 para la recuperación ante desastres. Abajo, las cinco instalaciones con cómputo, cada una con su túnel VPN: el CD Talca con un clúster Proxmox y Ceph de tres nodos, el CD Concepción con dos servidores y los tres cross-docking con dos mini-PC cada uno. Cada bodega confirma sus operaciones contra su propio WMS. (SD4, Figura 14)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hc7cc306779174b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0" name="Google Shape;730;hc7cc306779174be_0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PMBOK adaptado a 56 meses con valor ganado (alerta si SPI o CPI &lt; 0,90); RUP en iteraciones de dos semanas; DevSecOps con compuertas que bloquean (pruebas, análisis estático, contratos, cobertura 70/80 %). Nada se despliega en septiembre, diciembre ni los tres primeros días hábiles del mes. (SD6)</a:t>
            </a:r>
            <a:endParaRPr/>
          </a:p>
        </p:txBody>
      </p:sp>
      <p:sp>
        <p:nvSpPr>
          <p:cNvPr id="731" name="Google Shape;731;hc7cc306779174be_0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c7cc306779174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hc7cc306779174b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Las fases RUP ordenan el trabajo: la construcción concentra la mitad de las horas. Cada cambio recorre el ciclo DevSecOps, que se aplica en las puertas G1 a G3 del plan de calidad. (SD1, SD9 Fig. 9.3; HH de la EDT, T-14)</a:t>
            </a:r>
          </a:p>
        </p:txBody>
      </p:sp>
      <p:sp>
        <p:nvSpPr>
          <p:cNvPr id="758" name="Google Shape;758;hc7cc306779174b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3" name="Google Shape;1513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niveles: tres bloques contractuales —Etapa 1, Etapa 2 y Operación, solapados en los meses 13–15 y 19–20— y ocho frentes con un responsable nominado cada uno. (T-14 Tabla 7.52, T-15 Tabla 7.1)</a:t>
            </a:r>
            <a:endParaRPr/>
          </a:p>
        </p:txBody>
      </p:sp>
      <p:sp>
        <p:nvSpPr>
          <p:cNvPr id="1514" name="Google Shape;1514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1562" name="Google Shape;156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7" name="Google Shape;162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mes a mes. En gris, los congelamientos de septiembre y diciembre: no se despliega nada. Migración en los meses 7 a 12; la Etapa 1 entra en tres olas y pasa a producción en el H7 (mes 16), y la Etapa 2 en el H12 (mes 21). Los hitos marcan los puntos de control del cronograma. (T-14 y T-15)</a:t>
            </a:r>
            <a:endParaRPr/>
          </a:p>
        </p:txBody>
      </p:sp>
      <p:sp>
        <p:nvSpPr>
          <p:cNvPr id="1628" name="Google Shape;162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c7cc306779174be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hc7cc306779174be_8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783" name="Google Shape;783;hc7cc306779174be_8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c7cc306779174be_8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hc7cc306779174be_8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853" name="Google Shape;853;hc7cc306779174be_8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c7cc306779174be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hc7cc306779174be_8_2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Elaboración: arquitectura, seguridad, diseño de la sala técnica, validación, continuidad y experiencia de usuario. Cierra con el H2 en el mes 4 y, en la Etapa 2, con el H8 en el mes 14. (T-14 §7.2)</a:t>
            </a:r>
          </a:p>
        </p:txBody>
      </p:sp>
      <p:sp>
        <p:nvSpPr>
          <p:cNvPr id="930" name="Google Shape;930;hc7cc306779174be_8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c7cc306779174be_8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hc7cc306779174be_8_2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1004" name="Google Shape;1004;hc7cc306779174be_8_2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hc7cc306779174be_8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hc7cc306779174be_8_3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1083" name="Google Shape;1083;hc7cc306779174be_8_3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hc7cc306779174be_8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hc7cc306779174be_8_4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1154" name="Google Shape;1154;hc7cc306779174be_8_4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c7cc306779174be_8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hc7cc306779174be_8_5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1226" name="Google Shape;1226;hc7cc306779174be_8_5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c7cc306779174be_8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9" name="Google Shape;1299;hc7cc306779174be_8_5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Capacitación y gestión del cambio: capacitación por rol, gestión del cambio con las cadenas y los transportistas, y certificación de usuarios. (T-14 §7.2)</a:t>
            </a:r>
          </a:p>
        </p:txBody>
      </p:sp>
      <p:sp>
        <p:nvSpPr>
          <p:cNvPr id="1300" name="Google Shape;1300;hc7cc306779174be_8_5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hc7cc306779174be_8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0" name="Google Shape;1370;hc7cc306779174be_8_6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1371" name="Google Shape;1371;hc7cc306779174be_8_6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c7cc306779174be_8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hc7cc306779174be_8_7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1444" name="Google Shape;1444;hc7cc306779174be_8_7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5" name="Google Shape;173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esfuerzo sube con la construcción de la Etapa 1, baja hacia la certificación y vuelve a subir cuando se solapan la marcha blanca E1 y el desarrollo E2: máximo de 8.106 HH en el mes 15, con 69 personas equivalentes. Desde el mes 21 la operación se estabiliza entre 3.200 y 3.900 HH. Total: 217.543 HH. (T-15 Tablas 7.5 y 7.6)</a:t>
            </a:r>
            <a:endParaRPr/>
          </a:p>
        </p:txBody>
      </p:sp>
      <p:sp>
        <p:nvSpPr>
          <p:cNvPr id="1736" name="Google Shape;173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hc7cc306779174be_4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2" name="Google Shape;1832;hc7cc306779174be_4_2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No basta con mencionar normas: debemos demostrar cómo las aplicamos. Para calidad del producto usamos criterios comprobables; para los datos, mediciones y conciliaciones; y para las pruebas, un proceso documentado. Accesibilidad combina herramientas y revisión manual. Seguridad se revisa en el código y en la aplicación funcionando. Distinguimos normas técnicas, obligaciones legales y estándares de intercambio porque cumplen funciones diferentes.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Fuente: SD9, tabla 9.2, p. 8, y §9.1.4.</a:t>
            </a:r>
          </a:p>
          <a:p>
            <a:r>
              <a:rPr lang="es-CL" sz="1200"/>
              <a:t>Se retiraron cantidades de características y niveles, no las referencias. ISO/IEC/IEEE 29119 es el nombre completo. CMMI-DEV N3 es evaluación de madurez, no certificación ISO.</a:t>
            </a:r>
          </a:p>
          <a:p>
            <a:r>
              <a:rPr lang="es-CL" sz="1200"/>
              <a:t>El bloque legal anterior no se acredita íntegramente en SD9. Decreto 977, SII/DTE, Art. 25 bis y Ley 21.719 quedan como referencias de contexto para consultar; no se repite el umbral térmico ni la fecha de vigencia como conclusión de este documento. GS1 y EDI son estándares de intercambio, no leyes.</a:t>
            </a:r>
          </a:p>
          <a:p>
            <a:r>
              <a:rPr lang="es-CL" sz="1200"/>
              <a:t>Si preguntan cómo se acredita: con informes de pruebas, conciliaciones, evaluaciones de accesibilidad, análisis de seguridad y registros de auditoría. Mencionar la referencia no acredita cumplimiento.</a:t>
            </a:r>
          </a:p>
        </p:txBody>
      </p:sp>
      <p:sp>
        <p:nvSpPr>
          <p:cNvPr id="1833" name="Google Shape;1833;hc7cc306779174be_4_2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hc7cc306779174be_4_48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Evaluamos requisitos, respuesta bajo carga, integraciones y uso en las condiciones de Puelche. También comprobamos seguridad, recuperación y facilidad de mantenimiento. Estos son criterios con los que se evaluará la solución, no resultados ya alcanzados. Los resultados del negocio se verifican en operación y en el momento previsto para cada uno.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Fuentes: SD9, tablas 9.1 (p. 6), 9.3 (p. 10) y 9.8 (p. 18); T-17, §5.</a:t>
            </a:r>
          </a:p>
          <a:p>
            <a:r>
              <a:rPr lang="es-CL" sz="1200"/>
              <a:t>100 %: requisitos ofertados con prueba aprobada antes de su hito. Cero defectos críticos o altos abiertos al cierre de cada marcha blanca. Cero minutos de caída entre 05:30 y 07:00. Los 16 resultados del caso se aceptan en momentos diferenciados.</a:t>
            </a:r>
          </a:p>
          <a:p>
            <a:r>
              <a:rPr lang="es-CL" sz="1200"/>
              <a:t>p95: preparación ≤1 s; entrega ≤2 s; preventa ≤1,5 s; stock y crédito ≤2 s. No son máximos absolutos de todas las transacciones. Se prueban 15 integraciones.</a:t>
            </a:r>
          </a:p>
          <a:p>
            <a:r>
              <a:rPr lang="es-CL" sz="1200"/>
              <a:t>Disponibilidad mensual: transacción crítica ≥99,9 %; infraestructura ≥99,95 %. RTO ≤4 h: objetivo de tiempo de recuperación. RPO ≤15 min: objetivo de punto de recuperación. Cobertura ≥70 % de lógica de negocio y ≥80 % global. No implica ausencia de errores. Usabilidad incluye guantes a −22 °C.</a:t>
            </a:r>
          </a:p>
          <a:p>
            <a:r>
              <a:rPr lang="es-CL" sz="1200"/>
              <a:t>Si preguntan por los umbrales: se mantienen en el plan y en el protocolo; esta lámina presenta qué se evalúa, no resultados ya obtenidos.</a:t>
            </a:r>
          </a:p>
        </p:txBody>
      </p:sp>
      <p:sp>
        <p:nvSpPr>
          <p:cNvPr id="1877" name="Google Shape;1877;hc7cc306779174be_4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8" name="Google Shape;1918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Distinguimos controles técnicos y aceptación contractual. Los controles deciden si un cambio puede avanzar. Aceptar la marcha blanca exige además volumen real, disponibilidad y respuesta, conciliación, usuarios certificados y acta. Todas las condiciones son conjuntas. Entrar al ambiente de Producción para iniciar la marcha blanca no equivale a la aceptación contractual. El plan exige corregir los bloqueos y acreditar cumplimiento: un acta no reemplaza una prueba fallida.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 principal: T-17, p. 12. Las seis condiciones se cumplen conjuntamente:</a:t>
            </a:r>
          </a:p>
          <a:p>
            <a:r>
              <a:rPr lang="es-CL" sz="1200"/>
              <a:t>1. Cero incidentes críticos o altos abiertos atribuibles a la solución.</a:t>
            </a:r>
          </a:p>
          <a:p>
            <a:r>
              <a:rPr lang="es-CL" sz="1200"/>
              <a:t>2. 100 % del volumen real comprometido durante las cuatro últimas semanas.</a:t>
            </a:r>
          </a:p>
          <a:p>
            <a:r>
              <a:rPr lang="es-CL" sz="1200"/>
              <a:t>3. Cero minutos de caída entre 05:30 y 07:00; disponibilidad de la transacción crítica ≥99,9 %; p95 de preparación ≤1 s, entrega ≤2 s, preventa ≤1,5 s y stock y crédito ≤2 s.</a:t>
            </a:r>
          </a:p>
          <a:p>
            <a:r>
              <a:rPr lang="es-CL" sz="1200"/>
              <a:t>4. Cero diferencias sin explicar en conciliación.</a:t>
            </a:r>
          </a:p>
          <a:p>
            <a:r>
              <a:rPr lang="es-CL" sz="1200"/>
              <a:t>5. 100 % de usuarios de la ola certificados.</a:t>
            </a:r>
          </a:p>
          <a:p>
            <a:r>
              <a:rPr lang="es-CL" sz="1200"/>
              <a:t>6. Acta firmada por la Contraparte Técnica.</a:t>
            </a:r>
          </a:p>
          <a:p>
            <a:r>
              <a:rPr lang="es-CL" sz="1200"/>
              <a:t>SD9, §9.2.1 y tabla 9.7, p. 16: se conservan G0–G6. G5 habilita Producción en H6/H11 para la marcha blanca; H7/H12 corresponden a la aceptación contractual. Un acta no levanta una prueba fallida. Si no se cumple una condición al cierre, la marcha blanca se extiende a costo de LafroX sin desplazar las fechas siguientes, según T-17.</a:t>
            </a:r>
          </a:p>
        </p:txBody>
      </p:sp>
      <p:sp>
        <p:nvSpPr>
          <p:cNvPr id="1919" name="Google Shape;1919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hc7cc306779174be_4_9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pruebas avanzan desde el código hacia escenarios de operación real. Comprobamos reglas, componentes, integraciones y regresión. En preproducción evaluamos carga, fallas, migración y reversión. En terreno comprobamos trabajo sin señal, con guantes y bajo condiciones ambientales exigentes. La carga se deriva del dimensionamiento documentado. Automatizamos lo repetible; las pruebas que necesitan juicio humano o condiciones físicas se planifican aparte.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T-13, §8.2, pp. 19–20: catálogo inicial estimado de 1.316 casos. Derivación: 56 requisitos críticos ×5 + 163 altos ×3 + 43 medios ×2 + 356 RT ×1 + 15 integraciones ×7. No son pruebas ya ejecutadas.</a:t>
            </a:r>
          </a:p>
          <a:p>
            <a:r>
              <a:rPr lang="es-CL" sz="1200"/>
              <a:t>T-13, §8.3, p. 20: 80 % de automatización es parámetro de diseño. Unos 1.053 casos automáticos ×30 segundos, en dos ejecutores, dan ≈4,4 horas. Los 263 casos manuales ×15 minutos requieren ≈65,8 HH adicionales por ciclo. La ejecución nocturna NO cubre toda la campaña manual.</a:t>
            </a:r>
          </a:p>
          <a:p>
            <a:r>
              <a:rPr lang="es-CL" sz="1200"/>
              <a:t>SD9, tabla 9.9, p. 20: 14,66 TPS de peak ×1,5 = 21,99 TPS de carga. TPS significa transacciones por segundo.</a:t>
            </a:r>
          </a:p>
          <a:p>
            <a:r>
              <a:rPr lang="es-CL" sz="1200"/>
              <a:t>SD9, tabla 9.8, p. 18: 14 h sin señal en terreno y 24 h sin enlace en sitios son escenarios distintos. Perfil: −22 °C con guantes, calor &gt;34 °C, lluvia, sol y uso con una mano. Recuperación: RTO ≤4 h y RPO ≤15 min.</a:t>
            </a:r>
          </a:p>
          <a:p>
            <a:r>
              <a:rPr lang="es-CL" sz="1200"/>
              <a:t>SD9, §9.2.4: los datos productivos usados en pruebas requieren anonimización verificada. Recuperación ante Desastres es una réplica productiva protegida, no un ambiente de prueba funcional.</a:t>
            </a:r>
          </a:p>
        </p:txBody>
      </p:sp>
      <p:sp>
        <p:nvSpPr>
          <p:cNvPr id="1971" name="Google Shape;1971;hc7cc306779174be_4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hc7cc306779174be_4_10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 trazabilidad demuestra cómo una necesidad llega hasta una versión aceptada. Seguimos el requisito de identificar clientes afectados por un lote desde su definición hasta el simulacro y el acta. Si hay desviaciones, analizamos la causa, corregimos y verificamos con el mismo criterio. El esfuerzo incluye prevención y evaluación; no se limita a probar al final.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SD9, tabla 9.6, p. 14, y referencia al Anexo 9.C: 11.136 HH de conformidad programada, equivalentes al 5,1 % de 217.543 HH. Prevención: 4.224 HH (37,9 %). Evaluación: 6.912 HH (62,1 %).</a:t>
            </a:r>
          </a:p>
          <a:p>
            <a:r>
              <a:rPr lang="es-CL" sz="1200"/>
              <a:t>No es el costo integral de calidad: las fallas se estiman por evento y rol y se evita duplicar el trabajo ya incluido. Si preguntan de dónde salen las horas: de paquetes y roles programados para prevención y evaluación; no de un resultado de operación.</a:t>
            </a:r>
          </a:p>
          <a:p>
            <a:r>
              <a:rPr lang="es-CL" sz="1200"/>
              <a:t>T-17, §5, p. 12, R18-01: identificar clientes afectados por un lote en menos de dos horas. No equivale a terminar físicamente todo el retiro sanitario.</a:t>
            </a:r>
          </a:p>
          <a:p>
            <a:r>
              <a:rPr lang="es-CL" sz="1200"/>
              <a:t>SD9, figuras 9.6–9.8: verificación, validación, trazabilidad y mejora continua. Verificar corresponde al equipo; validar corresponde al cliente en los hitos previstos.</a:t>
            </a:r>
          </a:p>
        </p:txBody>
      </p:sp>
      <p:sp>
        <p:nvSpPr>
          <p:cNvPr id="2012" name="Google Shape;2012;hc7cc306779174be_4_10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9" name="Google Shape;205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innovaciones agregan capacidades sobre la plataforma. Seguimos vencimientos después de la entrega, reunimos evidencia para reproducir incidentes y usamos la historia térmica como apoyo a Calidad. La estimación no extiende la fecha impresa ni elimina los bloqueos de seguridad. Una parte del pago se liga al costo de servir y al nivel de servicio. La hoja del almacenero funciona en el terminal del preventista o mediante copia solicitada: no exige dispositivo ni internet al local. Los beneficios se verifican con indicadores; no son ahorros ya demostrados.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Las metas se mantienen en la oferta; no se presentan como resultados demostrados.</a:t>
            </a:r>
          </a:p>
          <a:p>
            <a:r>
              <a:rPr lang="es-CL" sz="1200"/>
              <a:t>INN-01 — SD13, tabla 13.5, p. 15, I-01B: −25 % relativo en la tasa de unidades vencidas en el local sobre unidades entregadas. Base: rutas de control sin avisos, meses 13–15. Evaluación: mes 28. Es meta de diseño, sin medición previa; no es reducción de 25 puntos porcentuales.</a:t>
            </a:r>
          </a:p>
          <a:p>
            <a:r>
              <a:rPr lang="es-CL" sz="1200"/>
              <a:t>INN-02 — Tabla 13.10, p. 23, I-02A: −30 % relativo en la mediana de horas desde admisión hasta causa reproducida, con al menos 20 pares comparables por tipo de falla y módulo. Base: incidentes de prueba en QA de los meses 5–10; evaluación en mes 15. No se promete ese porcentaje para cada incidente.</a:t>
            </a:r>
          </a:p>
          <a:p>
            <a:r>
              <a:rPr lang="es-CL" sz="1200"/>
              <a:t>INN-03 — Tabla 13.15, p. 32, I-03B: al menos 80 % de lotes con estimación dentro de ±15 % de la vida nominal respecto de Calidad; al menos 60 lotes por familia en validación inicial, mes 15. Es condición de habilitación, no ahorro. La estimación nunca extiende la fecha impresa ni modifica el bloqueo térmico.</a:t>
            </a:r>
          </a:p>
          <a:p>
            <a:r>
              <a:rPr lang="es-CL" sz="1200"/>
              <a:t>INN-04 — Tablas 13.21 y §13.4.6, pp. 39–40, I-04A: reducción de costo comparable ≥5 %, con OTIF ≥95 %. Referencia: canasta de meses 21–23; seguimiento desde mes 24 y meta al mes 36. OTIF significa entregas completas y a tiempo. La fórmula no prueba que el ahorro ya sea alcanzable.</a:t>
            </a:r>
          </a:p>
          <a:p>
            <a:r>
              <a:rPr lang="es-CL" sz="1200"/>
              <a:t>INN-05 — Tabla 13.26, p. 47: medir cobertura, comprensión y efecto; no se promete un alza de compras. SD13, pp. 42–43: hoja precargada en terminal del preventista; copia solicitada impresa por Reparto para la siguiente entrega. No es una aplicación propia del almacenero. Contraste: fichas 1–5 del T-19.</a:t>
            </a:r>
          </a:p>
          <a:p>
            <a:r>
              <a:rPr lang="es-CL" sz="1200"/>
              <a:t>Si preguntan el origen del porcentaje: es una meta de diseño de la oferta con indicador, referencia y momento de verificación; no una medición previa. La meta y sus condiciones se mantienen en la propuesta escrita.</a:t>
            </a:r>
          </a:p>
        </p:txBody>
      </p:sp>
      <p:sp>
        <p:nvSpPr>
          <p:cNvPr id="2060" name="Google Shape;2060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hc7cc306779174be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5" name="Google Shape;1765;hc7cc306779174be_6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Partimos por la RBS: 45 riesgos en siete ramas. La más grande es Solución y tecnología, con 14, donde están los dos críticos: retiro sin trazabilidad completa (R-012) y recuperación fuera de RTO/RPO (R-015). Cada rama tiene un color que se repite en la siguiente lámina. (SD8 Fig. 8.1)</a:t>
            </a:r>
            <a:endParaRPr/>
          </a:p>
        </p:txBody>
      </p:sp>
      <p:sp>
        <p:nvSpPr>
          <p:cNvPr id="1766" name="Google Shape;1766;hc7cc306779174be_6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hc7cc306779174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5" name="Google Shape;1755;hc7cc306779174be_0_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RBS clasifica los 45 riesgos en siete ramas, siguiendo ISO 31000. Cada punto es un riesgo coloreado por su zona. Recorremos las ramas una a una. (SD8 Fig. 8.1)</a:t>
            </a:r>
          </a:p>
        </p:txBody>
      </p:sp>
      <p:sp>
        <p:nvSpPr>
          <p:cNvPr id="1756" name="Google Shape;1756;hc7cc306779174be_0_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 y tecnología concentra 14 riesgos, incluidos los dos críticos: retiro sin trazabilidad (R-012) y recuperación fuera de RTO/RPO (R-015). (SD8 Fig. 8.1, T-16)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Integración y legado: el ERP de 2017, la convivencia con el WMS y la certificación EDI son los altos de esta rama. (SD8 Fig. 8.1, T-16)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Operación del cliente: enlaces de Concepción, cross-docking incomunicado, sala y energía, y la única de zona baja, envases y custodia. (SD8 Fig. 8.1, T-16)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Personas y adopción: objeción sindical, conductores rotativos y pérdida del conocimiento de rutas. (SD8 Fig. 8.1, T-16)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Contrato y licitación: la marcha blanca que impide la aceptación es el riesgo alto. (SD8 Fig. 8.1, T-16)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Regulatorio y externo: POD sin evidencia y cambio normativo, ambos altos. (SD8 Fig. 8.1, T-16)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Empresa proveedora: dotación compartida entre etapas y costos subestimados. (SD8 Fig. 8.1, T-16)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8" name="Google Shape;1818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Los diez riesgos de mayor exposición del registro. Los dos críticos son el retiro sin trazabilidad (R-012) y la recuperación fuera de RTO/RPO (R-015), ambos con 0,50 × 0,80 = 0,40. Todos tienen respuesta de mitigación, responsable y una probabilidad objetivo. Contingencia de 2.058 HH más 1.600 HH de reserva de gestión. (SD8 Tabla 8.4, T-16, Anexo 8.B Tabla 8.1)</a:t>
            </a:r>
          </a:p>
        </p:txBody>
      </p:sp>
      <p:sp>
        <p:nvSpPr>
          <p:cNvPr id="1819" name="Google Shape;1819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hc7cc306779174be_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hc7cc306779174be_6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La matriz cruza probabilidad e impacto; el número de cada celda es la cantidad de riesgos y el color es la zona: exposición P × I con cortes en 0,08, 0,20 y 0,40. Los dos críticos están en probabilidad media e impacto alto. Las celdas claras no tienen riesgos registrados. (SD8 Tabla 8.4 y escala de exposición)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0" name="Google Shape;2140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2141" name="Google Shape;2141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6" name="Google Shape;2156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nueve días a menos de dos horas: el dato capturado donde ocurre, trazable de punta a punta, aun sin señal. Gracias; quedamos atentos a sus preguntas.</a:t>
            </a:r>
            <a:endParaRPr/>
          </a:p>
        </p:txBody>
      </p:sp>
      <p:sp>
        <p:nvSpPr>
          <p:cNvPr id="2157" name="Google Shape;2157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c7cc306779174be_8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c7cc306779174be_8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c7cc306779174be_8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7cc306779174be_8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c7cc306779174be_8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c7cc306779174be_8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c7cc306779174be_8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c7cc306779174be_8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c7cc306779174be_8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c7cc306779174be_8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c7cc306779174be_8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c7cc306779174be_8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c7cc306779174be_8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c7cc306779174be_8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c7cc306779174be_8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c7cc306779174be_8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c7cc306779174be_8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c7cc306779174be_8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c7cc306779174be_8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c7cc306779174be_8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c7cc306779174be_8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c7cc306779174be_8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c7cc306779174be_8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c7cc306779174be_8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c7cc306779174be_8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c7cc306779174be_8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c7cc306779174be_8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c7cc306779174be_8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c7cc306779174be_8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c7cc306779174be_8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c7cc306779174be_8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c7cc306779174be_8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c7cc306779174be_8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c7cc306779174be_8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c7cc306779174be_8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c7cc306779174be_8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c7cc306779174be_8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c7cc306779174be_8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c7cc306779174be_8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c7cc306779174be_8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c7cc306779174be_8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c7cc306779174be_8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c7cc306779174be_8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c7cc306779174be_8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c7cc306779174be_8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c7cc306779174be_8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c7cc306779174be_8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c7cc306779174be_8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c7cc306779174be_8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c7cc306779174be_8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c7cc306779174be_8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c7cc306779174be_8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c7cc306779174be_8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c7cc306779174be_8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c7cc306779174be_8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c7cc306779174be_8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c7cc306779174be_8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c7cc306779174be_8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c7cc306779174be_4_10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hc7cc306779174be_4_10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hc7cc306779174be_4_10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c7cc306779174be_4_100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hc7cc306779174be_4_100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hc7cc306779174be_4_10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hc7cc306779174be_4_10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hc7cc306779174be_4_10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c7cc306779174be_4_10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hc7cc306779174be_4_10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hc7cc306779174be_4_10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hc7cc306779174be_4_10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hc7cc306779174be_4_10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c7cc306779174be_4_10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hc7cc306779174be_4_10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hc7cc306779174be_4_10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hc7cc306779174be_4_10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hc7cc306779174be_4_10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c7cc306779174be_4_10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hc7cc306779174be_4_10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6" name="Google Shape;186;hc7cc306779174be_4_10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7" name="Google Shape;187;hc7cc306779174be_4_10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hc7cc306779174be_4_10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hc7cc306779174be_4_10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c7cc306779174be_4_10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hc7cc306779174be_4_10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4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hc7cc306779174be_4_10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4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" name="Google Shape;194;hc7cc306779174be_4_10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6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hc7cc306779174be_4_10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6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6" name="Google Shape;196;hc7cc306779174be_4_10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hc7cc306779174be_4_10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hc7cc306779174be_4_10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c7cc306779174be_4_10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hc7cc306779174be_4_10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hc7cc306779174be_4_10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hc7cc306779174be_4_10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c7cc306779174be_4_10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hc7cc306779174be_4_10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20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7" name="Google Shape;207;hc7cc306779174be_4_10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8" name="Google Shape;208;hc7cc306779174be_4_10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hc7cc306779174be_4_10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hc7cc306779174be_4_10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c7cc306779174be_4_105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hc7cc306779174be_4_105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hc7cc306779174be_4_105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hc7cc306779174be_4_10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hc7cc306779174be_4_10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hc7cc306779174be_4_10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c7cc306779174be_4_10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hc7cc306779174be_4_1060"/>
          <p:cNvSpPr txBox="1">
            <a:spLocks noGrp="1"/>
          </p:cNvSpPr>
          <p:nvPr>
            <p:ph type="body" idx="1"/>
          </p:nvPr>
        </p:nvSpPr>
        <p:spPr>
          <a:xfrm rot="5400000">
            <a:off x="2309100" y="-251700"/>
            <a:ext cx="45258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hc7cc306779174be_4_10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hc7cc306779174be_4_10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hc7cc306779174be_4_10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c7cc306779174be_4_1066"/>
          <p:cNvSpPr txBox="1">
            <a:spLocks noGrp="1"/>
          </p:cNvSpPr>
          <p:nvPr>
            <p:ph type="title"/>
          </p:nvPr>
        </p:nvSpPr>
        <p:spPr>
          <a:xfrm rot="5400000">
            <a:off x="4732200" y="2171838"/>
            <a:ext cx="5851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hc7cc306779174be_4_1066"/>
          <p:cNvSpPr txBox="1">
            <a:spLocks noGrp="1"/>
          </p:cNvSpPr>
          <p:nvPr>
            <p:ph type="body" idx="1"/>
          </p:nvPr>
        </p:nvSpPr>
        <p:spPr>
          <a:xfrm rot="5400000">
            <a:off x="541200" y="190638"/>
            <a:ext cx="58518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hc7cc306779174be_4_10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hc7cc306779174be_4_10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hc7cc306779174be_4_10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c7cc306779174be_8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hc7cc306779174be_8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hc7cc306779174be_8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hc7cc306779174be_8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hc7cc306779174be_8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c7cc306779174be_4_9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hc7cc306779174be_4_9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marR="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8" name="Google Shape;158;hc7cc306779174be_4_9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9" name="Google Shape;159;hc7cc306779174be_4_9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0" name="Google Shape;160;hc7cc306779174be_4_9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9.sv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12.sv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30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sv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11.png"/><Relationship Id="rId4" Type="http://schemas.openxmlformats.org/officeDocument/2006/relationships/image" Target="../media/image1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36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1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11" Type="http://schemas.openxmlformats.org/officeDocument/2006/relationships/image" Target="../media/image5.png"/><Relationship Id="rId5" Type="http://schemas.openxmlformats.org/officeDocument/2006/relationships/image" Target="../media/image37.svg"/><Relationship Id="rId10" Type="http://schemas.openxmlformats.org/officeDocument/2006/relationships/image" Target="../media/image2.svg"/><Relationship Id="rId4" Type="http://schemas.openxmlformats.org/officeDocument/2006/relationships/image" Target="../media/image36.sv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!!deco_4b7ea539_1"/>
          <p:cNvSpPr/>
          <p:nvPr/>
        </p:nvSpPr>
        <p:spPr>
          <a:xfrm>
            <a:off x="6091994" y="-6797913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!!deco_13b10c14_1"/>
          <p:cNvSpPr/>
          <p:nvPr/>
        </p:nvSpPr>
        <p:spPr>
          <a:xfrm rot="10800000" flipH="1">
            <a:off x="7574342" y="898768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!!deco_21515bef_2"/>
          <p:cNvSpPr/>
          <p:nvPr/>
        </p:nvSpPr>
        <p:spPr>
          <a:xfrm flipH="1">
            <a:off x="20870738" y="6538304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!!title"/>
          <p:cNvSpPr txBox="1"/>
          <p:nvPr/>
        </p:nvSpPr>
        <p:spPr>
          <a:xfrm>
            <a:off x="1428123" y="2520990"/>
            <a:ext cx="12946574" cy="193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693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  <a:endParaRPr lang="es-CL" noProof="0"/>
          </a:p>
        </p:txBody>
      </p:sp>
      <p:sp>
        <p:nvSpPr>
          <p:cNvPr id="241" name="Google Shape;241;p1"/>
          <p:cNvSpPr txBox="1"/>
          <p:nvPr/>
        </p:nvSpPr>
        <p:spPr>
          <a:xfrm>
            <a:off x="1428123" y="3820932"/>
            <a:ext cx="12950077" cy="237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494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  <a:endParaRPr lang="es-CL" noProof="0"/>
          </a:p>
        </p:txBody>
      </p:sp>
      <p:sp>
        <p:nvSpPr>
          <p:cNvPr id="242" name="Google Shape;242;p1"/>
          <p:cNvSpPr txBox="1"/>
          <p:nvPr/>
        </p:nvSpPr>
        <p:spPr>
          <a:xfrm>
            <a:off x="1428123" y="6162459"/>
            <a:ext cx="8734851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  <a:endParaRPr lang="es-CL" noProof="0"/>
          </a:p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  <a:endParaRPr lang="es-CL" noProof="0"/>
          </a:p>
        </p:txBody>
      </p:sp>
      <p:sp>
        <p:nvSpPr>
          <p:cNvPr id="244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45" name="Google Shape;245;p1"/>
          <p:cNvSpPr txBox="1"/>
          <p:nvPr/>
        </p:nvSpPr>
        <p:spPr>
          <a:xfrm>
            <a:off x="12763761" y="8961120"/>
            <a:ext cx="4041891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pic>
        <p:nvPicPr>
          <p:cNvPr id="246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!!deco_fd810b03_1"/>
          <p:cNvSpPr/>
          <p:nvPr/>
        </p:nvSpPr>
        <p:spPr>
          <a:xfrm rot="10800000">
            <a:off x="0" y="0"/>
            <a:ext cx="87782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4167" r="-54167"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2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3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4" name="!!deco_13b10c14_2"/>
          <p:cNvSpPr/>
          <p:nvPr/>
        </p:nvSpPr>
        <p:spPr>
          <a:xfrm rot="10800000" flipH="1">
            <a:off x="18588000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5" name="!!deco_4b7ea539_2"/>
          <p:cNvSpPr/>
          <p:nvPr/>
        </p:nvSpPr>
        <p:spPr>
          <a:xfrm>
            <a:off x="18588000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5" name="!!deco_dce8b6c9_1"/>
          <p:cNvSpPr/>
          <p:nvPr/>
        </p:nvSpPr>
        <p:spPr>
          <a:xfrm>
            <a:off x="13911956" y="761746"/>
            <a:ext cx="8752087" cy="8752087"/>
          </a:xfrm>
          <a:custGeom>
            <a:avLst/>
            <a:gdLst/>
            <a:ahLst/>
            <a:cxnLst/>
            <a:rect l="l" t="t" r="r" b="b"/>
            <a:pathLst>
              <a:path w="8752087" h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96" name="!!title"/>
          <p:cNvSpPr txBox="1"/>
          <p:nvPr/>
        </p:nvSpPr>
        <p:spPr>
          <a:xfrm>
            <a:off x="2743200" y="4072951"/>
            <a:ext cx="5760720" cy="163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786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  <a:endParaRPr lang="es-CL" noProof="0"/>
          </a:p>
        </p:txBody>
      </p:sp>
      <p:sp>
        <p:nvSpPr>
          <p:cNvPr id="2102" name="Google Shape;2102;p33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3" name="Google Shape;2103;p33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AA</a:t>
            </a:r>
            <a:endParaRPr lang="es-CL" noProof="0"/>
          </a:p>
        </p:txBody>
      </p:sp>
      <p:sp>
        <p:nvSpPr>
          <p:cNvPr id="2104" name="Google Shape;2104;p33"/>
          <p:cNvSpPr txBox="1"/>
          <p:nvPr/>
        </p:nvSpPr>
        <p:spPr>
          <a:xfrm>
            <a:off x="10972800" y="11430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Alex Aravena</a:t>
            </a:r>
            <a:endParaRPr lang="es-CL" noProof="0"/>
          </a:p>
        </p:txBody>
      </p:sp>
      <p:sp>
        <p:nvSpPr>
          <p:cNvPr id="2105" name="Google Shape;2105;p33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2106" name="Google Shape;2106;p33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7" name="Google Shape;2107;p33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BT</a:t>
            </a:r>
            <a:endParaRPr lang="es-CL" noProof="0"/>
          </a:p>
        </p:txBody>
      </p:sp>
      <p:sp>
        <p:nvSpPr>
          <p:cNvPr id="2108" name="Google Shape;2108;p33"/>
          <p:cNvSpPr txBox="1"/>
          <p:nvPr/>
        </p:nvSpPr>
        <p:spPr>
          <a:xfrm>
            <a:off x="1069848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Bastián Trejo</a:t>
            </a:r>
            <a:endParaRPr lang="es-CL" noProof="0"/>
          </a:p>
        </p:txBody>
      </p:sp>
      <p:sp>
        <p:nvSpPr>
          <p:cNvPr id="2109" name="Google Shape;2109;p33"/>
          <p:cNvSpPr txBox="1"/>
          <p:nvPr/>
        </p:nvSpPr>
        <p:spPr>
          <a:xfrm>
            <a:off x="1069848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Arquitectura e Integración</a:t>
            </a:r>
            <a:endParaRPr lang="es-CL" noProof="0"/>
          </a:p>
        </p:txBody>
      </p:sp>
      <p:sp>
        <p:nvSpPr>
          <p:cNvPr id="2110" name="Google Shape;2110;p33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1" name="Google Shape;2111;p33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ÁC</a:t>
            </a:r>
            <a:endParaRPr lang="es-CL" noProof="0"/>
          </a:p>
        </p:txBody>
      </p:sp>
      <p:sp>
        <p:nvSpPr>
          <p:cNvPr id="2112" name="Google Shape;2112;p33"/>
          <p:cNvSpPr txBox="1"/>
          <p:nvPr/>
        </p:nvSpPr>
        <p:spPr>
          <a:xfrm>
            <a:off x="1476756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Álvaro Catalán</a:t>
            </a:r>
            <a:endParaRPr lang="es-CL" noProof="0"/>
          </a:p>
        </p:txBody>
      </p:sp>
      <p:sp>
        <p:nvSpPr>
          <p:cNvPr id="2113" name="Google Shape;2113;p33"/>
          <p:cNvSpPr txBox="1"/>
          <p:nvPr/>
        </p:nvSpPr>
        <p:spPr>
          <a:xfrm>
            <a:off x="1476756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lang="es-CL" noProof="0"/>
          </a:p>
        </p:txBody>
      </p:sp>
      <p:sp>
        <p:nvSpPr>
          <p:cNvPr id="2114" name="Google Shape;2114;p33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5" name="Google Shape;2115;p33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LC</a:t>
            </a:r>
            <a:endParaRPr lang="es-CL" noProof="0"/>
          </a:p>
        </p:txBody>
      </p:sp>
      <p:sp>
        <p:nvSpPr>
          <p:cNvPr id="2116" name="Google Shape;2116;p33"/>
          <p:cNvSpPr txBox="1"/>
          <p:nvPr/>
        </p:nvSpPr>
        <p:spPr>
          <a:xfrm>
            <a:off x="1069848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Leandro Chamorro</a:t>
            </a:r>
            <a:endParaRPr lang="es-CL" noProof="0"/>
          </a:p>
        </p:txBody>
      </p:sp>
      <p:sp>
        <p:nvSpPr>
          <p:cNvPr id="2117" name="Google Shape;2117;p33"/>
          <p:cNvSpPr txBox="1"/>
          <p:nvPr/>
        </p:nvSpPr>
        <p:spPr>
          <a:xfrm>
            <a:off x="1069848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lang="es-CL" noProof="0"/>
          </a:p>
        </p:txBody>
      </p:sp>
      <p:sp>
        <p:nvSpPr>
          <p:cNvPr id="2118" name="Google Shape;2118;p33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9" name="Google Shape;2119;p33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TP</a:t>
            </a:r>
            <a:endParaRPr lang="es-CL" noProof="0"/>
          </a:p>
        </p:txBody>
      </p:sp>
      <p:sp>
        <p:nvSpPr>
          <p:cNvPr id="2120" name="Google Shape;2120;p33"/>
          <p:cNvSpPr txBox="1"/>
          <p:nvPr/>
        </p:nvSpPr>
        <p:spPr>
          <a:xfrm>
            <a:off x="1476756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Tomás Pérez</a:t>
            </a:r>
            <a:endParaRPr lang="es-CL" noProof="0"/>
          </a:p>
        </p:txBody>
      </p:sp>
      <p:sp>
        <p:nvSpPr>
          <p:cNvPr id="2121" name="Google Shape;2121;p33"/>
          <p:cNvSpPr txBox="1"/>
          <p:nvPr/>
        </p:nvSpPr>
        <p:spPr>
          <a:xfrm>
            <a:off x="1476756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endParaRPr lang="es-CL" noProof="0"/>
          </a:p>
        </p:txBody>
      </p:sp>
      <p:sp>
        <p:nvSpPr>
          <p:cNvPr id="2122" name="Google Shape;2122;p33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3" name="Google Shape;2123;p33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MM</a:t>
            </a:r>
            <a:endParaRPr lang="es-CL" noProof="0"/>
          </a:p>
        </p:txBody>
      </p:sp>
      <p:sp>
        <p:nvSpPr>
          <p:cNvPr id="2124" name="Google Shape;2124;p33"/>
          <p:cNvSpPr txBox="1"/>
          <p:nvPr/>
        </p:nvSpPr>
        <p:spPr>
          <a:xfrm>
            <a:off x="1069848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Maximiliano Miño</a:t>
            </a:r>
            <a:endParaRPr lang="es-CL" noProof="0"/>
          </a:p>
        </p:txBody>
      </p:sp>
      <p:sp>
        <p:nvSpPr>
          <p:cNvPr id="2125" name="Google Shape;2125;p33"/>
          <p:cNvSpPr txBox="1"/>
          <p:nvPr/>
        </p:nvSpPr>
        <p:spPr>
          <a:xfrm>
            <a:off x="1069848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Calidad y Pruebas</a:t>
            </a:r>
            <a:endParaRPr lang="es-CL" noProof="0"/>
          </a:p>
        </p:txBody>
      </p:sp>
      <p:sp>
        <p:nvSpPr>
          <p:cNvPr id="2126" name="Google Shape;2126;p33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7" name="Google Shape;2127;p33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GC</a:t>
            </a:r>
            <a:endParaRPr lang="es-CL" noProof="0"/>
          </a:p>
        </p:txBody>
      </p:sp>
      <p:sp>
        <p:nvSpPr>
          <p:cNvPr id="2128" name="Google Shape;2128;p33"/>
          <p:cNvSpPr txBox="1"/>
          <p:nvPr/>
        </p:nvSpPr>
        <p:spPr>
          <a:xfrm>
            <a:off x="1476756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Guillermo Castillo</a:t>
            </a:r>
            <a:endParaRPr lang="es-CL" noProof="0"/>
          </a:p>
        </p:txBody>
      </p:sp>
      <p:sp>
        <p:nvSpPr>
          <p:cNvPr id="2129" name="Google Shape;2129;p33"/>
          <p:cNvSpPr txBox="1"/>
          <p:nvPr/>
        </p:nvSpPr>
        <p:spPr>
          <a:xfrm>
            <a:off x="1476756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Operación / SRE</a:t>
            </a:r>
            <a:endParaRPr lang="es-CL" noProof="0"/>
          </a:p>
        </p:txBody>
      </p:sp>
      <p:sp>
        <p:nvSpPr>
          <p:cNvPr id="2130" name="Google Shape;2130;p33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1" name="Google Shape;2131;p33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</a:t>
            </a:r>
            <a:endParaRPr lang="es-CL" noProof="0"/>
          </a:p>
        </p:txBody>
      </p:sp>
      <p:sp>
        <p:nvSpPr>
          <p:cNvPr id="2132" name="Google Shape;2132;p33"/>
          <p:cNvSpPr txBox="1"/>
          <p:nvPr/>
        </p:nvSpPr>
        <p:spPr>
          <a:xfrm>
            <a:off x="10698480" y="7589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Patricio Henríquez</a:t>
            </a:r>
            <a:endParaRPr lang="es-CL" noProof="0"/>
          </a:p>
        </p:txBody>
      </p:sp>
      <p:sp>
        <p:nvSpPr>
          <p:cNvPr id="2133" name="Google Shape;2133;p33"/>
          <p:cNvSpPr txBox="1"/>
          <p:nvPr/>
        </p:nvSpPr>
        <p:spPr>
          <a:xfrm>
            <a:off x="10698480" y="8046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Funcional e Implantación</a:t>
            </a:r>
            <a:endParaRPr lang="es-CL" noProof="0"/>
          </a:p>
        </p:txBody>
      </p:sp>
      <p:sp>
        <p:nvSpPr>
          <p:cNvPr id="3006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3007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60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MARZO 2026 · RETIRO SANITARIO</a:t>
            </a:r>
            <a:endParaRPr lang="es-CL" noProof="0"/>
          </a:p>
        </p:txBody>
      </p:sp>
      <p:sp>
        <p:nvSpPr>
          <p:cNvPr id="26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63" name="Google Shape;263;p2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64" name="Google Shape;264;p2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4.800 kg</a:t>
            </a:r>
            <a:endParaRPr lang="es-CL" noProof="0"/>
          </a:p>
        </p:txBody>
      </p:sp>
      <p:sp>
        <p:nvSpPr>
          <p:cNvPr id="265" name="Google Shape;265;p2"/>
          <p:cNvSpPr txBox="1"/>
          <p:nvPr/>
        </p:nvSpPr>
        <p:spPr>
          <a:xfrm>
            <a:off x="310896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retirados</a:t>
            </a:r>
            <a:endParaRPr lang="es-CL" noProof="0"/>
          </a:p>
        </p:txBody>
      </p:sp>
      <p:sp>
        <p:nvSpPr>
          <p:cNvPr id="266" name="Google Shape;266;p2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meses</a:t>
            </a:r>
            <a:endParaRPr lang="es-CL" noProof="0"/>
          </a:p>
        </p:txBody>
      </p:sp>
      <p:sp>
        <p:nvSpPr>
          <p:cNvPr id="267" name="Google Shape;267;p2"/>
          <p:cNvSpPr txBox="1"/>
          <p:nvPr/>
        </p:nvSpPr>
        <p:spPr>
          <a:xfrm>
            <a:off x="731520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suspensión del proveedor</a:t>
            </a:r>
            <a:endParaRPr lang="es-CL" noProof="0"/>
          </a:p>
        </p:txBody>
      </p:sp>
      <p:sp>
        <p:nvSpPr>
          <p:cNvPr id="268" name="Google Shape;268;p2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6 %</a:t>
            </a:r>
            <a:endParaRPr lang="es-CL" noProof="0"/>
          </a:p>
        </p:txBody>
      </p:sp>
      <p:sp>
        <p:nvSpPr>
          <p:cNvPr id="269" name="Google Shape;269;p2"/>
          <p:cNvSpPr txBox="1"/>
          <p:nvPr/>
        </p:nvSpPr>
        <p:spPr>
          <a:xfrm>
            <a:off x="1152144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las ventas en riesgo</a:t>
            </a:r>
            <a:endParaRPr lang="es-CL" noProof="0"/>
          </a:p>
        </p:txBody>
      </p:sp>
      <p:sp>
        <p:nvSpPr>
          <p:cNvPr id="2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!!deco_13b10c14_1"/>
          <p:cNvSpPr/>
          <p:nvPr/>
        </p:nvSpPr>
        <p:spPr>
          <a:xfrm rot="10800000" flipH="1">
            <a:off x="-5409758" y="6975062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!!deco_dce8b6c9_1"/>
          <p:cNvSpPr/>
          <p:nvPr/>
        </p:nvSpPr>
        <p:spPr>
          <a:xfrm>
            <a:off x="9404926" y="57177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!!title"/>
          <p:cNvSpPr txBox="1"/>
          <p:nvPr/>
        </p:nvSpPr>
        <p:spPr>
          <a:xfrm>
            <a:off x="1475324" y="1600200"/>
            <a:ext cx="766867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  <a:endParaRPr lang="es-CL" noProof="0"/>
          </a:p>
        </p:txBody>
      </p:sp>
      <p:sp>
        <p:nvSpPr>
          <p:cNvPr id="282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83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"/>
          <p:cNvSpPr txBox="1"/>
          <p:nvPr/>
        </p:nvSpPr>
        <p:spPr>
          <a:xfrm>
            <a:off x="1472184" y="3063240"/>
            <a:ext cx="74980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Tres problemas</a:t>
            </a:r>
            <a:r>
              <a:rPr lang="es-CL" sz="300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una sola causa</a:t>
            </a:r>
            <a:endParaRPr lang="es-CL" noProof="0"/>
          </a:p>
        </p:txBody>
      </p:sp>
      <p:sp>
        <p:nvSpPr>
          <p:cNvPr id="285" name="Google Shape;285;p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365750" tIns="45700" rIns="3657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CAUSA RAÍZ</a:t>
            </a:r>
            <a:endParaRPr lang="es-CL" noProof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dato no se registra donde ocurre el hecho.</a:t>
            </a:r>
            <a:endParaRPr lang="es-CL" noProof="0"/>
          </a:p>
        </p:txBody>
      </p:sp>
      <p:sp>
        <p:nvSpPr>
          <p:cNvPr id="286" name="Google Shape;286;p3"/>
          <p:cNvSpPr/>
          <p:nvPr/>
        </p:nvSpPr>
        <p:spPr>
          <a:xfrm>
            <a:off x="9509760" y="23317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3"/>
          <p:cNvSpPr txBox="1"/>
          <p:nvPr/>
        </p:nvSpPr>
        <p:spPr>
          <a:xfrm>
            <a:off x="982980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88" name="Google Shape;288;p3"/>
          <p:cNvSpPr txBox="1"/>
          <p:nvPr/>
        </p:nvSpPr>
        <p:spPr>
          <a:xfrm>
            <a:off x="9829800" y="301752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Habilitación sanitaria en riesgo</a:t>
            </a:r>
            <a:endParaRPr lang="es-CL" noProof="0"/>
          </a:p>
        </p:txBody>
      </p:sp>
      <p:sp>
        <p:nvSpPr>
          <p:cNvPr id="290" name="!!reloj"/>
          <p:cNvSpPr txBox="1"/>
          <p:nvPr/>
        </p:nvSpPr>
        <p:spPr>
          <a:xfrm>
            <a:off x="12801600" y="301752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cxnSp>
        <p:nvCxnSpPr>
          <p:cNvPr id="291" name="Google Shape;291;p3"/>
          <p:cNvCxnSpPr>
            <a:cxnSpLocks/>
            <a:stCxn id="285" idx="3"/>
            <a:endCxn id="286" idx="1"/>
          </p:cNvCxnSpPr>
          <p:nvPr/>
        </p:nvCxnSpPr>
        <p:spPr>
          <a:xfrm flipV="1">
            <a:off x="8787384" y="324612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3"/>
          <p:cNvSpPr/>
          <p:nvPr/>
        </p:nvSpPr>
        <p:spPr>
          <a:xfrm>
            <a:off x="9509760" y="4572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9829800" y="4846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94" name="Google Shape;294;p3"/>
          <p:cNvSpPr txBox="1"/>
          <p:nvPr/>
        </p:nvSpPr>
        <p:spPr>
          <a:xfrm>
            <a:off x="9829800" y="52578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Servicio que pierde competitividad</a:t>
            </a:r>
            <a:endParaRPr lang="es-CL" noProof="0"/>
          </a:p>
        </p:txBody>
      </p:sp>
      <p:sp>
        <p:nvSpPr>
          <p:cNvPr id="295" name="Google Shape;295;p3"/>
          <p:cNvSpPr txBox="1"/>
          <p:nvPr/>
        </p:nvSpPr>
        <p:spPr>
          <a:xfrm>
            <a:off x="13167360" y="489204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OTIF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296" name="!!otif"/>
          <p:cNvSpPr txBox="1"/>
          <p:nvPr/>
        </p:nvSpPr>
        <p:spPr>
          <a:xfrm>
            <a:off x="12801600" y="52578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82,4 %</a:t>
            </a:r>
            <a:endParaRPr lang="es-CL" noProof="0"/>
          </a:p>
        </p:txBody>
      </p:sp>
      <p:cxnSp>
        <p:nvCxnSpPr>
          <p:cNvPr id="297" name="Google Shape;297;p3"/>
          <p:cNvCxnSpPr>
            <a:cxnSpLocks/>
            <a:stCxn id="285" idx="3"/>
            <a:endCxn id="292" idx="1"/>
          </p:cNvCxnSpPr>
          <p:nvPr/>
        </p:nvCxnSpPr>
        <p:spPr>
          <a:xfrm>
            <a:off x="8787384" y="5486400"/>
            <a:ext cx="722376" cy="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3"/>
          <p:cNvSpPr/>
          <p:nvPr/>
        </p:nvSpPr>
        <p:spPr>
          <a:xfrm>
            <a:off x="9509760" y="681228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9829800" y="7086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300" name="Google Shape;300;p3"/>
          <p:cNvSpPr txBox="1"/>
          <p:nvPr/>
        </p:nvSpPr>
        <p:spPr>
          <a:xfrm>
            <a:off x="9829800" y="74980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Costo de servir desconocido</a:t>
            </a:r>
            <a:endParaRPr lang="es-CL" noProof="0"/>
          </a:p>
        </p:txBody>
      </p:sp>
      <p:sp>
        <p:nvSpPr>
          <p:cNvPr id="301" name="Google Shape;301;p3"/>
          <p:cNvSpPr txBox="1"/>
          <p:nvPr/>
        </p:nvSpPr>
        <p:spPr>
          <a:xfrm>
            <a:off x="13167360" y="713232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Criterio de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302" name="!!costo"/>
          <p:cNvSpPr txBox="1"/>
          <p:nvPr/>
        </p:nvSpPr>
        <p:spPr>
          <a:xfrm>
            <a:off x="12801600" y="749808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2016</a:t>
            </a:r>
            <a:endParaRPr lang="es-CL" noProof="0"/>
          </a:p>
        </p:txBody>
      </p:sp>
      <p:cxnSp>
        <p:nvCxnSpPr>
          <p:cNvPr id="303" name="Google Shape;303;p3"/>
          <p:cNvCxnSpPr>
            <a:cxnSpLocks/>
            <a:stCxn id="285" idx="3"/>
            <a:endCxn id="298" idx="1"/>
          </p:cNvCxnSpPr>
          <p:nvPr/>
        </p:nvCxnSpPr>
        <p:spPr>
          <a:xfrm>
            <a:off x="8787384" y="548640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0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04</a:t>
            </a:r>
          </a:p>
        </p:txBody>
      </p:sp>
      <p:sp>
        <p:nvSpPr>
          <p:cNvPr id="2" name="Google Shape;295;p3">
            <a:extLst>
              <a:ext uri="{FF2B5EF4-FFF2-40B4-BE49-F238E27FC236}">
                <a16:creationId xmlns:a16="http://schemas.microsoft.com/office/drawing/2014/main" id="{3C66384C-5DC4-33DC-6D85-8656FBBA260D}"/>
              </a:ext>
            </a:extLst>
          </p:cNvPr>
          <p:cNvSpPr txBox="1"/>
          <p:nvPr/>
        </p:nvSpPr>
        <p:spPr>
          <a:xfrm>
            <a:off x="13167360" y="2726845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Retiro de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36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41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05</a:t>
            </a:r>
          </a:p>
        </p:txBody>
      </p:sp>
      <p:sp>
        <p:nvSpPr>
          <p:cNvPr id="355" name="!!title"/>
          <p:cNvSpPr txBox="1"/>
          <p:nvPr/>
        </p:nvSpPr>
        <p:spPr>
          <a:xfrm>
            <a:off x="1514505" y="536225"/>
            <a:ext cx="849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Esquema de solución</a:t>
            </a:r>
            <a:endParaRPr lang="es-CL" noProof="0"/>
          </a:p>
        </p:txBody>
      </p:sp>
      <p:sp>
        <p:nvSpPr>
          <p:cNvPr id="356" name="Google Shape;356;p7"/>
          <p:cNvSpPr/>
          <p:nvPr/>
        </p:nvSpPr>
        <p:spPr>
          <a:xfrm>
            <a:off x="557413" y="2492125"/>
            <a:ext cx="7791300" cy="6843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7"/>
          <p:cNvSpPr txBox="1"/>
          <p:nvPr/>
        </p:nvSpPr>
        <p:spPr>
          <a:xfrm>
            <a:off x="638805" y="898967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3.1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Ciclo logístico de la solución</a:t>
            </a:r>
          </a:p>
        </p:txBody>
      </p:sp>
      <p:pic>
        <p:nvPicPr>
          <p:cNvPr id="359" name="Google Shape;359;p7" descr="Figura 3.1. Ciclo logístico de la solución (Subdocumento 3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850" y="2603275"/>
            <a:ext cx="7424423" cy="6311501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0" name="Google Shape;360;p7"/>
          <p:cNvSpPr/>
          <p:nvPr/>
        </p:nvSpPr>
        <p:spPr>
          <a:xfrm>
            <a:off x="9151650" y="6385525"/>
            <a:ext cx="8560800" cy="2949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9285905" y="9014348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3.3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Continuidad durante cortes</a:t>
            </a:r>
          </a:p>
        </p:txBody>
      </p:sp>
      <p:pic>
        <p:nvPicPr>
          <p:cNvPr id="362" name="Google Shape;362;p7" descr="Figura 3.3. Continuidad durante cortes (Subdocumento 3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85900" y="6459150"/>
            <a:ext cx="8268573" cy="222439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3" name="Google Shape;363;p7"/>
          <p:cNvSpPr/>
          <p:nvPr/>
        </p:nvSpPr>
        <p:spPr>
          <a:xfrm>
            <a:off x="11337425" y="578675"/>
            <a:ext cx="5396100" cy="48864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11521030" y="503912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3.2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Trazabilidad y cadena de frío</a:t>
            </a:r>
          </a:p>
        </p:txBody>
      </p:sp>
      <p:pic>
        <p:nvPicPr>
          <p:cNvPr id="365" name="Google Shape;365;p7" descr="Figura 3.2. Trazabilidad y cadena de frío (Subdocumento 3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41550" y="707675"/>
            <a:ext cx="4679652" cy="414192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2" name="!!title"/>
          <p:cNvSpPr txBox="1"/>
          <p:nvPr/>
        </p:nvSpPr>
        <p:spPr>
          <a:xfrm>
            <a:off x="1458829" y="474871"/>
            <a:ext cx="15361920" cy="16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94851"/>
              </a:lnSpc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</a:t>
            </a:r>
            <a:r>
              <a:rPr lang="es-CL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módulos</a:t>
            </a:r>
            <a:endParaRPr lang="es-CL" sz="5400" b="1" noProof="0">
              <a:solidFill>
                <a:srgbClr val="111111"/>
              </a:solidFill>
              <a:latin typeface="Inter SemiBold"/>
              <a:ea typeface="Inter SemiBold"/>
            </a:endParaRPr>
          </a:p>
        </p:txBody>
      </p:sp>
      <p:sp>
        <p:nvSpPr>
          <p:cNvPr id="373" name="!!deco_1438196a_2"/>
          <p:cNvSpPr/>
          <p:nvPr/>
        </p:nvSpPr>
        <p:spPr>
          <a:xfrm>
            <a:off x="14947361" y="-15905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4" name="!!deco_dce8b6c9_1"/>
          <p:cNvSpPr/>
          <p:nvPr/>
        </p:nvSpPr>
        <p:spPr>
          <a:xfrm>
            <a:off x="-10" y="875994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7" name="Google Shape;377;p8"/>
          <p:cNvSpPr txBox="1"/>
          <p:nvPr/>
        </p:nvSpPr>
        <p:spPr>
          <a:xfrm>
            <a:off x="1828800" y="2459162"/>
            <a:ext cx="14630400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>
                <a:solidFill>
                  <a:schemeClr val="tx1"/>
                </a:solidFill>
                <a:latin typeface="Inter"/>
                <a:ea typeface="Inter"/>
                <a:sym typeface="Inter"/>
              </a:rPr>
              <a:t>Módulos</a:t>
            </a: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1255496" y="3170922"/>
            <a:ext cx="16531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INTERFACES</a:t>
            </a:r>
            <a:endParaRPr lang="es-CL" sz="2000" noProof="0"/>
          </a:p>
        </p:txBody>
      </p:sp>
      <p:sp>
        <p:nvSpPr>
          <p:cNvPr id="379" name="Google Shape;379;p8"/>
          <p:cNvSpPr/>
          <p:nvPr/>
        </p:nvSpPr>
        <p:spPr>
          <a:xfrm>
            <a:off x="984785" y="3581801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Preventa</a:t>
            </a:r>
            <a:endParaRPr lang="es-CL" sz="1600" b="1" noProof="0"/>
          </a:p>
        </p:txBody>
      </p:sp>
      <p:sp>
        <p:nvSpPr>
          <p:cNvPr id="380" name="Google Shape;380;p8"/>
          <p:cNvSpPr/>
          <p:nvPr/>
        </p:nvSpPr>
        <p:spPr>
          <a:xfrm>
            <a:off x="984785" y="4345978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Reparto</a:t>
            </a:r>
            <a:endParaRPr lang="es-CL" sz="1600" b="1" noProof="0"/>
          </a:p>
        </p:txBody>
      </p:sp>
      <p:sp>
        <p:nvSpPr>
          <p:cNvPr id="381" name="Google Shape;381;p8"/>
          <p:cNvSpPr/>
          <p:nvPr/>
        </p:nvSpPr>
        <p:spPr>
          <a:xfrm>
            <a:off x="984785" y="5110155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Bodega</a:t>
            </a:r>
            <a:endParaRPr lang="es-CL" sz="1600" b="1" noProof="0"/>
          </a:p>
        </p:txBody>
      </p:sp>
      <p:sp>
        <p:nvSpPr>
          <p:cNvPr id="382" name="Google Shape;382;p8"/>
          <p:cNvSpPr/>
          <p:nvPr/>
        </p:nvSpPr>
        <p:spPr>
          <a:xfrm>
            <a:off x="984785" y="5874332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Clientes</a:t>
            </a:r>
            <a:endParaRPr lang="es-CL" sz="1600" b="1" noProof="0"/>
          </a:p>
        </p:txBody>
      </p:sp>
      <p:sp>
        <p:nvSpPr>
          <p:cNvPr id="383" name="Google Shape;383;p8"/>
          <p:cNvSpPr/>
          <p:nvPr/>
        </p:nvSpPr>
        <p:spPr>
          <a:xfrm>
            <a:off x="984785" y="6638510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Transportistas</a:t>
            </a:r>
            <a:endParaRPr lang="es-CL" sz="1600" b="1" noProof="0"/>
          </a:p>
        </p:txBody>
      </p:sp>
      <p:sp>
        <p:nvSpPr>
          <p:cNvPr id="384" name="Google Shape;384;p8"/>
          <p:cNvSpPr/>
          <p:nvPr/>
        </p:nvSpPr>
        <p:spPr>
          <a:xfrm>
            <a:off x="984785" y="7402687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Proveedores</a:t>
            </a:r>
            <a:endParaRPr lang="es-CL" sz="1600" b="1" noProof="0"/>
          </a:p>
        </p:txBody>
      </p:sp>
      <p:sp>
        <p:nvSpPr>
          <p:cNvPr id="385" name="Google Shape;385;p8"/>
          <p:cNvSpPr/>
          <p:nvPr/>
        </p:nvSpPr>
        <p:spPr>
          <a:xfrm>
            <a:off x="984785" y="8166864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Consolas</a:t>
            </a:r>
            <a:endParaRPr lang="es-CL" sz="1600" b="1" noProof="0"/>
          </a:p>
        </p:txBody>
      </p:sp>
      <p:cxnSp>
        <p:nvCxnSpPr>
          <p:cNvPr id="386" name="Google Shape;386;p8"/>
          <p:cNvCxnSpPr/>
          <p:nvPr/>
        </p:nvCxnSpPr>
        <p:spPr>
          <a:xfrm>
            <a:off x="3182594" y="6050078"/>
            <a:ext cx="868800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7" name="Google Shape;387;p8"/>
          <p:cNvSpPr/>
          <p:nvPr/>
        </p:nvSpPr>
        <p:spPr>
          <a:xfrm>
            <a:off x="4114800" y="3276198"/>
            <a:ext cx="7995775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8"/>
          <p:cNvSpPr txBox="1"/>
          <p:nvPr/>
        </p:nvSpPr>
        <p:spPr>
          <a:xfrm>
            <a:off x="4251960" y="3349350"/>
            <a:ext cx="77214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Bodega y calidad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25196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434340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</a:t>
            </a:r>
            <a:endParaRPr lang="es-CL" sz="1600" noProof="0"/>
          </a:p>
        </p:txBody>
      </p:sp>
      <p:sp>
        <p:nvSpPr>
          <p:cNvPr id="391" name="Google Shape;391;p8"/>
          <p:cNvSpPr txBox="1"/>
          <p:nvPr/>
        </p:nvSpPr>
        <p:spPr>
          <a:xfrm>
            <a:off x="4343400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  <a:endParaRPr lang="es-CL" sz="1600" noProof="0"/>
          </a:p>
        </p:txBody>
      </p:sp>
      <p:sp>
        <p:nvSpPr>
          <p:cNvPr id="393" name="Google Shape;393;p8"/>
          <p:cNvSpPr/>
          <p:nvPr/>
        </p:nvSpPr>
        <p:spPr>
          <a:xfrm>
            <a:off x="5818197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5909637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</a:t>
            </a:r>
            <a:endParaRPr lang="es-CL" sz="1600" noProof="0"/>
          </a:p>
        </p:txBody>
      </p:sp>
      <p:sp>
        <p:nvSpPr>
          <p:cNvPr id="395" name="Google Shape;395;p8"/>
          <p:cNvSpPr txBox="1"/>
          <p:nvPr/>
        </p:nvSpPr>
        <p:spPr>
          <a:xfrm>
            <a:off x="5909637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Inventario</a:t>
            </a:r>
            <a:endParaRPr lang="es-CL" sz="1600" noProof="0"/>
          </a:p>
        </p:txBody>
      </p:sp>
      <p:sp>
        <p:nvSpPr>
          <p:cNvPr id="397" name="Google Shape;397;p8"/>
          <p:cNvSpPr/>
          <p:nvPr/>
        </p:nvSpPr>
        <p:spPr>
          <a:xfrm>
            <a:off x="7384433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7475873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M5</a:t>
            </a:r>
            <a:endParaRPr lang="es-CL" sz="1600" noProof="0"/>
          </a:p>
        </p:txBody>
      </p:sp>
      <p:sp>
        <p:nvSpPr>
          <p:cNvPr id="399" name="Google Shape;399;p8"/>
          <p:cNvSpPr txBox="1"/>
          <p:nvPr/>
        </p:nvSpPr>
        <p:spPr>
          <a:xfrm>
            <a:off x="7475873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Preparación</a:t>
            </a:r>
            <a:endParaRPr lang="es-CL" sz="1600" noProof="0"/>
          </a:p>
        </p:txBody>
      </p:sp>
      <p:sp>
        <p:nvSpPr>
          <p:cNvPr id="401" name="Google Shape;401;p8"/>
          <p:cNvSpPr/>
          <p:nvPr/>
        </p:nvSpPr>
        <p:spPr>
          <a:xfrm>
            <a:off x="895067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904211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</a:t>
            </a:r>
            <a:endParaRPr lang="es-CL" sz="1600" noProof="0">
              <a:solidFill>
                <a:schemeClr val="accent1"/>
              </a:solidFill>
            </a:endParaRPr>
          </a:p>
        </p:txBody>
      </p:sp>
      <p:sp>
        <p:nvSpPr>
          <p:cNvPr id="403" name="Google Shape;403;p8"/>
          <p:cNvSpPr txBox="1"/>
          <p:nvPr/>
        </p:nvSpPr>
        <p:spPr>
          <a:xfrm>
            <a:off x="9042110" y="4501494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y trazabilidad</a:t>
            </a:r>
            <a:endParaRPr lang="es-CL" sz="1600" noProof="0">
              <a:solidFill>
                <a:schemeClr val="tx1"/>
              </a:solidFill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10516906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0608346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M12</a:t>
            </a:r>
            <a:endParaRPr lang="es-CL" sz="1600" noProof="0"/>
          </a:p>
        </p:txBody>
      </p:sp>
      <p:sp>
        <p:nvSpPr>
          <p:cNvPr id="407" name="Google Shape;407;p8"/>
          <p:cNvSpPr txBox="1"/>
          <p:nvPr/>
        </p:nvSpPr>
        <p:spPr>
          <a:xfrm>
            <a:off x="10608346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Telemetría</a:t>
            </a:r>
            <a:endParaRPr lang="es-CL" sz="1600" noProof="0"/>
          </a:p>
        </p:txBody>
      </p:sp>
      <p:sp>
        <p:nvSpPr>
          <p:cNvPr id="409" name="Google Shape;409;p8"/>
          <p:cNvSpPr/>
          <p:nvPr/>
        </p:nvSpPr>
        <p:spPr>
          <a:xfrm>
            <a:off x="12338575" y="3321316"/>
            <a:ext cx="1973590" cy="26373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12460694" y="3319272"/>
            <a:ext cx="17293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Canal moderno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2611089" y="3669993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12702529" y="4044897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M11</a:t>
            </a:r>
            <a:endParaRPr lang="es-CL" sz="1600" noProof="0"/>
          </a:p>
        </p:txBody>
      </p:sp>
      <p:sp>
        <p:nvSpPr>
          <p:cNvPr id="413" name="Google Shape;413;p8"/>
          <p:cNvSpPr txBox="1"/>
          <p:nvPr/>
        </p:nvSpPr>
        <p:spPr>
          <a:xfrm>
            <a:off x="12702529" y="4456377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EDI</a:t>
            </a:r>
            <a:endParaRPr lang="es-CL" sz="1600" noProof="0"/>
          </a:p>
        </p:txBody>
      </p:sp>
      <p:sp>
        <p:nvSpPr>
          <p:cNvPr id="416" name="Google Shape;416;p8"/>
          <p:cNvSpPr/>
          <p:nvPr/>
        </p:nvSpPr>
        <p:spPr>
          <a:xfrm>
            <a:off x="4114800" y="6171597"/>
            <a:ext cx="6579932" cy="26523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8"/>
          <p:cNvSpPr txBox="1"/>
          <p:nvPr/>
        </p:nvSpPr>
        <p:spPr>
          <a:xfrm>
            <a:off x="4251960" y="6229710"/>
            <a:ext cx="61552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Preventa, rutas y reparto</a:t>
            </a:r>
            <a:endParaRPr lang="es-CL" sz="1800" b="1" noProof="0">
              <a:solidFill>
                <a:schemeClr val="tx1"/>
              </a:solidFill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251960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8"/>
          <p:cNvSpPr txBox="1"/>
          <p:nvPr/>
        </p:nvSpPr>
        <p:spPr>
          <a:xfrm>
            <a:off x="434340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M3</a:t>
            </a:r>
            <a:endParaRPr lang="es-CL" sz="1600" noProof="0"/>
          </a:p>
        </p:txBody>
      </p:sp>
      <p:sp>
        <p:nvSpPr>
          <p:cNvPr id="420" name="Google Shape;420;p8"/>
          <p:cNvSpPr txBox="1"/>
          <p:nvPr/>
        </p:nvSpPr>
        <p:spPr>
          <a:xfrm>
            <a:off x="4343400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</a:t>
            </a:r>
            <a:endParaRPr lang="es-CL" sz="1600" noProof="0"/>
          </a:p>
        </p:txBody>
      </p:sp>
      <p:sp>
        <p:nvSpPr>
          <p:cNvPr id="422" name="Google Shape;422;p8"/>
          <p:cNvSpPr/>
          <p:nvPr/>
        </p:nvSpPr>
        <p:spPr>
          <a:xfrm>
            <a:off x="5818197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8"/>
          <p:cNvSpPr txBox="1"/>
          <p:nvPr/>
        </p:nvSpPr>
        <p:spPr>
          <a:xfrm>
            <a:off x="5909637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M4</a:t>
            </a:r>
            <a:endParaRPr lang="es-CL" sz="1600" noProof="0"/>
          </a:p>
        </p:txBody>
      </p:sp>
      <p:sp>
        <p:nvSpPr>
          <p:cNvPr id="424" name="Google Shape;424;p8"/>
          <p:cNvSpPr txBox="1"/>
          <p:nvPr/>
        </p:nvSpPr>
        <p:spPr>
          <a:xfrm>
            <a:off x="5909637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Rutas + GIS</a:t>
            </a:r>
            <a:endParaRPr lang="es-CL" sz="1600" noProof="0"/>
          </a:p>
        </p:txBody>
      </p:sp>
      <p:sp>
        <p:nvSpPr>
          <p:cNvPr id="426" name="Google Shape;426;p8"/>
          <p:cNvSpPr/>
          <p:nvPr/>
        </p:nvSpPr>
        <p:spPr>
          <a:xfrm>
            <a:off x="7384433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8"/>
          <p:cNvSpPr txBox="1"/>
          <p:nvPr/>
        </p:nvSpPr>
        <p:spPr>
          <a:xfrm>
            <a:off x="7475873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M6</a:t>
            </a:r>
            <a:endParaRPr lang="es-CL" sz="1600" noProof="0"/>
          </a:p>
        </p:txBody>
      </p:sp>
      <p:sp>
        <p:nvSpPr>
          <p:cNvPr id="428" name="Google Shape;428;p8"/>
          <p:cNvSpPr txBox="1"/>
          <p:nvPr/>
        </p:nvSpPr>
        <p:spPr>
          <a:xfrm>
            <a:off x="7475873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Reparto</a:t>
            </a:r>
            <a:endParaRPr lang="es-CL" sz="1600" noProof="0"/>
          </a:p>
        </p:txBody>
      </p:sp>
      <p:sp>
        <p:nvSpPr>
          <p:cNvPr id="430" name="Google Shape;430;p8"/>
          <p:cNvSpPr/>
          <p:nvPr/>
        </p:nvSpPr>
        <p:spPr>
          <a:xfrm>
            <a:off x="8950670" y="6610509"/>
            <a:ext cx="1591864" cy="209133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8"/>
          <p:cNvSpPr txBox="1"/>
          <p:nvPr/>
        </p:nvSpPr>
        <p:spPr>
          <a:xfrm>
            <a:off x="904211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M8</a:t>
            </a:r>
            <a:endParaRPr lang="es-CL" sz="1600" noProof="0"/>
          </a:p>
        </p:txBody>
      </p:sp>
      <p:sp>
        <p:nvSpPr>
          <p:cNvPr id="432" name="Google Shape;432;p8"/>
          <p:cNvSpPr txBox="1"/>
          <p:nvPr/>
        </p:nvSpPr>
        <p:spPr>
          <a:xfrm>
            <a:off x="9042110" y="7366815"/>
            <a:ext cx="13638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Devoluciones y envases</a:t>
            </a:r>
            <a:endParaRPr lang="es-CL" sz="1600" noProof="0"/>
          </a:p>
        </p:txBody>
      </p:sp>
      <p:sp>
        <p:nvSpPr>
          <p:cNvPr id="434" name="Google Shape;434;p8"/>
          <p:cNvSpPr/>
          <p:nvPr/>
        </p:nvSpPr>
        <p:spPr>
          <a:xfrm>
            <a:off x="11012968" y="6141519"/>
            <a:ext cx="3299197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8"/>
          <p:cNvSpPr txBox="1"/>
          <p:nvPr/>
        </p:nvSpPr>
        <p:spPr>
          <a:xfrm>
            <a:off x="11150128" y="6229710"/>
            <a:ext cx="27541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Datos y rendición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11150128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11241568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M7</a:t>
            </a:r>
            <a:endParaRPr lang="es-CL" sz="1600" noProof="0"/>
          </a:p>
        </p:txBody>
      </p:sp>
      <p:sp>
        <p:nvSpPr>
          <p:cNvPr id="438" name="Google Shape;438;p8"/>
          <p:cNvSpPr txBox="1"/>
          <p:nvPr/>
        </p:nvSpPr>
        <p:spPr>
          <a:xfrm>
            <a:off x="11241568" y="7366815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Cobranza y rendición</a:t>
            </a:r>
            <a:endParaRPr lang="es-CL" sz="1600" noProof="0"/>
          </a:p>
        </p:txBody>
      </p:sp>
      <p:sp>
        <p:nvSpPr>
          <p:cNvPr id="440" name="Google Shape;440;p8"/>
          <p:cNvSpPr/>
          <p:nvPr/>
        </p:nvSpPr>
        <p:spPr>
          <a:xfrm>
            <a:off x="12716364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12807804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M10</a:t>
            </a:r>
            <a:endParaRPr lang="es-CL" sz="1600" noProof="0"/>
          </a:p>
        </p:txBody>
      </p:sp>
      <p:sp>
        <p:nvSpPr>
          <p:cNvPr id="442" name="Google Shape;442;p8"/>
          <p:cNvSpPr txBox="1"/>
          <p:nvPr/>
        </p:nvSpPr>
        <p:spPr>
          <a:xfrm>
            <a:off x="12807804" y="7366815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Analítica BI</a:t>
            </a:r>
            <a:endParaRPr lang="es-CL" sz="1600" noProof="0"/>
          </a:p>
        </p:txBody>
      </p:sp>
      <p:sp>
        <p:nvSpPr>
          <p:cNvPr id="452" name="Google Shape;452;p8"/>
          <p:cNvSpPr txBox="1"/>
          <p:nvPr/>
        </p:nvSpPr>
        <p:spPr>
          <a:xfrm>
            <a:off x="14886674" y="3170922"/>
            <a:ext cx="29579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SISTEMAS EXTERNOS</a:t>
            </a:r>
            <a:endParaRPr lang="es-CL" sz="2000" b="1" noProof="0"/>
          </a:p>
        </p:txBody>
      </p:sp>
      <p:sp>
        <p:nvSpPr>
          <p:cNvPr id="453" name="Google Shape;453;p8"/>
          <p:cNvSpPr/>
          <p:nvPr/>
        </p:nvSpPr>
        <p:spPr>
          <a:xfrm>
            <a:off x="15082186" y="377731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ERP 2017</a:t>
            </a:r>
            <a:endParaRPr lang="es-CL" noProof="0"/>
          </a:p>
        </p:txBody>
      </p:sp>
      <p:cxnSp>
        <p:nvCxnSpPr>
          <p:cNvPr id="454" name="Google Shape;454;p8"/>
          <p:cNvCxnSpPr/>
          <p:nvPr/>
        </p:nvCxnSpPr>
        <p:spPr>
          <a:xfrm flipV="1">
            <a:off x="14315413" y="4320239"/>
            <a:ext cx="763525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5" name="Google Shape;455;p8"/>
          <p:cNvSpPr/>
          <p:nvPr/>
        </p:nvSpPr>
        <p:spPr>
          <a:xfrm>
            <a:off x="15082186" y="631477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Geolocalización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6" name="Google Shape;456;p8"/>
          <p:cNvCxnSpPr/>
          <p:nvPr/>
        </p:nvCxnSpPr>
        <p:spPr>
          <a:xfrm>
            <a:off x="14315413" y="5649127"/>
            <a:ext cx="77856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8" name="Google Shape;458;p8"/>
          <p:cNvCxnSpPr/>
          <p:nvPr/>
        </p:nvCxnSpPr>
        <p:spPr>
          <a:xfrm flipV="1">
            <a:off x="14300374" y="6752424"/>
            <a:ext cx="778563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0" name="Google Shape;460;p8"/>
          <p:cNvSpPr/>
          <p:nvPr/>
        </p:nvSpPr>
        <p:spPr>
          <a:xfrm>
            <a:off x="15082186" y="504604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Transbank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07</a:t>
            </a:r>
          </a:p>
        </p:txBody>
      </p:sp>
      <p:pic>
        <p:nvPicPr>
          <p:cNvPr id="468" name="!!thumb" descr="Figura 1. Vista general completa de la arquitectura lógica (Subdocumento 4)"/>
          <p:cNvPicPr preferRelativeResize="0"/>
          <p:nvPr/>
        </p:nvPicPr>
        <p:blipFill rotWithShape="1">
          <a:blip r:embed="rId3">
            <a:alphaModFix/>
          </a:blip>
          <a:srcRect b="3400"/>
          <a:stretch/>
        </p:blipFill>
        <p:spPr>
          <a:xfrm>
            <a:off x="7963265" y="1143000"/>
            <a:ext cx="9310908" cy="827532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469" name="!!title"/>
          <p:cNvSpPr txBox="1"/>
          <p:nvPr/>
        </p:nvSpPr>
        <p:spPr>
          <a:xfrm>
            <a:off x="1444752" y="2743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lógica</a:t>
            </a:r>
            <a:endParaRPr lang="es-CL" noProof="0"/>
          </a:p>
        </p:txBody>
      </p:sp>
      <p:sp>
        <p:nvSpPr>
          <p:cNvPr id="472" name="Google Shape;472;p9"/>
          <p:cNvSpPr/>
          <p:nvPr/>
        </p:nvSpPr>
        <p:spPr>
          <a:xfrm>
            <a:off x="1448700" y="1495764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captura y muestra la información</a:t>
            </a:r>
          </a:p>
        </p:txBody>
      </p:sp>
      <p:sp>
        <p:nvSpPr>
          <p:cNvPr id="473" name="Google Shape;473;p9"/>
          <p:cNvSpPr/>
          <p:nvPr/>
        </p:nvSpPr>
        <p:spPr>
          <a:xfrm>
            <a:off x="1448700" y="2876765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Borde y exposición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protege la entrada</a:t>
            </a:r>
          </a:p>
        </p:txBody>
      </p:sp>
      <p:sp>
        <p:nvSpPr>
          <p:cNvPr id="474" name="Google Shape;474;p9"/>
          <p:cNvSpPr/>
          <p:nvPr/>
        </p:nvSpPr>
        <p:spPr>
          <a:xfrm>
            <a:off x="1448700" y="345727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Puerta de enlace de servicios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valida las solicitudes</a:t>
            </a:r>
          </a:p>
        </p:txBody>
      </p:sp>
      <p:sp>
        <p:nvSpPr>
          <p:cNvPr id="475" name="Google Shape;475;p9"/>
          <p:cNvSpPr/>
          <p:nvPr/>
        </p:nvSpPr>
        <p:spPr>
          <a:xfrm>
            <a:off x="1448700" y="4682916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de negocio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aplica las reglas de M1–M12 en Laravel</a:t>
            </a:r>
          </a:p>
        </p:txBody>
      </p:sp>
      <p:sp>
        <p:nvSpPr>
          <p:cNvPr id="476" name="Google Shape;476;p9"/>
          <p:cNvSpPr/>
          <p:nvPr/>
        </p:nvSpPr>
        <p:spPr>
          <a:xfrm>
            <a:off x="1448700" y="5859958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y eventos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conserva y distribuye eventos</a:t>
            </a:r>
          </a:p>
        </p:txBody>
      </p:sp>
      <p:sp>
        <p:nvSpPr>
          <p:cNvPr id="477" name="Google Shape;477;p9"/>
          <p:cNvSpPr/>
          <p:nvPr/>
        </p:nvSpPr>
        <p:spPr>
          <a:xfrm>
            <a:off x="1448700" y="6709049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Acceso a datos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administra la persistencia</a:t>
            </a:r>
          </a:p>
        </p:txBody>
      </p:sp>
      <p:sp>
        <p:nvSpPr>
          <p:cNvPr id="478" name="Google Shape;478;p9"/>
          <p:cNvSpPr/>
          <p:nvPr/>
        </p:nvSpPr>
        <p:spPr>
          <a:xfrm>
            <a:off x="1448700" y="8158047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  <p:sp>
        <p:nvSpPr>
          <p:cNvPr id="479" name="Google Shape;479;p9"/>
          <p:cNvSpPr/>
          <p:nvPr/>
        </p:nvSpPr>
        <p:spPr>
          <a:xfrm>
            <a:off x="1448700" y="873518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  </a:t>
            </a:r>
            <a:r>
              <a:rPr lang="es-CL" sz="1529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Observabilidad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9D34E8CE-C892-80BE-D30D-C67C2A1E5B55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2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01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08</a:t>
            </a:r>
          </a:p>
        </p:txBody>
      </p:sp>
      <p:sp>
        <p:nvSpPr>
          <p:cNvPr id="48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1. Presentación</a:t>
            </a:r>
            <a:endParaRPr lang="es-CL" noProof="0"/>
          </a:p>
        </p:txBody>
      </p:sp>
      <p:sp>
        <p:nvSpPr>
          <p:cNvPr id="48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48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1 de 8</a:t>
            </a:r>
            <a:endParaRPr lang="es-CL" noProof="0"/>
          </a:p>
        </p:txBody>
      </p:sp>
      <p:sp>
        <p:nvSpPr>
          <p:cNvPr id="48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Aplicaciones, portales y dispositivos de cada actor</a:t>
            </a:r>
            <a:endParaRPr lang="es-CL" noProof="0"/>
          </a:p>
        </p:txBody>
      </p:sp>
      <p:pic>
        <p:nvPicPr>
          <p:cNvPr id="49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!!capahl"/>
          <p:cNvSpPr/>
          <p:nvPr/>
        </p:nvSpPr>
        <p:spPr>
          <a:xfrm>
            <a:off x="809625" y="2390775"/>
            <a:ext cx="3333900" cy="738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pic>
        <p:nvPicPr>
          <p:cNvPr id="493" name="Google Shape;493;hc7cc306779174be_1_3" descr="!!ARQL-layer-2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hc7cc306779174be_1_3" descr="!!ARQL-layer-3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hc7cc306779174be_1_3" descr="!!ARQL-layer-4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hc7cc306779174be_1_3" descr="!!ARQL-layer-5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hc7cc306779174be_1_3" descr="!!ARQL-layer-6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hc7cc306779174be_1_3" descr="!!ARQL-layer-7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hc7cc306779174be_1_3" descr="!!ARQL-layer-8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!!capaimg" descr="!!ARQL-layer-1" title="Capa 1. Presentación"/>
          <p:cNvPicPr preferRelativeResize="0"/>
          <p:nvPr/>
        </p:nvPicPr>
        <p:blipFill rotWithShape="1">
          <a:blip r:embed="rId13">
            <a:alphaModFix/>
          </a:blip>
          <a:srcRect t="3348" b="12745"/>
          <a:stretch/>
        </p:blipFill>
        <p:spPr>
          <a:xfrm>
            <a:off x="5840632" y="1691640"/>
            <a:ext cx="107215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8A2C77C1-248E-D58C-CCA0-DCA505869DD4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20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09</a:t>
            </a:r>
          </a:p>
        </p:txBody>
      </p:sp>
      <p:sp>
        <p:nvSpPr>
          <p:cNvPr id="50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2. Borde y exposición</a:t>
            </a:r>
            <a:endParaRPr lang="es-CL" noProof="0"/>
          </a:p>
        </p:txBody>
      </p:sp>
      <p:pic>
        <p:nvPicPr>
          <p:cNvPr id="506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08" name="!!capahl"/>
          <p:cNvSpPr/>
          <p:nvPr/>
        </p:nvSpPr>
        <p:spPr>
          <a:xfrm>
            <a:off x="809625" y="3052820"/>
            <a:ext cx="3333900" cy="2490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09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2 de 8</a:t>
            </a:r>
            <a:endParaRPr lang="es-CL" noProof="0"/>
          </a:p>
        </p:txBody>
      </p:sp>
      <p:sp>
        <p:nvSpPr>
          <p:cNvPr id="510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Protección de las entradas públicas, privadas y locales</a:t>
            </a:r>
            <a:endParaRPr lang="es-CL" noProof="0"/>
          </a:p>
        </p:txBody>
      </p:sp>
      <p:pic>
        <p:nvPicPr>
          <p:cNvPr id="511" name="Google Shape;511;hc7cc306779174be_10_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!!capaimg" descr="!!ARQL-layer-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6320" y="1691640"/>
            <a:ext cx="12710159" cy="610576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13" name="Google Shape;513;hc7cc306779174be_10_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hc7cc306779174be_10_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hc7cc306779174be_10_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hc7cc306779174be_10_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hc7cc306779174be_10_2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hc7cc306779174be_10_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6E6A1E67-3323-F4BD-3962-037B050FFC6F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39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10</a:t>
            </a:r>
          </a:p>
        </p:txBody>
      </p:sp>
      <p:sp>
        <p:nvSpPr>
          <p:cNvPr id="524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3. Enlace de servicios</a:t>
            </a:r>
            <a:endParaRPr lang="es-CL" noProof="0"/>
          </a:p>
        </p:txBody>
      </p:sp>
      <p:pic>
        <p:nvPicPr>
          <p:cNvPr id="525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27" name="!!capahl"/>
          <p:cNvSpPr/>
          <p:nvPr/>
        </p:nvSpPr>
        <p:spPr>
          <a:xfrm>
            <a:off x="809625" y="3225527"/>
            <a:ext cx="3333900" cy="2778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28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3 de 8</a:t>
            </a:r>
            <a:endParaRPr lang="es-CL" noProof="0"/>
          </a:p>
        </p:txBody>
      </p:sp>
      <p:sp>
        <p:nvSpPr>
          <p:cNvPr id="529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Validación de solicitudes y acceso local del WMS</a:t>
            </a:r>
            <a:endParaRPr lang="es-CL" noProof="0"/>
          </a:p>
        </p:txBody>
      </p:sp>
      <p:pic>
        <p:nvPicPr>
          <p:cNvPr id="530" name="Google Shape;530;hc7cc306779174be_10_5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hc7cc306779174be_10_5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!!capaimg" title="capa3-flechas-simplificadas.png"/>
          <p:cNvPicPr preferRelativeResize="0"/>
          <p:nvPr/>
        </p:nvPicPr>
        <p:blipFill rotWithShape="1">
          <a:blip r:embed="rId8">
            <a:alphaModFix/>
          </a:blip>
          <a:srcRect t="7" b="31505"/>
          <a:stretch/>
        </p:blipFill>
        <p:spPr>
          <a:xfrm>
            <a:off x="4846320" y="1691640"/>
            <a:ext cx="12710159" cy="585677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33" name="Google Shape;533;hc7cc306779174be_10_5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hc7cc306779174be_10_5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hc7cc306779174be_10_5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hc7cc306779174be_10_5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hc7cc306779174be_10_5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A660EF0-661E-C72E-E8F1-A63487D8CDF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8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8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11</a:t>
            </a:r>
          </a:p>
        </p:txBody>
      </p:sp>
      <p:sp>
        <p:nvSpPr>
          <p:cNvPr id="543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4. Lógica de negocio</a:t>
            </a:r>
            <a:endParaRPr lang="es-CL" noProof="0"/>
          </a:p>
        </p:txBody>
      </p:sp>
      <p:pic>
        <p:nvPicPr>
          <p:cNvPr id="544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46" name="!!capahl"/>
          <p:cNvSpPr/>
          <p:nvPr/>
        </p:nvSpPr>
        <p:spPr>
          <a:xfrm>
            <a:off x="809625" y="3427019"/>
            <a:ext cx="3333900" cy="651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4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4 de 8</a:t>
            </a:r>
            <a:endParaRPr lang="es-CL" noProof="0"/>
          </a:p>
        </p:txBody>
      </p:sp>
      <p:sp>
        <p:nvSpPr>
          <p:cNvPr id="54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Reglas de negocio de los doce módulos Laravel</a:t>
            </a:r>
            <a:endParaRPr lang="es-CL" noProof="0"/>
          </a:p>
        </p:txBody>
      </p:sp>
      <p:pic>
        <p:nvPicPr>
          <p:cNvPr id="549" name="Google Shape;549;hc7cc306779174be_10_8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hc7cc306779174be_10_8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hc7cc306779174be_10_8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!!capaimg" descr="!!ARQL-layer-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83232" y="1691640"/>
            <a:ext cx="124363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53" name="Google Shape;553;hc7cc306779174be_10_8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hc7cc306779174be_10_8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hc7cc306779174be_10_8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hc7cc306779174be_10_8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772FE207-07B2-12AE-90AC-BBC788B7A27A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7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12</a:t>
            </a:r>
          </a:p>
        </p:txBody>
      </p:sp>
      <p:sp>
        <p:nvSpPr>
          <p:cNvPr id="562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5. Integración y eventos</a:t>
            </a:r>
            <a:endParaRPr lang="es-CL" noProof="0"/>
          </a:p>
        </p:txBody>
      </p:sp>
      <p:pic>
        <p:nvPicPr>
          <p:cNvPr id="563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65" name="!!capahl"/>
          <p:cNvSpPr/>
          <p:nvPr/>
        </p:nvSpPr>
        <p:spPr>
          <a:xfrm>
            <a:off x="809625" y="4002710"/>
            <a:ext cx="3333900" cy="363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66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5 de 8</a:t>
            </a:r>
            <a:endParaRPr lang="es-CL" noProof="0"/>
          </a:p>
        </p:txBody>
      </p:sp>
      <p:sp>
        <p:nvSpPr>
          <p:cNvPr id="567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Intercambio de eventos y continuidad de los sitios</a:t>
            </a:r>
            <a:endParaRPr lang="es-CL" noProof="0"/>
          </a:p>
        </p:txBody>
      </p:sp>
      <p:pic>
        <p:nvPicPr>
          <p:cNvPr id="568" name="Google Shape;568;hc7cc306779174be_10_11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hc7cc306779174be_10_11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hc7cc306779174be_10_11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hc7cc306779174be_10_11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!!capaimg" descr="!!ARQL-layer-5" title="Capa 5. Integración y evento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46320" y="1691640"/>
            <a:ext cx="12710159" cy="618886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73" name="Google Shape;573;hc7cc306779174be_10_11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hc7cc306779174be_10_11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hc7cc306779174be_10_11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ECD422C-D9E2-E088-A7BE-D63D5CEE45E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9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13</a:t>
            </a:r>
          </a:p>
        </p:txBody>
      </p:sp>
      <p:sp>
        <p:nvSpPr>
          <p:cNvPr id="581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6. Acceso a datos</a:t>
            </a:r>
            <a:endParaRPr lang="es-CL" noProof="0"/>
          </a:p>
        </p:txBody>
      </p:sp>
      <p:pic>
        <p:nvPicPr>
          <p:cNvPr id="582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84" name="!!capahl"/>
          <p:cNvSpPr/>
          <p:nvPr/>
        </p:nvSpPr>
        <p:spPr>
          <a:xfrm>
            <a:off x="809625" y="4290555"/>
            <a:ext cx="3333900" cy="594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85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6 de 8</a:t>
            </a:r>
            <a:endParaRPr lang="es-CL" noProof="0"/>
          </a:p>
        </p:txBody>
      </p:sp>
      <p:sp>
        <p:nvSpPr>
          <p:cNvPr id="586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Propiedad de los datos y persistencia híbrida</a:t>
            </a:r>
            <a:endParaRPr lang="es-CL" noProof="0"/>
          </a:p>
        </p:txBody>
      </p:sp>
      <p:pic>
        <p:nvPicPr>
          <p:cNvPr id="587" name="Google Shape;587;hc7cc306779174be_10_74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hc7cc306779174be_10_74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hc7cc306779174be_10_74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hc7cc306779174be_10_74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hc7cc306779174be_10_74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!!capaimg" descr="!!ARQL-layer-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91740" y="1691640"/>
            <a:ext cx="10819319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93" name="Google Shape;593;hc7cc306779174be_10_74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hc7cc306779174be_10_74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B345DCB2-75F0-3394-4B81-CE5AEC799C19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15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14</a:t>
            </a:r>
          </a:p>
        </p:txBody>
      </p:sp>
      <p:sp>
        <p:nvSpPr>
          <p:cNvPr id="600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7. Seguridad transversal</a:t>
            </a:r>
            <a:endParaRPr lang="es-CL" noProof="0"/>
          </a:p>
        </p:txBody>
      </p:sp>
      <p:pic>
        <p:nvPicPr>
          <p:cNvPr id="601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03" name="!!capahl"/>
          <p:cNvSpPr/>
          <p:nvPr/>
        </p:nvSpPr>
        <p:spPr>
          <a:xfrm>
            <a:off x="809625" y="4808677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04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7 de 8</a:t>
            </a:r>
            <a:endParaRPr lang="es-CL" noProof="0"/>
          </a:p>
        </p:txBody>
      </p:sp>
      <p:sp>
        <p:nvSpPr>
          <p:cNvPr id="605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Identidad y autorización en todas las capas</a:t>
            </a:r>
            <a:endParaRPr lang="es-CL" noProof="0"/>
          </a:p>
        </p:txBody>
      </p:sp>
      <p:pic>
        <p:nvPicPr>
          <p:cNvPr id="606" name="Google Shape;606;hc7cc306779174be_10_9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hc7cc306779174be_10_92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hc7cc306779174be_10_9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hc7cc306779174be_10_9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hc7cc306779174be_10_9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hc7cc306779174be_10_9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!!capaimg" descr="!!ARQL-layer-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46320" y="1691640"/>
            <a:ext cx="12710159" cy="61253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613" name="Google Shape;613;hc7cc306779174be_10_9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9C06234-46B7-E085-5485-50BD0751C5C1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4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6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15</a:t>
            </a:r>
          </a:p>
        </p:txBody>
      </p:sp>
      <p:sp>
        <p:nvSpPr>
          <p:cNvPr id="619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8. </a:t>
            </a:r>
            <a:r>
              <a:rPr lang="es-CL" sz="5400" b="1" i="0" u="none" strike="noStrike" cap="none" noProof="0" err="1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Observabilidad</a:t>
            </a: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 transversal</a:t>
            </a:r>
            <a:endParaRPr lang="es-CL" noProof="0"/>
          </a:p>
        </p:txBody>
      </p:sp>
      <p:pic>
        <p:nvPicPr>
          <p:cNvPr id="62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22" name="!!capahl"/>
          <p:cNvSpPr/>
          <p:nvPr/>
        </p:nvSpPr>
        <p:spPr>
          <a:xfrm>
            <a:off x="809625" y="5038954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23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8 de 8</a:t>
            </a:r>
            <a:endParaRPr lang="es-CL" noProof="0"/>
          </a:p>
        </p:txBody>
      </p:sp>
      <p:sp>
        <p:nvSpPr>
          <p:cNvPr id="624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Correlación y seguimiento de la operación</a:t>
            </a:r>
            <a:endParaRPr lang="es-CL" noProof="0"/>
          </a:p>
        </p:txBody>
      </p:sp>
      <p:pic>
        <p:nvPicPr>
          <p:cNvPr id="625" name="Google Shape;625;hc7cc306779174be_10_110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hc7cc306779174be_10_110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hc7cc306779174be_10_110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hc7cc306779174be_10_110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hc7cc306779174be_10_110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hc7cc306779174be_10_110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hc7cc306779174be_10_110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!!capaimg" descr="!!ARQL-layer-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979003" y="1691640"/>
            <a:ext cx="12444792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41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1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16</a:t>
            </a:r>
          </a:p>
        </p:txBody>
      </p:sp>
      <p:sp>
        <p:nvSpPr>
          <p:cNvPr id="639" name="!!title"/>
          <p:cNvSpPr txBox="1"/>
          <p:nvPr/>
        </p:nvSpPr>
        <p:spPr>
          <a:xfrm>
            <a:off x="2286000" y="-3419"/>
            <a:ext cx="1371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física</a:t>
            </a:r>
            <a:endParaRPr lang="es-CL" noProof="0"/>
          </a:p>
        </p:txBody>
      </p:sp>
      <p:pic>
        <p:nvPicPr>
          <p:cNvPr id="643" name="Google Shape;643;p10" descr="Figura 14. Vista general de la arquitectura física híbrida (Subdocumento 4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871" y="1417320"/>
            <a:ext cx="16138256" cy="80467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5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6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7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38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39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56" name="TextBox 755"/>
          <p:cNvSpPr txBox="1"/>
          <p:nvPr/>
        </p:nvSpPr>
        <p:spPr>
          <a:xfrm>
            <a:off x="1463040" y="37033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CÓMO TRABAJAMOS</a:t>
            </a:r>
          </a:p>
        </p:txBody>
      </p:sp>
      <p:cxnSp>
        <p:nvCxnSpPr>
          <p:cNvPr id="757" name="Connector 756"/>
          <p:cNvCxnSpPr/>
          <p:nvPr/>
        </p:nvCxnSpPr>
        <p:spPr>
          <a:xfrm>
            <a:off x="1783080" y="4526280"/>
            <a:ext cx="0" cy="3840479"/>
          </a:xfrm>
          <a:prstGeom prst="line">
            <a:avLst/>
          </a:prstGeom>
          <a:ln w="3175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!!mstep0"/>
          <p:cNvSpPr/>
          <p:nvPr/>
        </p:nvSpPr>
        <p:spPr>
          <a:xfrm>
            <a:off x="1463040" y="4206240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2377440" y="418795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PMBOK adaptado a 56 meses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377440" y="46177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valor ganado: alerta si SPI o CPI &lt; 0,90</a:t>
            </a:r>
          </a:p>
        </p:txBody>
      </p:sp>
      <p:sp>
        <p:nvSpPr>
          <p:cNvPr id="761" name="!!mstep1"/>
          <p:cNvSpPr/>
          <p:nvPr/>
        </p:nvSpPr>
        <p:spPr>
          <a:xfrm>
            <a:off x="1463040" y="5486400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2377440" y="546811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Entregas incrementales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2377440" y="5897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sin despliegues en septiembre ni diciembre</a:t>
            </a:r>
          </a:p>
        </p:txBody>
      </p:sp>
      <p:sp>
        <p:nvSpPr>
          <p:cNvPr id="764" name="!!mstep2"/>
          <p:cNvSpPr/>
          <p:nvPr/>
        </p:nvSpPr>
        <p:spPr>
          <a:xfrm>
            <a:off x="1463040" y="6766559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2377440" y="674827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Iteraciones de 2 semanas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2377440" y="71780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cada cambio pasa por puertas que bloquean</a:t>
            </a:r>
          </a:p>
        </p:txBody>
      </p:sp>
      <p:sp>
        <p:nvSpPr>
          <p:cNvPr id="767" name="!!mstep3"/>
          <p:cNvSpPr/>
          <p:nvPr/>
        </p:nvSpPr>
        <p:spPr>
          <a:xfrm>
            <a:off x="1463040" y="8046719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2377440" y="8028431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Control de tareas Kanban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2377440" y="8458199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flujo del equipo visible para todos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326880" y="3703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RITMO DE GOBIERNO</a:t>
            </a:r>
          </a:p>
        </p:txBody>
      </p:sp>
      <p:sp>
        <p:nvSpPr>
          <p:cNvPr id="771" name="!!gov0"/>
          <p:cNvSpPr/>
          <p:nvPr/>
        </p:nvSpPr>
        <p:spPr>
          <a:xfrm>
            <a:off x="9326880" y="420624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11887200" y="418795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Seguimiento</a:t>
            </a:r>
          </a:p>
        </p:txBody>
      </p:sp>
      <p:sp>
        <p:nvSpPr>
          <p:cNvPr id="773" name="Rounded Rectangle 772"/>
          <p:cNvSpPr/>
          <p:nvPr/>
        </p:nvSpPr>
        <p:spPr>
          <a:xfrm>
            <a:off x="118872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4" name="Rounded Rectangle 773"/>
          <p:cNvSpPr/>
          <p:nvPr/>
        </p:nvSpPr>
        <p:spPr>
          <a:xfrm>
            <a:off x="125272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5" name="Rounded Rectangle 774"/>
          <p:cNvSpPr/>
          <p:nvPr/>
        </p:nvSpPr>
        <p:spPr>
          <a:xfrm>
            <a:off x="1316736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6" name="Rounded Rectangle 775"/>
          <p:cNvSpPr/>
          <p:nvPr/>
        </p:nvSpPr>
        <p:spPr>
          <a:xfrm>
            <a:off x="1380744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7" name="Rounded Rectangle 776"/>
          <p:cNvSpPr/>
          <p:nvPr/>
        </p:nvSpPr>
        <p:spPr>
          <a:xfrm>
            <a:off x="1444752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8" name="Rounded Rectangle 777"/>
          <p:cNvSpPr/>
          <p:nvPr/>
        </p:nvSpPr>
        <p:spPr>
          <a:xfrm>
            <a:off x="150876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9" name="Rounded Rectangle 778"/>
          <p:cNvSpPr/>
          <p:nvPr/>
        </p:nvSpPr>
        <p:spPr>
          <a:xfrm>
            <a:off x="157276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0" name="Rounded Rectangle 779"/>
          <p:cNvSpPr/>
          <p:nvPr/>
        </p:nvSpPr>
        <p:spPr>
          <a:xfrm>
            <a:off x="16367759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1" name="Connector 780"/>
          <p:cNvCxnSpPr/>
          <p:nvPr/>
        </p:nvCxnSpPr>
        <p:spPr>
          <a:xfrm>
            <a:off x="11887200" y="479145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!!gov1"/>
          <p:cNvSpPr/>
          <p:nvPr/>
        </p:nvSpPr>
        <p:spPr>
          <a:xfrm>
            <a:off x="9326880" y="548640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11887200" y="546811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Proyecto</a:t>
            </a:r>
          </a:p>
        </p:txBody>
      </p:sp>
      <p:sp>
        <p:nvSpPr>
          <p:cNvPr id="784" name="Rounded Rectangle 783"/>
          <p:cNvSpPr/>
          <p:nvPr/>
        </p:nvSpPr>
        <p:spPr>
          <a:xfrm>
            <a:off x="1188720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5" name="Rounded Rectangle 784"/>
          <p:cNvSpPr/>
          <p:nvPr/>
        </p:nvSpPr>
        <p:spPr>
          <a:xfrm>
            <a:off x="1316736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6" name="Rounded Rectangle 785"/>
          <p:cNvSpPr/>
          <p:nvPr/>
        </p:nvSpPr>
        <p:spPr>
          <a:xfrm>
            <a:off x="1444752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7" name="Rounded Rectangle 786"/>
          <p:cNvSpPr/>
          <p:nvPr/>
        </p:nvSpPr>
        <p:spPr>
          <a:xfrm>
            <a:off x="1572768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8" name="Connector 787"/>
          <p:cNvCxnSpPr/>
          <p:nvPr/>
        </p:nvCxnSpPr>
        <p:spPr>
          <a:xfrm>
            <a:off x="11887200" y="607161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9" name="!!gov2"/>
          <p:cNvSpPr/>
          <p:nvPr/>
        </p:nvSpPr>
        <p:spPr>
          <a:xfrm>
            <a:off x="9326880" y="676655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11887200" y="674827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Ejecutivo y Arquitectura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1188720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92" name="Rounded Rectangle 791"/>
          <p:cNvSpPr/>
          <p:nvPr/>
        </p:nvSpPr>
        <p:spPr>
          <a:xfrm>
            <a:off x="1444752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3" name="Connector 792"/>
          <p:cNvCxnSpPr/>
          <p:nvPr/>
        </p:nvCxnSpPr>
        <p:spPr>
          <a:xfrm>
            <a:off x="11887200" y="735177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gov3"/>
          <p:cNvSpPr/>
          <p:nvPr/>
        </p:nvSpPr>
        <p:spPr>
          <a:xfrm>
            <a:off x="9326880" y="804671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11887200" y="8028431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Operación</a:t>
            </a:r>
          </a:p>
        </p:txBody>
      </p:sp>
      <p:sp>
        <p:nvSpPr>
          <p:cNvPr id="796" name="Rounded Rectangle 795"/>
          <p:cNvSpPr/>
          <p:nvPr/>
        </p:nvSpPr>
        <p:spPr>
          <a:xfrm>
            <a:off x="11887200" y="85496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7" name="Connector 796"/>
          <p:cNvCxnSpPr/>
          <p:nvPr/>
        </p:nvCxnSpPr>
        <p:spPr>
          <a:xfrm>
            <a:off x="11887200" y="863193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11887200" y="932688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9A9A9A"/>
                </a:solidFill>
                <a:latin typeface="Inter"/>
              </a:rPr>
              <a:t>cada línea = </a:t>
            </a:r>
            <a:r>
              <a:rPr lang="es-CL" sz="1300">
                <a:solidFill>
                  <a:srgbClr val="9A9A9A"/>
                </a:solidFill>
                <a:latin typeface="Inter"/>
              </a:rPr>
              <a:t>periodo de dos meses</a:t>
            </a:r>
            <a:endParaRPr lang="es-CL" sz="1300" b="0" noProof="0">
              <a:solidFill>
                <a:srgbClr val="9A9A9A"/>
              </a:solidFill>
              <a:latin typeface="Inter"/>
            </a:endParaRPr>
          </a:p>
        </p:txBody>
      </p:sp>
      <p:sp>
        <p:nvSpPr>
          <p:cNvPr id="79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!!deco_dce8b6c9_1"/>
          <p:cNvSpPr/>
          <p:nvPr/>
        </p:nvSpPr>
        <p:spPr>
          <a:xfrm>
            <a:off x="3107551" y="65410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3" name="!!deco_451158c2_1"/>
          <p:cNvSpPr/>
          <p:nvPr/>
        </p:nvSpPr>
        <p:spPr>
          <a:xfrm>
            <a:off x="160794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65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66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74" name="!!deco_dce8b6c9_2"/>
          <p:cNvSpPr/>
          <p:nvPr/>
        </p:nvSpPr>
        <p:spPr>
          <a:xfrm>
            <a:off x="4047013" y="3708197"/>
            <a:ext cx="10236981" cy="2508060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1463040" y="3703320"/>
            <a:ext cx="1554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FASES RUP · HORAS-HOMBRE DE LA EDT</a:t>
            </a:r>
          </a:p>
        </p:txBody>
      </p:sp>
      <p:sp>
        <p:nvSpPr>
          <p:cNvPr id="782" name="!!rup0"/>
          <p:cNvSpPr/>
          <p:nvPr/>
        </p:nvSpPr>
        <p:spPr>
          <a:xfrm>
            <a:off x="1463040" y="4160520"/>
            <a:ext cx="1595185" cy="731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6.920 HH</a:t>
            </a:r>
          </a:p>
        </p:txBody>
      </p:sp>
      <p:sp>
        <p:nvSpPr>
          <p:cNvPr id="783" name="!!rup1"/>
          <p:cNvSpPr/>
          <p:nvPr/>
        </p:nvSpPr>
        <p:spPr>
          <a:xfrm>
            <a:off x="3113089" y="4160520"/>
            <a:ext cx="975224" cy="73152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endParaRPr lang="es-CL" noProof="0"/>
          </a:p>
        </p:txBody>
      </p:sp>
      <p:sp>
        <p:nvSpPr>
          <p:cNvPr id="784" name="TextBox 783"/>
          <p:cNvSpPr txBox="1"/>
          <p:nvPr/>
        </p:nvSpPr>
        <p:spPr>
          <a:xfrm>
            <a:off x="3158809" y="49834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3158809" y="5303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3C3C3C"/>
                </a:solidFill>
                <a:latin typeface="Inter"/>
              </a:rPr>
              <a:t>4.320 HH</a:t>
            </a:r>
          </a:p>
        </p:txBody>
      </p:sp>
      <p:sp>
        <p:nvSpPr>
          <p:cNvPr id="786" name="!!rup2"/>
          <p:cNvSpPr/>
          <p:nvPr/>
        </p:nvSpPr>
        <p:spPr>
          <a:xfrm>
            <a:off x="4143177" y="4160520"/>
            <a:ext cx="7880633" cy="7315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33.280 HH</a:t>
            </a:r>
          </a:p>
        </p:txBody>
      </p:sp>
      <p:sp>
        <p:nvSpPr>
          <p:cNvPr id="787" name="!!rup3"/>
          <p:cNvSpPr/>
          <p:nvPr/>
        </p:nvSpPr>
        <p:spPr>
          <a:xfrm>
            <a:off x="12078675" y="4160520"/>
            <a:ext cx="4874300" cy="7315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  <a:p>
            <a:pPr algn="l"/>
            <a:r>
              <a:rPr lang="es-CL" sz="1400" b="0" noProof="0">
                <a:solidFill>
                  <a:srgbClr val="111111"/>
                </a:solidFill>
                <a:latin typeface="Inter"/>
              </a:rPr>
              <a:t>20.672 HH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146304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DEVSECOPS · CICLO DE CADA CAMBIO</a:t>
            </a:r>
          </a:p>
        </p:txBody>
      </p:sp>
      <p:sp>
        <p:nvSpPr>
          <p:cNvPr id="789" name="Oval 788"/>
          <p:cNvSpPr/>
          <p:nvPr/>
        </p:nvSpPr>
        <p:spPr>
          <a:xfrm>
            <a:off x="4160520" y="7315200"/>
            <a:ext cx="1554480" cy="10972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Cada</a:t>
            </a:r>
          </a:p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cambio</a:t>
            </a:r>
          </a:p>
        </p:txBody>
      </p:sp>
      <p:sp>
        <p:nvSpPr>
          <p:cNvPr id="790" name="Rounded Rectangle 789"/>
          <p:cNvSpPr/>
          <p:nvPr/>
        </p:nvSpPr>
        <p:spPr>
          <a:xfrm>
            <a:off x="3794760" y="6400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Auditorías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617220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Análisis estático</a:t>
            </a:r>
          </a:p>
        </p:txBody>
      </p:sp>
      <p:sp>
        <p:nvSpPr>
          <p:cNvPr id="792" name="Rounded Rectangle 791"/>
          <p:cNvSpPr/>
          <p:nvPr/>
        </p:nvSpPr>
        <p:spPr>
          <a:xfrm>
            <a:off x="3794760" y="8686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Pruebas de contrato</a:t>
            </a:r>
          </a:p>
        </p:txBody>
      </p:sp>
      <p:sp>
        <p:nvSpPr>
          <p:cNvPr id="793" name="Rounded Rectangle 792"/>
          <p:cNvSpPr/>
          <p:nvPr/>
        </p:nvSpPr>
        <p:spPr>
          <a:xfrm>
            <a:off x="141732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Medición de cobertura</a:t>
            </a:r>
          </a:p>
        </p:txBody>
      </p:sp>
      <p:cxnSp>
        <p:nvCxnSpPr>
          <p:cNvPr id="794" name="Connector 793"/>
          <p:cNvCxnSpPr/>
          <p:nvPr/>
        </p:nvCxnSpPr>
        <p:spPr>
          <a:xfrm>
            <a:off x="608076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H="1">
            <a:off x="608076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H="1" flipV="1">
            <a:off x="256032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256032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9509760" y="617220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DÓNDE SE APLICA</a:t>
            </a:r>
          </a:p>
        </p:txBody>
      </p:sp>
      <p:sp>
        <p:nvSpPr>
          <p:cNvPr id="799" name="Rounded Rectangle 798"/>
          <p:cNvSpPr/>
          <p:nvPr/>
        </p:nvSpPr>
        <p:spPr>
          <a:xfrm>
            <a:off x="9509760" y="6675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0378440" y="66751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10378440" y="70408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revisión por pares y secretos</a:t>
            </a:r>
          </a:p>
        </p:txBody>
      </p:sp>
      <p:sp>
        <p:nvSpPr>
          <p:cNvPr id="802" name="Rounded Rectangle 801"/>
          <p:cNvSpPr/>
          <p:nvPr/>
        </p:nvSpPr>
        <p:spPr>
          <a:xfrm>
            <a:off x="9509760" y="75895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0378440" y="75895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10378440" y="79552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cobertura ≥ 70 % negocio y 80 % global</a:t>
            </a:r>
          </a:p>
        </p:txBody>
      </p:sp>
      <p:sp>
        <p:nvSpPr>
          <p:cNvPr id="805" name="Rounded Rectangle 804"/>
          <p:cNvSpPr/>
          <p:nvPr/>
        </p:nvSpPr>
        <p:spPr>
          <a:xfrm>
            <a:off x="9509760" y="85039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10378440" y="85039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10378440" y="88696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sin vulnerabilidades altas</a:t>
            </a:r>
          </a:p>
        </p:txBody>
      </p:sp>
      <p:sp>
        <p:nvSpPr>
          <p:cNvPr id="808" name="!!slidenum"/>
          <p:cNvSpPr txBox="1"/>
          <p:nvPr/>
        </p:nvSpPr>
        <p:spPr>
          <a:xfrm>
            <a:off x="16459200" y="9601200"/>
            <a:ext cx="1371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!!title"/>
          <p:cNvSpPr txBox="1"/>
          <p:nvPr/>
        </p:nvSpPr>
        <p:spPr>
          <a:xfrm>
            <a:off x="1503838" y="1097280"/>
            <a:ext cx="4524671" cy="21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  <a:endParaRPr lang="es-CL" noProof="0"/>
          </a:p>
        </p:txBody>
      </p:sp>
      <p:sp>
        <p:nvSpPr>
          <p:cNvPr id="1517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24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 etapas + operación</a:t>
            </a:r>
            <a:b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 frentes con responsable</a:t>
            </a:r>
            <a:endParaRPr lang="es-CL" noProof="0"/>
          </a:p>
        </p:txBody>
      </p:sp>
      <p:sp>
        <p:nvSpPr>
          <p:cNvPr id="1519" name="Google Shape;1519;p24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Solapes: meses 13–15 y 19–20</a:t>
            </a:r>
            <a:endParaRPr lang="es-CL" noProof="0"/>
          </a:p>
        </p:txBody>
      </p:sp>
      <p:sp>
        <p:nvSpPr>
          <p:cNvPr id="1520" name="Google Shape;1520;p24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1" name="Google Shape;1521;p2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2" name="Google Shape;1522;p24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BLOQUES</a:t>
            </a:r>
            <a:endParaRPr lang="es-CL" noProof="0"/>
          </a:p>
        </p:txBody>
      </p:sp>
      <p:sp>
        <p:nvSpPr>
          <p:cNvPr id="1523" name="Google Shape;1523;p24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  <a:endParaRPr lang="es-CL" noProof="0"/>
          </a:p>
        </p:txBody>
      </p:sp>
      <p:sp>
        <p:nvSpPr>
          <p:cNvPr id="1524" name="Google Shape;1524;p24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m1–16</a:t>
            </a:r>
            <a:endParaRPr lang="es-CL" noProof="0"/>
          </a:p>
        </p:txBody>
      </p:sp>
      <p:sp>
        <p:nvSpPr>
          <p:cNvPr id="1525" name="Google Shape;1525;p24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  <a:endParaRPr lang="es-CL" noProof="0"/>
          </a:p>
        </p:txBody>
      </p:sp>
      <p:sp>
        <p:nvSpPr>
          <p:cNvPr id="1526" name="Google Shape;1526;p24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m13–21</a:t>
            </a:r>
            <a:endParaRPr lang="es-CL" noProof="0"/>
          </a:p>
        </p:txBody>
      </p:sp>
      <p:sp>
        <p:nvSpPr>
          <p:cNvPr id="1527" name="Google Shape;1527;p24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noProof="0"/>
          </a:p>
        </p:txBody>
      </p:sp>
      <p:sp>
        <p:nvSpPr>
          <p:cNvPr id="1528" name="Google Shape;1528;p24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m21–56</a:t>
            </a:r>
            <a:endParaRPr lang="es-CL" noProof="0"/>
          </a:p>
        </p:txBody>
      </p:sp>
      <p:sp>
        <p:nvSpPr>
          <p:cNvPr id="1529" name="Google Shape;1529;p24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FRENTES</a:t>
            </a:r>
            <a:endParaRPr lang="es-CL" noProof="0"/>
          </a:p>
        </p:txBody>
      </p:sp>
      <p:sp>
        <p:nvSpPr>
          <p:cNvPr id="1530" name="Google Shape;1530;p24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 Dirección</a:t>
            </a:r>
            <a:endParaRPr lang="es-CL" noProof="0"/>
          </a:p>
        </p:txBody>
      </p:sp>
      <p:sp>
        <p:nvSpPr>
          <p:cNvPr id="1531" name="Google Shape;1531;p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1532" name="Google Shape;1532;p24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3" name="Google Shape;1533;p24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F2 Arquitectura</a:t>
            </a:r>
            <a:endParaRPr lang="es-CL" noProof="0"/>
          </a:p>
        </p:txBody>
      </p:sp>
      <p:sp>
        <p:nvSpPr>
          <p:cNvPr id="1534" name="Google Shape;1534;p24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Arquitecto de Solución</a:t>
            </a:r>
            <a:endParaRPr lang="es-CL" noProof="0"/>
          </a:p>
        </p:txBody>
      </p:sp>
      <p:sp>
        <p:nvSpPr>
          <p:cNvPr id="1535" name="Google Shape;1535;p24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6" name="Google Shape;1536;p24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F3 Construcción E1</a:t>
            </a:r>
            <a:endParaRPr lang="es-CL" noProof="0"/>
          </a:p>
        </p:txBody>
      </p:sp>
      <p:sp>
        <p:nvSpPr>
          <p:cNvPr id="1537" name="Google Shape;1537;p24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38" name="Google Shape;1538;p24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9" name="Google Shape;1539;p24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F4 Construcción E2</a:t>
            </a:r>
            <a:endParaRPr lang="es-CL" noProof="0"/>
          </a:p>
        </p:txBody>
      </p:sp>
      <p:sp>
        <p:nvSpPr>
          <p:cNvPr id="1540" name="Google Shape;1540;p24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41" name="Google Shape;1541;p2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2" name="Google Shape;1542;p24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F5 Plataforma</a:t>
            </a:r>
            <a:endParaRPr lang="es-CL" noProof="0"/>
          </a:p>
        </p:txBody>
      </p:sp>
      <p:sp>
        <p:nvSpPr>
          <p:cNvPr id="1543" name="Google Shape;1543;p24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44" name="Google Shape;1544;p24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Google Shape;1545;p24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F6 Calidad</a:t>
            </a:r>
            <a:endParaRPr lang="es-CL" noProof="0"/>
          </a:p>
        </p:txBody>
      </p:sp>
      <p:sp>
        <p:nvSpPr>
          <p:cNvPr id="1546" name="Google Shape;1546;p24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Calidad</a:t>
            </a:r>
            <a:endParaRPr lang="es-CL" noProof="0"/>
          </a:p>
        </p:txBody>
      </p:sp>
      <p:sp>
        <p:nvSpPr>
          <p:cNvPr id="1547" name="Google Shape;1547;p24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8" name="Google Shape;1548;p24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F7 Implantación</a:t>
            </a:r>
            <a:endParaRPr lang="es-CL" noProof="0"/>
          </a:p>
        </p:txBody>
      </p:sp>
      <p:sp>
        <p:nvSpPr>
          <p:cNvPr id="1549" name="Google Shape;1549;p24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Implantación</a:t>
            </a:r>
            <a:endParaRPr lang="es-CL" noProof="0"/>
          </a:p>
        </p:txBody>
      </p:sp>
      <p:sp>
        <p:nvSpPr>
          <p:cNvPr id="1550" name="Google Shape;1550;p24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1" name="Google Shape;1551;p24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F8 Operación</a:t>
            </a:r>
            <a:endParaRPr lang="es-CL" noProof="0"/>
          </a:p>
        </p:txBody>
      </p:sp>
      <p:sp>
        <p:nvSpPr>
          <p:cNvPr id="1552" name="Google Shape;1552;p24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53" name="Google Shape;1553;p24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4" name="Google Shape;1554;p24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</a:t>
            </a:r>
            <a:endParaRPr lang="es-CL" noProof="0"/>
          </a:p>
        </p:txBody>
      </p:sp>
      <p:sp>
        <p:nvSpPr>
          <p:cNvPr id="1555" name="Google Shape;1555;p24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m13</a:t>
            </a:r>
            <a:endParaRPr lang="es-CL" noProof="0"/>
          </a:p>
        </p:txBody>
      </p:sp>
      <p:sp>
        <p:nvSpPr>
          <p:cNvPr id="1556" name="Google Shape;1556;p24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m21</a:t>
            </a:r>
            <a:endParaRPr lang="es-CL" noProof="0"/>
          </a:p>
        </p:txBody>
      </p:sp>
      <p:sp>
        <p:nvSpPr>
          <p:cNvPr id="1557" name="Google Shape;1557;p24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m56</a:t>
            </a:r>
            <a:endParaRPr lang="es-CL" noProof="0"/>
          </a:p>
        </p:txBody>
      </p:sp>
      <p:sp>
        <p:nvSpPr>
          <p:cNvPr id="155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20</a:t>
            </a:r>
          </a:p>
        </p:txBody>
      </p:sp>
      <p:sp>
        <p:nvSpPr>
          <p:cNvPr id="1631" name="!!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Google Shape;1647;p26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18288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Google Shape;1649;p26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6" name="Google Shape;1656;p26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8288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Google Shape;1669;p26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</p:spTree>
  </p:cSld>
  <p:clrMapOvr>
    <a:masterClrMapping/>
  </p:clrMapOvr>
  <p:transition spd="med" advTm="100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1" name="!!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6" name="Google Shape;1636;p26"/>
          <p:cNvSpPr txBox="1"/>
          <p:nvPr/>
        </p:nvSpPr>
        <p:spPr>
          <a:xfrm>
            <a:off x="15085298" y="8875656"/>
            <a:ext cx="19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42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Google Shape;1647;p26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6876300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Google Shape;1649;p26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719000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5" name="Google Shape;1655;p26"/>
          <p:cNvSpPr txBox="1"/>
          <p:nvPr/>
        </p:nvSpPr>
        <p:spPr>
          <a:xfrm>
            <a:off x="10689608" y="4381940"/>
            <a:ext cx="1719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Olas 1·2·3</a:t>
            </a:r>
            <a:endParaRPr lang="es-CL" sz="1432" noProof="0"/>
          </a:p>
        </p:txBody>
      </p:sp>
      <p:sp>
        <p:nvSpPr>
          <p:cNvPr id="1656" name="Google Shape;1656;p26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7" name="Google Shape;1657;p26"/>
          <p:cNvSpPr/>
          <p:nvPr/>
        </p:nvSpPr>
        <p:spPr>
          <a:xfrm>
            <a:off x="10690226" y="474029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1461200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Google Shape;1669;p26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0" name="Google Shape;1670;p26"/>
          <p:cNvSpPr/>
          <p:nvPr/>
        </p:nvSpPr>
        <p:spPr>
          <a:xfrm>
            <a:off x="15274679" y="6312104"/>
            <a:ext cx="2292300" cy="299700"/>
          </a:xfrm>
          <a:prstGeom prst="homePlate">
            <a:avLst>
              <a:gd name="adj" fmla="val 5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  <p:sp>
        <p:nvSpPr>
          <p:cNvPr id="1701" name="Google Shape;1701;p26"/>
          <p:cNvSpPr/>
          <p:nvPr/>
        </p:nvSpPr>
        <p:spPr>
          <a:xfrm>
            <a:off x="4560860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Google Shape;1702;p26"/>
          <p:cNvSpPr txBox="1"/>
          <p:nvPr/>
        </p:nvSpPr>
        <p:spPr>
          <a:xfrm>
            <a:off x="4386604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</a:t>
            </a:r>
            <a:endParaRPr lang="es-CL" sz="1432" noProof="0"/>
          </a:p>
        </p:txBody>
      </p:sp>
      <p:sp>
        <p:nvSpPr>
          <p:cNvPr id="1703" name="Google Shape;1703;p26"/>
          <p:cNvSpPr/>
          <p:nvPr/>
        </p:nvSpPr>
        <p:spPr>
          <a:xfrm>
            <a:off x="5706973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Google Shape;1704;p26"/>
          <p:cNvSpPr txBox="1"/>
          <p:nvPr/>
        </p:nvSpPr>
        <p:spPr>
          <a:xfrm>
            <a:off x="5532717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H2</a:t>
            </a:r>
            <a:endParaRPr lang="es-CL" sz="1432" noProof="0"/>
          </a:p>
        </p:txBody>
      </p:sp>
      <p:sp>
        <p:nvSpPr>
          <p:cNvPr id="1705" name="Google Shape;1705;p26"/>
          <p:cNvSpPr/>
          <p:nvPr/>
        </p:nvSpPr>
        <p:spPr>
          <a:xfrm>
            <a:off x="685308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6" name="Google Shape;1706;p26"/>
          <p:cNvSpPr txBox="1"/>
          <p:nvPr/>
        </p:nvSpPr>
        <p:spPr>
          <a:xfrm>
            <a:off x="667882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H3</a:t>
            </a:r>
            <a:endParaRPr lang="es-CL" sz="1432" noProof="0"/>
          </a:p>
        </p:txBody>
      </p:sp>
      <p:sp>
        <p:nvSpPr>
          <p:cNvPr id="1707" name="Google Shape;1707;p26"/>
          <p:cNvSpPr/>
          <p:nvPr/>
        </p:nvSpPr>
        <p:spPr>
          <a:xfrm>
            <a:off x="914531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8" name="Google Shape;1708;p26"/>
          <p:cNvSpPr txBox="1"/>
          <p:nvPr/>
        </p:nvSpPr>
        <p:spPr>
          <a:xfrm>
            <a:off x="897105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H4</a:t>
            </a:r>
            <a:endParaRPr lang="es-CL" sz="1432" noProof="0"/>
          </a:p>
        </p:txBody>
      </p:sp>
      <p:sp>
        <p:nvSpPr>
          <p:cNvPr id="1709" name="Google Shape;1709;p26"/>
          <p:cNvSpPr/>
          <p:nvPr/>
        </p:nvSpPr>
        <p:spPr>
          <a:xfrm>
            <a:off x="1029142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0" name="Google Shape;1710;p26"/>
          <p:cNvSpPr txBox="1"/>
          <p:nvPr/>
        </p:nvSpPr>
        <p:spPr>
          <a:xfrm>
            <a:off x="10117170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H5</a:t>
            </a:r>
            <a:endParaRPr lang="es-CL" sz="1432" noProof="0"/>
          </a:p>
        </p:txBody>
      </p:sp>
      <p:sp>
        <p:nvSpPr>
          <p:cNvPr id="1711" name="Google Shape;1711;p26"/>
          <p:cNvSpPr/>
          <p:nvPr/>
        </p:nvSpPr>
        <p:spPr>
          <a:xfrm>
            <a:off x="1086448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2" name="Google Shape;1712;p26"/>
          <p:cNvSpPr txBox="1"/>
          <p:nvPr/>
        </p:nvSpPr>
        <p:spPr>
          <a:xfrm>
            <a:off x="1069022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H6</a:t>
            </a:r>
            <a:endParaRPr lang="es-CL" sz="1432" noProof="0"/>
          </a:p>
        </p:txBody>
      </p:sp>
      <p:sp>
        <p:nvSpPr>
          <p:cNvPr id="1713" name="Google Shape;1713;p26"/>
          <p:cNvSpPr/>
          <p:nvPr/>
        </p:nvSpPr>
        <p:spPr>
          <a:xfrm>
            <a:off x="11437539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4" name="Google Shape;1714;p26"/>
          <p:cNvSpPr txBox="1"/>
          <p:nvPr/>
        </p:nvSpPr>
        <p:spPr>
          <a:xfrm>
            <a:off x="11263283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H8</a:t>
            </a:r>
            <a:endParaRPr lang="es-CL" sz="1432" noProof="0"/>
          </a:p>
        </p:txBody>
      </p:sp>
      <p:sp>
        <p:nvSpPr>
          <p:cNvPr id="1715" name="Google Shape;1715;p26"/>
          <p:cNvSpPr/>
          <p:nvPr/>
        </p:nvSpPr>
        <p:spPr>
          <a:xfrm>
            <a:off x="12583652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6" name="Google Shape;1716;p26"/>
          <p:cNvSpPr txBox="1"/>
          <p:nvPr/>
        </p:nvSpPr>
        <p:spPr>
          <a:xfrm>
            <a:off x="1240939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H7</a:t>
            </a:r>
            <a:endParaRPr lang="es-CL" sz="1432" noProof="0"/>
          </a:p>
        </p:txBody>
      </p:sp>
      <p:sp>
        <p:nvSpPr>
          <p:cNvPr id="1717" name="Google Shape;1717;p26"/>
          <p:cNvSpPr/>
          <p:nvPr/>
        </p:nvSpPr>
        <p:spPr>
          <a:xfrm>
            <a:off x="13156708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8" name="Google Shape;1718;p26"/>
          <p:cNvSpPr txBox="1"/>
          <p:nvPr/>
        </p:nvSpPr>
        <p:spPr>
          <a:xfrm>
            <a:off x="12982452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H9</a:t>
            </a:r>
            <a:endParaRPr lang="es-CL" sz="1432" noProof="0"/>
          </a:p>
        </p:txBody>
      </p:sp>
      <p:sp>
        <p:nvSpPr>
          <p:cNvPr id="1719" name="Google Shape;1719;p26"/>
          <p:cNvSpPr/>
          <p:nvPr/>
        </p:nvSpPr>
        <p:spPr>
          <a:xfrm>
            <a:off x="13729765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0" name="Google Shape;1720;p26"/>
          <p:cNvSpPr txBox="1"/>
          <p:nvPr/>
        </p:nvSpPr>
        <p:spPr>
          <a:xfrm>
            <a:off x="1355550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H10</a:t>
            </a:r>
            <a:endParaRPr lang="es-CL" sz="1432" noProof="0"/>
          </a:p>
        </p:txBody>
      </p:sp>
      <p:sp>
        <p:nvSpPr>
          <p:cNvPr id="1721" name="Google Shape;1721;p26"/>
          <p:cNvSpPr/>
          <p:nvPr/>
        </p:nvSpPr>
        <p:spPr>
          <a:xfrm>
            <a:off x="1430282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Google Shape;1722;p26"/>
          <p:cNvSpPr txBox="1"/>
          <p:nvPr/>
        </p:nvSpPr>
        <p:spPr>
          <a:xfrm>
            <a:off x="1412856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H11</a:t>
            </a:r>
            <a:endParaRPr lang="es-CL" sz="1432" noProof="0"/>
          </a:p>
        </p:txBody>
      </p:sp>
      <p:sp>
        <p:nvSpPr>
          <p:cNvPr id="1723" name="Google Shape;1723;p26"/>
          <p:cNvSpPr/>
          <p:nvPr/>
        </p:nvSpPr>
        <p:spPr>
          <a:xfrm>
            <a:off x="15448934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4" name="Google Shape;1724;p26"/>
          <p:cNvSpPr txBox="1"/>
          <p:nvPr/>
        </p:nvSpPr>
        <p:spPr>
          <a:xfrm>
            <a:off x="1527467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H12</a:t>
            </a:r>
            <a:endParaRPr lang="es-CL" sz="1432" noProof="0"/>
          </a:p>
        </p:txBody>
      </p:sp>
      <p:sp>
        <p:nvSpPr>
          <p:cNvPr id="17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22</a:t>
            </a:r>
          </a:p>
        </p:txBody>
      </p:sp>
      <p:sp>
        <p:nvSpPr>
          <p:cNvPr id="85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85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</a:t>
            </a:r>
            <a:r>
              <a:rPr lang="es-CL" sz="1600" b="1">
                <a:solidFill>
                  <a:srgbClr val="FFFFFF"/>
                </a:solidFill>
                <a:latin typeface="Inter SemiBold"/>
              </a:rPr>
              <a:t>LafroX · 222</a:t>
            </a:r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 paquetes de trabajo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85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6.920 HH</a:t>
            </a:r>
          </a:p>
        </p:txBody>
      </p:sp>
      <p:sp>
        <p:nvSpPr>
          <p:cNvPr id="85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85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5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67" name="Connector 866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869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4.320 HH</a:t>
            </a:r>
          </a:p>
        </p:txBody>
      </p:sp>
      <p:sp>
        <p:nvSpPr>
          <p:cNvPr id="870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87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77" name="Connector 876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879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33.280 HH</a:t>
            </a:r>
          </a:p>
        </p:txBody>
      </p:sp>
      <p:sp>
        <p:nvSpPr>
          <p:cNvPr id="880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881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2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3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4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5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6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7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8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9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0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1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2" name="Connector 891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894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20.672 HH</a:t>
            </a:r>
          </a:p>
        </p:txBody>
      </p:sp>
      <p:sp>
        <p:nvSpPr>
          <p:cNvPr id="895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896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7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8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9" name="Connector 898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901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1.040 HH</a:t>
            </a:r>
          </a:p>
        </p:txBody>
      </p:sp>
      <p:sp>
        <p:nvSpPr>
          <p:cNvPr id="902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90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07" name="Connector 90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90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3.840 HH</a:t>
            </a:r>
          </a:p>
        </p:txBody>
      </p:sp>
      <p:sp>
        <p:nvSpPr>
          <p:cNvPr id="91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91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17" name="Connector 916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19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4.736 HH</a:t>
            </a:r>
          </a:p>
        </p:txBody>
      </p:sp>
      <p:sp>
        <p:nvSpPr>
          <p:cNvPr id="920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2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24" name="Connector 923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26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129.879 HH</a:t>
            </a:r>
          </a:p>
        </p:txBody>
      </p:sp>
      <p:sp>
        <p:nvSpPr>
          <p:cNvPr id="927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928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9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0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1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2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33" name="Connector 9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9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320 HH</a:t>
            </a:r>
          </a:p>
        </p:txBody>
      </p:sp>
      <p:sp>
        <p:nvSpPr>
          <p:cNvPr id="9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937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8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  <p:sp>
        <p:nvSpPr>
          <p:cNvPr id="92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92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169875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!!ph1"/>
          <p:cNvSpPr/>
          <p:nvPr/>
        </p:nvSpPr>
        <p:spPr>
          <a:xfrm>
            <a:off x="82296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933" name="!!phhh1"/>
          <p:cNvSpPr txBox="1"/>
          <p:nvPr/>
        </p:nvSpPr>
        <p:spPr>
          <a:xfrm>
            <a:off x="93268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sp>
        <p:nvSpPr>
          <p:cNvPr id="934" name="!!phcc1"/>
          <p:cNvSpPr txBox="1"/>
          <p:nvPr/>
        </p:nvSpPr>
        <p:spPr>
          <a:xfrm>
            <a:off x="93268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cxnSp>
        <p:nvCxnSpPr>
          <p:cNvPr id="935" name="Connector 93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93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93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94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94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943" name="Connector 94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94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94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94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95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951" name="Connector 950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953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954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955" name="Connector 95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5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95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959" name="Connector 95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6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96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963" name="Connector 96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96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96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968" name="!!edt_cc_1_1" descr="Cuenta de control 1.1"/>
          <p:cNvSpPr/>
          <p:nvPr/>
        </p:nvSpPr>
        <p:spPr>
          <a:xfrm>
            <a:off x="8229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Definición inicial</a:t>
            </a:r>
          </a:p>
        </p:txBody>
      </p:sp>
      <p:sp>
        <p:nvSpPr>
          <p:cNvPr id="969" name="!!edt_cc_1_2" descr="Cuenta de control 1.2"/>
          <p:cNvSpPr/>
          <p:nvPr/>
        </p:nvSpPr>
        <p:spPr>
          <a:xfrm>
            <a:off x="3619499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</a:t>
            </a:r>
          </a:p>
        </p:txBody>
      </p:sp>
      <p:sp>
        <p:nvSpPr>
          <p:cNvPr id="970" name="!!edt_cc_1_3" descr="Cuenta de control 1.3"/>
          <p:cNvSpPr/>
          <p:nvPr/>
        </p:nvSpPr>
        <p:spPr>
          <a:xfrm>
            <a:off x="641604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Planificación</a:t>
            </a:r>
          </a:p>
        </p:txBody>
      </p:sp>
      <p:sp>
        <p:nvSpPr>
          <p:cNvPr id="971" name="!!edt_cc_1_4" descr="Cuenta de control 1.4"/>
          <p:cNvSpPr/>
          <p:nvPr/>
        </p:nvSpPr>
        <p:spPr>
          <a:xfrm>
            <a:off x="921258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Interesados y comunicaciones</a:t>
            </a:r>
          </a:p>
        </p:txBody>
      </p:sp>
      <p:sp>
        <p:nvSpPr>
          <p:cNvPr id="972" name="!!edt_cc_1_5" descr="Cuenta de control 1.5"/>
          <p:cNvSpPr/>
          <p:nvPr/>
        </p:nvSpPr>
        <p:spPr>
          <a:xfrm>
            <a:off x="1200912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calidad</a:t>
            </a:r>
          </a:p>
        </p:txBody>
      </p:sp>
      <p:sp>
        <p:nvSpPr>
          <p:cNvPr id="973" name="!!edt_cc_1_6" descr="Cuenta de control 1.6"/>
          <p:cNvSpPr/>
          <p:nvPr/>
        </p:nvSpPr>
        <p:spPr>
          <a:xfrm>
            <a:off x="148056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riesgos</a:t>
            </a:r>
          </a:p>
        </p:txBody>
      </p:sp>
      <p:sp>
        <p:nvSpPr>
          <p:cNvPr id="974" name="!!edt_cc_1_7" descr="Cuenta de control 1.7"/>
          <p:cNvSpPr/>
          <p:nvPr/>
        </p:nvSpPr>
        <p:spPr>
          <a:xfrm>
            <a:off x="82296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reversibilidad</a:t>
            </a:r>
          </a:p>
        </p:txBody>
      </p:sp>
      <p:sp>
        <p:nvSpPr>
          <p:cNvPr id="975" name="!!edt_cc_1_8" descr="Cuenta de control 1.8"/>
          <p:cNvSpPr/>
          <p:nvPr/>
        </p:nvSpPr>
        <p:spPr>
          <a:xfrm>
            <a:off x="3619499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Gobierno y control</a:t>
            </a:r>
          </a:p>
        </p:txBody>
      </p:sp>
      <p:sp>
        <p:nvSpPr>
          <p:cNvPr id="976" name="!!edt_cc_1_9" descr="Cuenta de control 1.9"/>
          <p:cNvSpPr/>
          <p:nvPr/>
        </p:nvSpPr>
        <p:spPr>
          <a:xfrm>
            <a:off x="641604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Cumplimiento normativo</a:t>
            </a:r>
          </a:p>
        </p:txBody>
      </p:sp>
      <p:sp>
        <p:nvSpPr>
          <p:cNvPr id="977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8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9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0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1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2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3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4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5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6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7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8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9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0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1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2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3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4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5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6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7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8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9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0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1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2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3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4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5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6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7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8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9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0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1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2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3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4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5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6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  <p:sp>
        <p:nvSpPr>
          <p:cNvPr id="100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0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0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0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09" name="Connector 1008"/>
          <p:cNvCxnSpPr/>
          <p:nvPr/>
        </p:nvCxnSpPr>
        <p:spPr>
          <a:xfrm>
            <a:off x="356006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!!ph2"/>
          <p:cNvSpPr/>
          <p:nvPr/>
        </p:nvSpPr>
        <p:spPr>
          <a:xfrm>
            <a:off x="268427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1011" name="!!phhh2"/>
          <p:cNvSpPr txBox="1"/>
          <p:nvPr/>
        </p:nvSpPr>
        <p:spPr>
          <a:xfrm>
            <a:off x="279400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sp>
        <p:nvSpPr>
          <p:cNvPr id="1012" name="!!phcc2"/>
          <p:cNvSpPr txBox="1"/>
          <p:nvPr/>
        </p:nvSpPr>
        <p:spPr>
          <a:xfrm>
            <a:off x="279400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cxnSp>
        <p:nvCxnSpPr>
          <p:cNvPr id="1013" name="Connector 101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01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01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1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2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02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02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02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02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03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03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3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03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3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4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42" name="!!edt_cc_2_1" descr="Cuenta de control 2.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Arquitectura</a:t>
            </a:r>
          </a:p>
        </p:txBody>
      </p:sp>
      <p:sp>
        <p:nvSpPr>
          <p:cNvPr id="1043" name="!!edt_cc_2_2" descr="Cuenta de control 2.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</a:t>
            </a:r>
          </a:p>
        </p:txBody>
      </p:sp>
      <p:sp>
        <p:nvSpPr>
          <p:cNvPr id="1044" name="!!edt_cc_2_3" descr="Cuenta de control 2.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y racks</a:t>
            </a:r>
          </a:p>
        </p:txBody>
      </p:sp>
      <p:sp>
        <p:nvSpPr>
          <p:cNvPr id="1045" name="!!edt_cc_2_4" descr="Cuenta de control 2.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Validación de diseños</a:t>
            </a:r>
          </a:p>
        </p:txBody>
      </p:sp>
      <p:sp>
        <p:nvSpPr>
          <p:cNvPr id="1046" name="!!edt_cc_2_5" descr="Cuenta de control 2.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Continuidad del negocio</a:t>
            </a:r>
          </a:p>
        </p:txBody>
      </p:sp>
      <p:sp>
        <p:nvSpPr>
          <p:cNvPr id="1047" name="!!edt_cc_2_6" descr="Cuenta de control 2.6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Experiencia de usuario</a:t>
            </a:r>
          </a:p>
        </p:txBody>
      </p:sp>
      <p:sp>
        <p:nvSpPr>
          <p:cNvPr id="1048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49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0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1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2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3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4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5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6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7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8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9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0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1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2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3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4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5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6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7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8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9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0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1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2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3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4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5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6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7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8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9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0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1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2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3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4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5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6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7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8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9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90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7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25</a:t>
            </a:r>
          </a:p>
        </p:txBody>
      </p:sp>
      <p:sp>
        <p:nvSpPr>
          <p:cNvPr id="108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8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82" name="Connector 108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8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8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090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091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092" name="Connector 1091"/>
          <p:cNvCxnSpPr/>
          <p:nvPr/>
        </p:nvCxnSpPr>
        <p:spPr>
          <a:xfrm>
            <a:off x="542137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!!ph3"/>
          <p:cNvSpPr/>
          <p:nvPr/>
        </p:nvSpPr>
        <p:spPr>
          <a:xfrm>
            <a:off x="454558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1094" name="!!phhh3"/>
          <p:cNvSpPr txBox="1"/>
          <p:nvPr/>
        </p:nvSpPr>
        <p:spPr>
          <a:xfrm>
            <a:off x="465531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sp>
        <p:nvSpPr>
          <p:cNvPr id="1095" name="!!phcc3"/>
          <p:cNvSpPr txBox="1"/>
          <p:nvPr/>
        </p:nvSpPr>
        <p:spPr>
          <a:xfrm>
            <a:off x="465531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cxnSp>
        <p:nvCxnSpPr>
          <p:cNvPr id="1096" name="Connector 1095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98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99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100" name="Connector 1099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02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03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04" name="Connector 1103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06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07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08" name="Connector 1107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10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11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12" name="Connector 1111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3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14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15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16" name="Connector 1115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18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19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121" name="!!edt_cc_3_1" descr="Cuenta de control 3.1"/>
          <p:cNvSpPr/>
          <p:nvPr/>
        </p:nvSpPr>
        <p:spPr>
          <a:xfrm>
            <a:off x="8229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Ambientes y CI/CD</a:t>
            </a:r>
          </a:p>
        </p:txBody>
      </p:sp>
      <p:sp>
        <p:nvSpPr>
          <p:cNvPr id="1122" name="!!edt_cc_3_2" descr="Cuenta de control 3.2"/>
          <p:cNvSpPr/>
          <p:nvPr/>
        </p:nvSpPr>
        <p:spPr>
          <a:xfrm>
            <a:off x="3619499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nube</a:t>
            </a:r>
          </a:p>
        </p:txBody>
      </p:sp>
      <p:sp>
        <p:nvSpPr>
          <p:cNvPr id="1123" name="!!edt_cc_3_3" descr="Cuenta de control 3.3"/>
          <p:cNvSpPr/>
          <p:nvPr/>
        </p:nvSpPr>
        <p:spPr>
          <a:xfrm>
            <a:off x="641604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Base compartida</a:t>
            </a:r>
          </a:p>
        </p:txBody>
      </p:sp>
      <p:sp>
        <p:nvSpPr>
          <p:cNvPr id="1124" name="!!edt_cc_3_4" descr="Cuenta de control 3.4"/>
          <p:cNvSpPr/>
          <p:nvPr/>
        </p:nvSpPr>
        <p:spPr>
          <a:xfrm>
            <a:off x="921258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1</a:t>
            </a:r>
          </a:p>
        </p:txBody>
      </p:sp>
      <p:sp>
        <p:nvSpPr>
          <p:cNvPr id="1125" name="!!edt_cc_3_5" descr="Cuenta de control 3.5"/>
          <p:cNvSpPr/>
          <p:nvPr/>
        </p:nvSpPr>
        <p:spPr>
          <a:xfrm>
            <a:off x="1200912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2</a:t>
            </a:r>
          </a:p>
        </p:txBody>
      </p:sp>
      <p:sp>
        <p:nvSpPr>
          <p:cNvPr id="1126" name="!!edt_cc_3_6" descr="Cuenta de control 3.6"/>
          <p:cNvSpPr/>
          <p:nvPr/>
        </p:nvSpPr>
        <p:spPr>
          <a:xfrm>
            <a:off x="148056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Integraciones</a:t>
            </a:r>
          </a:p>
        </p:txBody>
      </p:sp>
      <p:sp>
        <p:nvSpPr>
          <p:cNvPr id="1127" name="!!edt_cc_3_7" descr="Cuenta de control 3.7"/>
          <p:cNvSpPr/>
          <p:nvPr/>
        </p:nvSpPr>
        <p:spPr>
          <a:xfrm>
            <a:off x="82296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1128" name="!!edt_cc_3_8" descr="Cuenta de control 3.8"/>
          <p:cNvSpPr/>
          <p:nvPr/>
        </p:nvSpPr>
        <p:spPr>
          <a:xfrm>
            <a:off x="3619499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1</a:t>
            </a:r>
          </a:p>
        </p:txBody>
      </p:sp>
      <p:sp>
        <p:nvSpPr>
          <p:cNvPr id="1129" name="!!edt_cc_3_9" descr="Cuenta de control 3.9"/>
          <p:cNvSpPr/>
          <p:nvPr/>
        </p:nvSpPr>
        <p:spPr>
          <a:xfrm>
            <a:off x="641604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2</a:t>
            </a:r>
          </a:p>
        </p:txBody>
      </p:sp>
      <p:sp>
        <p:nvSpPr>
          <p:cNvPr id="1130" name="!!edt_cc_3_10" descr="Cuenta de control 3.10"/>
          <p:cNvSpPr/>
          <p:nvPr/>
        </p:nvSpPr>
        <p:spPr>
          <a:xfrm>
            <a:off x="921258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3.10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131" name="!!edt_cc_3_11" descr="Cuenta de control 3.11"/>
          <p:cNvSpPr/>
          <p:nvPr/>
        </p:nvSpPr>
        <p:spPr>
          <a:xfrm>
            <a:off x="1200912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Documentación</a:t>
            </a:r>
          </a:p>
        </p:txBody>
      </p:sp>
      <p:sp>
        <p:nvSpPr>
          <p:cNvPr id="1132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3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4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5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6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7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8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9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0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1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2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3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4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5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6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7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8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9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0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1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2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3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4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5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6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7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8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9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0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1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2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3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4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5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6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7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8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9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  <p:sp>
        <p:nvSpPr>
          <p:cNvPr id="115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15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153" name="Connector 115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15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15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16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16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16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16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728268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!!ph4"/>
          <p:cNvSpPr/>
          <p:nvPr/>
        </p:nvSpPr>
        <p:spPr>
          <a:xfrm>
            <a:off x="640689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1169" name="!!phhh4"/>
          <p:cNvSpPr txBox="1"/>
          <p:nvPr/>
        </p:nvSpPr>
        <p:spPr>
          <a:xfrm>
            <a:off x="651662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sp>
        <p:nvSpPr>
          <p:cNvPr id="1170" name="!!phcc4"/>
          <p:cNvSpPr txBox="1"/>
          <p:nvPr/>
        </p:nvSpPr>
        <p:spPr>
          <a:xfrm>
            <a:off x="651662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7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7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75" name="Connector 117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7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7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8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8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83" name="Connector 118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8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8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8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9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192" name="!!edt_cc_4_1" descr="Cuenta de control 4.1"/>
          <p:cNvSpPr/>
          <p:nvPr/>
        </p:nvSpPr>
        <p:spPr>
          <a:xfrm>
            <a:off x="82296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implantación</a:t>
            </a:r>
          </a:p>
        </p:txBody>
      </p:sp>
      <p:sp>
        <p:nvSpPr>
          <p:cNvPr id="1193" name="!!edt_cc_4_2" descr="Cuenta de control 4.2"/>
          <p:cNvSpPr/>
          <p:nvPr/>
        </p:nvSpPr>
        <p:spPr>
          <a:xfrm>
            <a:off x="641604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E1</a:t>
            </a:r>
          </a:p>
        </p:txBody>
      </p:sp>
      <p:sp>
        <p:nvSpPr>
          <p:cNvPr id="1194" name="!!edt_cc_4_3" descr="Cuenta de control 4.3"/>
          <p:cNvSpPr/>
          <p:nvPr/>
        </p:nvSpPr>
        <p:spPr>
          <a:xfrm>
            <a:off x="1200912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E2</a:t>
            </a:r>
          </a:p>
        </p:txBody>
      </p:sp>
      <p:sp>
        <p:nvSpPr>
          <p:cNvPr id="1195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6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7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8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9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0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1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2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3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4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5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6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7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8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9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0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1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2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3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4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5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6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7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8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9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0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1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2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3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4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5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6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7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8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9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0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1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2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3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4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5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6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7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8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9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40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2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  <p:sp>
        <p:nvSpPr>
          <p:cNvPr id="1223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24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229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230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233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234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237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238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239" name="Connector 1238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0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241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242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!!ph5"/>
          <p:cNvSpPr/>
          <p:nvPr/>
        </p:nvSpPr>
        <p:spPr>
          <a:xfrm>
            <a:off x="8268208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1245" name="!!phhh5"/>
          <p:cNvSpPr txBox="1"/>
          <p:nvPr/>
        </p:nvSpPr>
        <p:spPr>
          <a:xfrm>
            <a:off x="8377936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sp>
        <p:nvSpPr>
          <p:cNvPr id="1246" name="!!phcc5"/>
          <p:cNvSpPr txBox="1"/>
          <p:nvPr/>
        </p:nvSpPr>
        <p:spPr>
          <a:xfrm>
            <a:off x="8377936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24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25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253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254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257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258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261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262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264" name="!!edt_cc_5_1" descr="Cuenta de control 5.1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Hardware</a:t>
            </a:r>
          </a:p>
        </p:txBody>
      </p:sp>
      <p:sp>
        <p:nvSpPr>
          <p:cNvPr id="1265" name="!!edt_cc_5_2" descr="Cuenta de control 5.2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Nube y licencias</a:t>
            </a:r>
          </a:p>
        </p:txBody>
      </p:sp>
      <p:sp>
        <p:nvSpPr>
          <p:cNvPr id="1266" name="!!edt_cc_5_3" descr="Cuenta de control 5.3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</a:t>
            </a:r>
          </a:p>
        </p:txBody>
      </p:sp>
      <p:sp>
        <p:nvSpPr>
          <p:cNvPr id="1267" name="!!edt_cc_5_4" descr="Cuenta de control 5.4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Acuerdos con terceros</a:t>
            </a:r>
          </a:p>
        </p:txBody>
      </p:sp>
      <p:sp>
        <p:nvSpPr>
          <p:cNvPr id="1268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69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0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1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2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3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4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5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6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7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8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9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0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1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2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3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4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5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6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7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8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9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0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1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2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3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4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5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6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7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8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9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0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1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2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3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4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5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6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7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8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9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0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1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2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0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1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9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  <p:sp>
        <p:nvSpPr>
          <p:cNvPr id="129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9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99" name="Connector 129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03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04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0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0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09" name="Connector 130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1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1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1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1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17" name="Connector 131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1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2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21" name="Connector 1320"/>
          <p:cNvCxnSpPr/>
          <p:nvPr/>
        </p:nvCxnSpPr>
        <p:spPr>
          <a:xfrm>
            <a:off x="1100531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!!ph6"/>
          <p:cNvSpPr/>
          <p:nvPr/>
        </p:nvSpPr>
        <p:spPr>
          <a:xfrm>
            <a:off x="1012952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1323" name="!!phhh6"/>
          <p:cNvSpPr txBox="1"/>
          <p:nvPr/>
        </p:nvSpPr>
        <p:spPr>
          <a:xfrm>
            <a:off x="1023924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sp>
        <p:nvSpPr>
          <p:cNvPr id="1324" name="!!phcc6"/>
          <p:cNvSpPr txBox="1"/>
          <p:nvPr/>
        </p:nvSpPr>
        <p:spPr>
          <a:xfrm>
            <a:off x="1023924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2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32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329" name="Connector 132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33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33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333" name="Connector 13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3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3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338" name="!!edt_cc_6_1" descr="Cuenta de control 6.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Talca</a:t>
            </a:r>
          </a:p>
        </p:txBody>
      </p:sp>
      <p:sp>
        <p:nvSpPr>
          <p:cNvPr id="1339" name="!!edt_cc_6_2" descr="Cuenta de control 6.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Cableado</a:t>
            </a:r>
          </a:p>
        </p:txBody>
      </p:sp>
      <p:sp>
        <p:nvSpPr>
          <p:cNvPr id="1340" name="!!edt_cc_6_3" descr="Cuenta de control 6.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Racks y gabinetes</a:t>
            </a:r>
          </a:p>
        </p:txBody>
      </p:sp>
      <p:sp>
        <p:nvSpPr>
          <p:cNvPr id="1341" name="!!edt_cc_6_4" descr="Cuenta de control 6.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 física</a:t>
            </a:r>
          </a:p>
        </p:txBody>
      </p:sp>
      <p:sp>
        <p:nvSpPr>
          <p:cNvPr id="1342" name="!!edt_cc_6_5" descr="Cuenta de control 6.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Equipamiento de campo</a:t>
            </a:r>
          </a:p>
        </p:txBody>
      </p:sp>
      <p:sp>
        <p:nvSpPr>
          <p:cNvPr id="1343" name="!!edt_cc_6_6" descr="Cuenta de control 6.6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Configuración de sitios</a:t>
            </a:r>
          </a:p>
        </p:txBody>
      </p:sp>
      <p:sp>
        <p:nvSpPr>
          <p:cNvPr id="1344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5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6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7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8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9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0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1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2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3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4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5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6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7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8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9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0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1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2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3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4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5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6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7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8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9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0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1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2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3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4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5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6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7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8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9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0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1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2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3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4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5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6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6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29</a:t>
            </a:r>
          </a:p>
        </p:txBody>
      </p:sp>
      <p:sp>
        <p:nvSpPr>
          <p:cNvPr id="1368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369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370" name="Connector 1369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74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75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76" name="Connector 1375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7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78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79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80" name="Connector 1379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1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82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83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84" name="Connector 1383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86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87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88" name="Connector 1387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9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90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91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92" name="Connector 1391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3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394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395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396" name="Connector 1395"/>
          <p:cNvCxnSpPr/>
          <p:nvPr/>
        </p:nvCxnSpPr>
        <p:spPr>
          <a:xfrm>
            <a:off x="1286662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7" name="!!ph7"/>
          <p:cNvSpPr/>
          <p:nvPr/>
        </p:nvSpPr>
        <p:spPr>
          <a:xfrm>
            <a:off x="1199083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98" name="!!phhh7"/>
          <p:cNvSpPr txBox="1"/>
          <p:nvPr/>
        </p:nvSpPr>
        <p:spPr>
          <a:xfrm>
            <a:off x="1210056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sp>
        <p:nvSpPr>
          <p:cNvPr id="1399" name="!!phcc7"/>
          <p:cNvSpPr txBox="1"/>
          <p:nvPr/>
        </p:nvSpPr>
        <p:spPr>
          <a:xfrm>
            <a:off x="1210056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cxnSp>
        <p:nvCxnSpPr>
          <p:cNvPr id="1400" name="Connector 1399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02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403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06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07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409" name="!!edt_cc_7_1" descr="Cuenta de control 7.1"/>
          <p:cNvSpPr/>
          <p:nvPr/>
        </p:nvSpPr>
        <p:spPr>
          <a:xfrm>
            <a:off x="82296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por roles</a:t>
            </a:r>
          </a:p>
        </p:txBody>
      </p:sp>
      <p:sp>
        <p:nvSpPr>
          <p:cNvPr id="1410" name="!!edt_cc_7_2" descr="Cuenta de control 7.2"/>
          <p:cNvSpPr/>
          <p:nvPr/>
        </p:nvSpPr>
        <p:spPr>
          <a:xfrm>
            <a:off x="641604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1411" name="!!edt_cc_7_3" descr="Cuenta de control 7.3"/>
          <p:cNvSpPr/>
          <p:nvPr/>
        </p:nvSpPr>
        <p:spPr>
          <a:xfrm>
            <a:off x="1200912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Evaluaciones y certificaciones</a:t>
            </a:r>
          </a:p>
        </p:txBody>
      </p:sp>
      <p:sp>
        <p:nvSpPr>
          <p:cNvPr id="1412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3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4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5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6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7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8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9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0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1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2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3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4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5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6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7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8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9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0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1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2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3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4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5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6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7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8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9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0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1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2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3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4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5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6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7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8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9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0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1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2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3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4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5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6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7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30</a:t>
            </a:r>
          </a:p>
        </p:txBody>
      </p:sp>
      <p:sp>
        <p:nvSpPr>
          <p:cNvPr id="144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44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443" name="Connector 144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44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44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449" name="Connector 144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45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45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453" name="Connector 145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45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45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457" name="Connector 145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45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46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461" name="Connector 146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46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46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465" name="Connector 146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46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46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469" name="Connector 146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47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47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473" name="Connector 1472"/>
          <p:cNvCxnSpPr/>
          <p:nvPr/>
        </p:nvCxnSpPr>
        <p:spPr>
          <a:xfrm>
            <a:off x="1472793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4" name="!!ph8"/>
          <p:cNvSpPr/>
          <p:nvPr/>
        </p:nvSpPr>
        <p:spPr>
          <a:xfrm>
            <a:off x="1385214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75" name="!!phhh8"/>
          <p:cNvSpPr txBox="1"/>
          <p:nvPr/>
        </p:nvSpPr>
        <p:spPr>
          <a:xfrm>
            <a:off x="1396187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sp>
        <p:nvSpPr>
          <p:cNvPr id="1476" name="!!phcc8"/>
          <p:cNvSpPr txBox="1"/>
          <p:nvPr/>
        </p:nvSpPr>
        <p:spPr>
          <a:xfrm>
            <a:off x="1396187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cxnSp>
        <p:nvCxnSpPr>
          <p:cNvPr id="1477" name="Connector 147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7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8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482" name="!!edt_cc_8_1" descr="Cuenta de control 8.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operación</a:t>
            </a:r>
          </a:p>
        </p:txBody>
      </p:sp>
      <p:sp>
        <p:nvSpPr>
          <p:cNvPr id="1483" name="!!edt_cc_8_2" descr="Cuenta de control 8.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Mantenimiento</a:t>
            </a:r>
          </a:p>
        </p:txBody>
      </p:sp>
      <p:sp>
        <p:nvSpPr>
          <p:cNvPr id="1484" name="!!edt_cc_8_3" descr="Cuenta de control 8.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485" name="!!edt_cc_8_4" descr="Cuenta de control 8.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Informes periódicos</a:t>
            </a:r>
          </a:p>
        </p:txBody>
      </p:sp>
      <p:sp>
        <p:nvSpPr>
          <p:cNvPr id="1486" name="!!edt_cc_8_5" descr="Cuenta de control 8.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Transferencia</a:t>
            </a:r>
          </a:p>
        </p:txBody>
      </p:sp>
      <p:sp>
        <p:nvSpPr>
          <p:cNvPr id="1487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8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9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0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1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2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3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4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5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6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7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8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9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0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1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2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3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4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5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6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7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8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9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0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1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2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3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4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5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6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7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8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9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0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1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2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3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4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5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6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7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8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9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30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51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31</a:t>
            </a:r>
          </a:p>
        </p:txBody>
      </p:sp>
      <p:sp>
        <p:nvSpPr>
          <p:cNvPr id="151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51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513" name="Connector 151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51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51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519" name="Connector 151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52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52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523" name="Connector 152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52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52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527" name="Connector 152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52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53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531" name="Connector 153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53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53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535" name="Connector 153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53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53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539" name="Connector 153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54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54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543" name="Connector 154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54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54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547" name="Connector 1546"/>
          <p:cNvCxnSpPr/>
          <p:nvPr/>
        </p:nvCxnSpPr>
        <p:spPr>
          <a:xfrm>
            <a:off x="1658924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" name="!!ph9"/>
          <p:cNvSpPr/>
          <p:nvPr/>
        </p:nvSpPr>
        <p:spPr>
          <a:xfrm>
            <a:off x="1571345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549" name="!!phhh9"/>
          <p:cNvSpPr txBox="1"/>
          <p:nvPr/>
        </p:nvSpPr>
        <p:spPr>
          <a:xfrm>
            <a:off x="1582318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550" name="!!phcc9"/>
          <p:cNvSpPr txBox="1"/>
          <p:nvPr/>
        </p:nvSpPr>
        <p:spPr>
          <a:xfrm>
            <a:off x="1582318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552" name="!!edt_cc_9_1" descr="Cuenta de control 9.1"/>
          <p:cNvSpPr/>
          <p:nvPr/>
        </p:nvSpPr>
        <p:spPr>
          <a:xfrm>
            <a:off x="822960" y="56692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Cierre de la implementación</a:t>
            </a:r>
          </a:p>
        </p:txBody>
      </p:sp>
      <p:sp>
        <p:nvSpPr>
          <p:cNvPr id="1553" name="!!edt_cc_9_2" descr="Cuenta de control 9.2"/>
          <p:cNvSpPr/>
          <p:nvPr/>
        </p:nvSpPr>
        <p:spPr>
          <a:xfrm>
            <a:off x="9212580" y="56692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al término del contrato</a:t>
            </a:r>
          </a:p>
        </p:txBody>
      </p:sp>
      <p:sp>
        <p:nvSpPr>
          <p:cNvPr id="1554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5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6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7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8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9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0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1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2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3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4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5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6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7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8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9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0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1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2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3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4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5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6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7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8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9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0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1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2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3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4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5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6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7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8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9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0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1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2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3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4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5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6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7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8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9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600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9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0" name="!!title"/>
          <p:cNvSpPr txBox="1"/>
          <p:nvPr/>
        </p:nvSpPr>
        <p:spPr>
          <a:xfrm>
            <a:off x="9389512" y="118872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  <a:endParaRPr lang="es-CL" noProof="0"/>
          </a:p>
        </p:txBody>
      </p:sp>
      <p:sp>
        <p:nvSpPr>
          <p:cNvPr id="174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1742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27"/>
          <p:cNvSpPr txBox="1"/>
          <p:nvPr/>
        </p:nvSpPr>
        <p:spPr>
          <a:xfrm>
            <a:off x="9390888" y="384048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8.106 HH</a:t>
            </a:r>
            <a:endParaRPr lang="es-CL" noProof="0"/>
          </a:p>
        </p:txBody>
      </p:sp>
      <p:sp>
        <p:nvSpPr>
          <p:cNvPr id="1744" name="Google Shape;1744;p27"/>
          <p:cNvSpPr txBox="1"/>
          <p:nvPr/>
        </p:nvSpPr>
        <p:spPr>
          <a:xfrm>
            <a:off x="9390888" y="43891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máximo mensual · mes 15</a:t>
            </a:r>
            <a:endParaRPr lang="es-CL" noProof="0"/>
          </a:p>
        </p:txBody>
      </p:sp>
      <p:sp>
        <p:nvSpPr>
          <p:cNvPr id="1745" name="Google Shape;1745;p27"/>
          <p:cNvSpPr txBox="1"/>
          <p:nvPr/>
        </p:nvSpPr>
        <p:spPr>
          <a:xfrm>
            <a:off x="9390888" y="495604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69 personas</a:t>
            </a:r>
            <a:endParaRPr lang="es-CL" noProof="0"/>
          </a:p>
        </p:txBody>
      </p:sp>
      <p:sp>
        <p:nvSpPr>
          <p:cNvPr id="1746" name="Google Shape;1746;p27"/>
          <p:cNvSpPr txBox="1"/>
          <p:nvPr/>
        </p:nvSpPr>
        <p:spPr>
          <a:xfrm>
            <a:off x="9390888" y="5504688"/>
            <a:ext cx="530352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equivalentes · </a:t>
            </a:r>
            <a:r>
              <a:rPr lang="es-CL" sz="1700" b="0" noProof="0" err="1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peak</a:t>
            </a: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del mes 15</a:t>
            </a:r>
          </a:p>
        </p:txBody>
      </p:sp>
      <p:sp>
        <p:nvSpPr>
          <p:cNvPr id="1747" name="Google Shape;1747;p27"/>
          <p:cNvSpPr txBox="1"/>
          <p:nvPr/>
        </p:nvSpPr>
        <p:spPr>
          <a:xfrm>
            <a:off x="9390888" y="6071616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≈3.200–3.900</a:t>
            </a:r>
            <a:endParaRPr lang="es-CL" noProof="0"/>
          </a:p>
        </p:txBody>
      </p:sp>
      <p:sp>
        <p:nvSpPr>
          <p:cNvPr id="1748" name="Google Shape;1748;p27"/>
          <p:cNvSpPr txBox="1"/>
          <p:nvPr/>
        </p:nvSpPr>
        <p:spPr>
          <a:xfrm>
            <a:off x="9390888" y="662025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HH/mes en operación</a:t>
            </a:r>
            <a:endParaRPr lang="es-CL" noProof="0"/>
          </a:p>
        </p:txBody>
      </p:sp>
      <p:sp>
        <p:nvSpPr>
          <p:cNvPr id="1749" name="Google Shape;1749;p27"/>
          <p:cNvSpPr txBox="1"/>
          <p:nvPr/>
        </p:nvSpPr>
        <p:spPr>
          <a:xfrm>
            <a:off x="9390888" y="7187184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217.543 HH</a:t>
            </a:r>
            <a:endParaRPr lang="es-CL" noProof="0"/>
          </a:p>
        </p:txBody>
      </p:sp>
      <p:sp>
        <p:nvSpPr>
          <p:cNvPr id="1750" name="Google Shape;1750;p27"/>
          <p:cNvSpPr txBox="1"/>
          <p:nvPr/>
        </p:nvSpPr>
        <p:spPr>
          <a:xfrm>
            <a:off x="9390888" y="773582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programadas en total</a:t>
            </a:r>
            <a:endParaRPr lang="es-CL" noProof="0"/>
          </a:p>
        </p:txBody>
      </p:sp>
      <p:graphicFrame>
        <p:nvGraphicFramePr>
          <p:cNvPr id="1751" name="Google Shape;1751;p27"/>
          <p:cNvGraphicFramePr/>
          <p:nvPr>
            <p:extLst>
              <p:ext uri="{D42A27DB-BD31-4B8C-83A1-F6EECF244321}">
                <p14:modId xmlns:p14="http://schemas.microsoft.com/office/powerpoint/2010/main" val="2178433334"/>
              </p:ext>
            </p:extLst>
          </p:nvPr>
        </p:nvGraphicFramePr>
        <p:xfrm>
          <a:off x="457200" y="1188720"/>
          <a:ext cx="8686800" cy="786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5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75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35" name="!!title"/>
          <p:cNvSpPr txBox="1"/>
          <p:nvPr/>
        </p:nvSpPr>
        <p:spPr>
          <a:xfrm>
            <a:off x="9389512" y="11430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y</a:t>
            </a:r>
            <a:endParaRPr lang="es-CL" sz="5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marco aplicable</a:t>
            </a:r>
            <a:endParaRPr lang="es-CL" sz="5100"/>
          </a:p>
        </p:txBody>
      </p:sp>
      <p:sp>
        <p:nvSpPr>
          <p:cNvPr id="1836" name="!!brand"/>
          <p:cNvSpPr txBox="1"/>
          <p:nvPr/>
        </p:nvSpPr>
        <p:spPr>
          <a:xfrm>
            <a:off x="13217409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sz="1400" noProof="0"/>
          </a:p>
        </p:txBody>
      </p:sp>
      <p:pic>
        <p:nvPicPr>
          <p:cNvPr id="1837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hc7cc306779174be_4_255"/>
          <p:cNvSpPr txBox="1"/>
          <p:nvPr/>
        </p:nvSpPr>
        <p:spPr>
          <a:xfrm>
            <a:off x="731520" y="1280160"/>
            <a:ext cx="8229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 → EVIDENCIA DE CUMPLIMIENTO</a:t>
            </a:r>
            <a:endParaRPr lang="es-CL" sz="1600"/>
          </a:p>
        </p:txBody>
      </p:sp>
      <p:sp>
        <p:nvSpPr>
          <p:cNvPr id="1839" name="Google Shape;1839;hc7cc306779174be_4_255"/>
          <p:cNvSpPr/>
          <p:nvPr/>
        </p:nvSpPr>
        <p:spPr>
          <a:xfrm>
            <a:off x="731520" y="1691640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Google Shape;1840;hc7cc306779174be_4_255"/>
          <p:cNvSpPr txBox="1"/>
          <p:nvPr/>
        </p:nvSpPr>
        <p:spPr>
          <a:xfrm>
            <a:off x="941712" y="1947672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25010</a:t>
            </a:r>
            <a:endParaRPr lang="es-CL" sz="1400" noProof="0"/>
          </a:p>
        </p:txBody>
      </p:sp>
      <p:sp>
        <p:nvSpPr>
          <p:cNvPr id="1841" name="Google Shape;1841;hc7cc306779174be_4_255"/>
          <p:cNvSpPr txBox="1"/>
          <p:nvPr/>
        </p:nvSpPr>
        <p:spPr>
          <a:xfrm>
            <a:off x="3684912" y="1947672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Calidad del producto: criterios y pruebas</a:t>
            </a:r>
            <a:endParaRPr lang="es-CL" sz="1800"/>
          </a:p>
        </p:txBody>
      </p:sp>
      <p:sp>
        <p:nvSpPr>
          <p:cNvPr id="1842" name="Google Shape;1842;hc7cc306779174be_4_255"/>
          <p:cNvSpPr/>
          <p:nvPr/>
        </p:nvSpPr>
        <p:spPr>
          <a:xfrm>
            <a:off x="731520" y="2587752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3" name="Google Shape;1843;hc7cc306779174be_4_255"/>
          <p:cNvSpPr txBox="1"/>
          <p:nvPr/>
        </p:nvSpPr>
        <p:spPr>
          <a:xfrm>
            <a:off x="941712" y="2843784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25012</a:t>
            </a:r>
            <a:endParaRPr lang="es-CL" sz="1400" noProof="0"/>
          </a:p>
        </p:txBody>
      </p:sp>
      <p:sp>
        <p:nvSpPr>
          <p:cNvPr id="1844" name="Google Shape;1844;hc7cc306779174be_4_255"/>
          <p:cNvSpPr txBox="1"/>
          <p:nvPr/>
        </p:nvSpPr>
        <p:spPr>
          <a:xfrm>
            <a:off x="3684912" y="2843784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Datos medidos y conciliados</a:t>
            </a:r>
            <a:endParaRPr lang="es-CL" sz="1800"/>
          </a:p>
        </p:txBody>
      </p:sp>
      <p:sp>
        <p:nvSpPr>
          <p:cNvPr id="1845" name="Google Shape;1845;hc7cc306779174be_4_255"/>
          <p:cNvSpPr/>
          <p:nvPr/>
        </p:nvSpPr>
        <p:spPr>
          <a:xfrm>
            <a:off x="731520" y="3483864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6" name="Google Shape;1846;hc7cc306779174be_4_255"/>
          <p:cNvSpPr txBox="1"/>
          <p:nvPr/>
        </p:nvSpPr>
        <p:spPr>
          <a:xfrm>
            <a:off x="941712" y="3739896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ISO/IEC/IEEE 29119</a:t>
            </a:r>
            <a:endParaRPr lang="es-CL" sz="1500"/>
          </a:p>
        </p:txBody>
      </p:sp>
      <p:sp>
        <p:nvSpPr>
          <p:cNvPr id="1847" name="Google Shape;1847;hc7cc306779174be_4_255"/>
          <p:cNvSpPr txBox="1"/>
          <p:nvPr/>
        </p:nvSpPr>
        <p:spPr>
          <a:xfrm>
            <a:off x="3684912" y="3739896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planificadas y documentadas</a:t>
            </a:r>
            <a:endParaRPr lang="es-CL" sz="1800"/>
          </a:p>
        </p:txBody>
      </p:sp>
      <p:sp>
        <p:nvSpPr>
          <p:cNvPr id="1848" name="Google Shape;1848;hc7cc306779174be_4_255"/>
          <p:cNvSpPr/>
          <p:nvPr/>
        </p:nvSpPr>
        <p:spPr>
          <a:xfrm>
            <a:off x="731520" y="4379976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9" name="Google Shape;1849;hc7cc306779174be_4_255"/>
          <p:cNvSpPr txBox="1"/>
          <p:nvPr/>
        </p:nvSpPr>
        <p:spPr>
          <a:xfrm>
            <a:off x="941712" y="4636008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</a:t>
            </a:r>
            <a:endParaRPr lang="es-CL" sz="1800"/>
          </a:p>
        </p:txBody>
      </p:sp>
      <p:sp>
        <p:nvSpPr>
          <p:cNvPr id="1850" name="Google Shape;1850;hc7cc306779174be_4_255"/>
          <p:cNvSpPr txBox="1"/>
          <p:nvPr/>
        </p:nvSpPr>
        <p:spPr>
          <a:xfrm>
            <a:off x="3684912" y="4636008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Planificar, gestionar y controlar</a:t>
            </a:r>
            <a:endParaRPr lang="es-CL" sz="1800"/>
          </a:p>
        </p:txBody>
      </p:sp>
      <p:sp>
        <p:nvSpPr>
          <p:cNvPr id="1851" name="Google Shape;1851;hc7cc306779174be_4_255"/>
          <p:cNvSpPr/>
          <p:nvPr/>
        </p:nvSpPr>
        <p:spPr>
          <a:xfrm>
            <a:off x="731520" y="5276088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2" name="Google Shape;1852;hc7cc306779174be_4_255"/>
          <p:cNvSpPr txBox="1"/>
          <p:nvPr/>
        </p:nvSpPr>
        <p:spPr>
          <a:xfrm>
            <a:off x="941712" y="5532120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WCAG 2.2 AA</a:t>
            </a:r>
            <a:endParaRPr lang="es-CL" sz="1400" noProof="0"/>
          </a:p>
        </p:txBody>
      </p:sp>
      <p:sp>
        <p:nvSpPr>
          <p:cNvPr id="1853" name="Google Shape;1853;hc7cc306779174be_4_255"/>
          <p:cNvSpPr txBox="1"/>
          <p:nvPr/>
        </p:nvSpPr>
        <p:spPr>
          <a:xfrm>
            <a:off x="3684912" y="5532120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automática y manual</a:t>
            </a:r>
            <a:endParaRPr lang="es-CL" sz="1800"/>
          </a:p>
        </p:txBody>
      </p:sp>
      <p:sp>
        <p:nvSpPr>
          <p:cNvPr id="1854" name="Google Shape;1854;hc7cc306779174be_4_255"/>
          <p:cNvSpPr/>
          <p:nvPr/>
        </p:nvSpPr>
        <p:spPr>
          <a:xfrm>
            <a:off x="731520" y="6172200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5" name="Google Shape;1855;hc7cc306779174be_4_255"/>
          <p:cNvSpPr txBox="1"/>
          <p:nvPr/>
        </p:nvSpPr>
        <p:spPr>
          <a:xfrm>
            <a:off x="941712" y="6428232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OWASP</a:t>
            </a:r>
            <a:endParaRPr lang="es-CL" sz="1400" noProof="0"/>
          </a:p>
        </p:txBody>
      </p:sp>
      <p:sp>
        <p:nvSpPr>
          <p:cNvPr id="1856" name="Google Shape;1856;hc7cc306779174be_4_255"/>
          <p:cNvSpPr txBox="1"/>
          <p:nvPr/>
        </p:nvSpPr>
        <p:spPr>
          <a:xfrm>
            <a:off x="3684912" y="6428232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Revisión de código y de la aplicación</a:t>
            </a:r>
            <a:endParaRPr lang="es-CL" sz="1800"/>
          </a:p>
        </p:txBody>
      </p:sp>
      <p:sp>
        <p:nvSpPr>
          <p:cNvPr id="1857" name="Google Shape;1857;hc7cc306779174be_4_255"/>
          <p:cNvSpPr/>
          <p:nvPr/>
        </p:nvSpPr>
        <p:spPr>
          <a:xfrm>
            <a:off x="731520" y="7068312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Google Shape;1858;hc7cc306779174be_4_255"/>
          <p:cNvSpPr txBox="1"/>
          <p:nvPr/>
        </p:nvSpPr>
        <p:spPr>
          <a:xfrm>
            <a:off x="941712" y="7324344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 9001</a:t>
            </a:r>
            <a:endParaRPr lang="es-CL" sz="1400" noProof="0"/>
          </a:p>
        </p:txBody>
      </p:sp>
      <p:sp>
        <p:nvSpPr>
          <p:cNvPr id="1859" name="Google Shape;1859;hc7cc306779174be_4_255"/>
          <p:cNvSpPr txBox="1"/>
          <p:nvPr/>
        </p:nvSpPr>
        <p:spPr>
          <a:xfrm>
            <a:off x="3684912" y="7324344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Gestión de calidad y auditoría</a:t>
            </a:r>
            <a:endParaRPr lang="es-CL" sz="1800"/>
          </a:p>
        </p:txBody>
      </p:sp>
      <p:sp>
        <p:nvSpPr>
          <p:cNvPr id="1860" name="Google Shape;1860;hc7cc306779174be_4_255"/>
          <p:cNvSpPr/>
          <p:nvPr/>
        </p:nvSpPr>
        <p:spPr>
          <a:xfrm>
            <a:off x="731520" y="7964423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1" name="Google Shape;1861;hc7cc306779174be_4_255"/>
          <p:cNvSpPr txBox="1"/>
          <p:nvPr/>
        </p:nvSpPr>
        <p:spPr>
          <a:xfrm>
            <a:off x="941712" y="8220455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CMMI-DEV N3</a:t>
            </a:r>
            <a:endParaRPr lang="es-CL" sz="1400" noProof="0"/>
          </a:p>
        </p:txBody>
      </p:sp>
      <p:sp>
        <p:nvSpPr>
          <p:cNvPr id="1862" name="Google Shape;1862;hc7cc306779174be_4_255"/>
          <p:cNvSpPr txBox="1"/>
          <p:nvPr/>
        </p:nvSpPr>
        <p:spPr>
          <a:xfrm>
            <a:off x="3684912" y="8220455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de madurez del proceso</a:t>
            </a:r>
            <a:endParaRPr lang="es-CL" sz="1800"/>
          </a:p>
        </p:txBody>
      </p:sp>
      <p:sp>
        <p:nvSpPr>
          <p:cNvPr id="1863" name="Google Shape;1863;hc7cc306779174be_4_255"/>
          <p:cNvSpPr txBox="1"/>
          <p:nvPr/>
        </p:nvSpPr>
        <p:spPr>
          <a:xfrm>
            <a:off x="9390888" y="365760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OBLIGACIONES APLICABLES</a:t>
            </a:r>
            <a:endParaRPr lang="es-CL" sz="1600"/>
          </a:p>
        </p:txBody>
      </p:sp>
      <p:sp>
        <p:nvSpPr>
          <p:cNvPr id="1864" name="Google Shape;1864;hc7cc306779174be_4_255"/>
          <p:cNvSpPr txBox="1"/>
          <p:nvPr/>
        </p:nvSpPr>
        <p:spPr>
          <a:xfrm>
            <a:off x="9390888" y="40690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Sanidad alimentaria</a:t>
            </a:r>
            <a:endParaRPr lang="es-CL" sz="1800"/>
          </a:p>
        </p:txBody>
      </p:sp>
      <p:sp>
        <p:nvSpPr>
          <p:cNvPr id="1865" name="Google Shape;1865;hc7cc306779174be_4_255"/>
          <p:cNvSpPr txBox="1"/>
          <p:nvPr/>
        </p:nvSpPr>
        <p:spPr>
          <a:xfrm>
            <a:off x="9390888" y="44348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Controles y registros de la operación</a:t>
            </a:r>
            <a:endParaRPr lang="es-CL" sz="1600"/>
          </a:p>
        </p:txBody>
      </p:sp>
      <p:sp>
        <p:nvSpPr>
          <p:cNvPr id="1866" name="Google Shape;1866;hc7cc306779174be_4_255"/>
          <p:cNvSpPr txBox="1"/>
          <p:nvPr/>
        </p:nvSpPr>
        <p:spPr>
          <a:xfrm>
            <a:off x="9390888" y="49834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Documentación tributaria</a:t>
            </a:r>
            <a:endParaRPr lang="es-CL" sz="1800"/>
          </a:p>
        </p:txBody>
      </p:sp>
      <p:sp>
        <p:nvSpPr>
          <p:cNvPr id="1867" name="Google Shape;1867;hc7cc306779174be_4_255"/>
          <p:cNvSpPr txBox="1"/>
          <p:nvPr/>
        </p:nvSpPr>
        <p:spPr>
          <a:xfrm>
            <a:off x="9390888" y="53492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Documentos electrónicos y recepción</a:t>
            </a:r>
            <a:endParaRPr lang="es-CL" sz="1600"/>
          </a:p>
        </p:txBody>
      </p:sp>
      <p:sp>
        <p:nvSpPr>
          <p:cNvPr id="1868" name="Google Shape;1868;hc7cc306779174be_4_255"/>
          <p:cNvSpPr txBox="1"/>
          <p:nvPr/>
        </p:nvSpPr>
        <p:spPr>
          <a:xfrm>
            <a:off x="9390888" y="58978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Jornada de conductores</a:t>
            </a:r>
            <a:endParaRPr lang="es-CL" sz="1800"/>
          </a:p>
        </p:txBody>
      </p:sp>
      <p:sp>
        <p:nvSpPr>
          <p:cNvPr id="1869" name="Google Shape;1869;hc7cc306779174be_4_255"/>
          <p:cNvSpPr txBox="1"/>
          <p:nvPr/>
        </p:nvSpPr>
        <p:spPr>
          <a:xfrm>
            <a:off x="9390888" y="62636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Restricciones consideradas en el ruteo</a:t>
            </a:r>
            <a:endParaRPr lang="es-CL" sz="1600"/>
          </a:p>
        </p:txBody>
      </p:sp>
      <p:sp>
        <p:nvSpPr>
          <p:cNvPr id="1870" name="Google Shape;1870;hc7cc306779174be_4_255"/>
          <p:cNvSpPr txBox="1"/>
          <p:nvPr/>
        </p:nvSpPr>
        <p:spPr>
          <a:xfrm>
            <a:off x="9390888" y="68122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Protección de datos</a:t>
            </a:r>
            <a:endParaRPr lang="es-CL" sz="1800"/>
          </a:p>
        </p:txBody>
      </p:sp>
      <p:sp>
        <p:nvSpPr>
          <p:cNvPr id="1871" name="Google Shape;1871;hc7cc306779174be_4_255"/>
          <p:cNvSpPr txBox="1"/>
          <p:nvPr/>
        </p:nvSpPr>
        <p:spPr>
          <a:xfrm>
            <a:off x="9390888" y="71780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Acceso, resguardo y tratamiento</a:t>
            </a:r>
            <a:endParaRPr lang="es-CL" sz="1600"/>
          </a:p>
        </p:txBody>
      </p:sp>
      <p:sp>
        <p:nvSpPr>
          <p:cNvPr id="1872" name="Google Shape;1872;hc7cc306779174be_4_255"/>
          <p:cNvSpPr txBox="1"/>
          <p:nvPr/>
        </p:nvSpPr>
        <p:spPr>
          <a:xfrm>
            <a:off x="9390888" y="7726679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ESTÁNDARES DE INTERCAMBIO</a:t>
            </a:r>
            <a:endParaRPr lang="es-CL" sz="1500"/>
          </a:p>
        </p:txBody>
      </p:sp>
      <p:sp>
        <p:nvSpPr>
          <p:cNvPr id="1873" name="Google Shape;1873;hc7cc306779174be_4_255"/>
          <p:cNvSpPr txBox="1"/>
          <p:nvPr/>
        </p:nvSpPr>
        <p:spPr>
          <a:xfrm>
            <a:off x="9390888" y="80924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GS1: identificación · EDI: documentos</a:t>
            </a:r>
            <a:endParaRPr lang="es-CL" sz="1600"/>
          </a:p>
        </p:txBody>
      </p:sp>
      <p:sp>
        <p:nvSpPr>
          <p:cNvPr id="187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0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del producto</a:t>
            </a:r>
            <a:endParaRPr lang="es-CL" sz="1400" noProof="0"/>
          </a:p>
        </p:txBody>
      </p:sp>
      <p:sp>
        <p:nvSpPr>
          <p:cNvPr id="1881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2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3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4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5" name="Google Shape;1885;hc7cc306779174be_4_489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887" name="Google Shape;1887;hc7cc306779174be_4_489"/>
          <p:cNvSpPr/>
          <p:nvPr/>
        </p:nvSpPr>
        <p:spPr>
          <a:xfrm>
            <a:off x="91440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prueba aprobada</a:t>
            </a:r>
            <a:endParaRPr lang="es-CL" sz="1600"/>
          </a:p>
        </p:txBody>
      </p:sp>
      <p:sp>
        <p:nvSpPr>
          <p:cNvPr id="1888" name="Google Shape;1888;hc7cc306779174be_4_489"/>
          <p:cNvSpPr/>
          <p:nvPr/>
        </p:nvSpPr>
        <p:spPr>
          <a:xfrm>
            <a:off x="507492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Defectos graves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 pendientes al cierre</a:t>
            </a:r>
            <a:endParaRPr lang="es-CL" sz="1600"/>
          </a:p>
        </p:txBody>
      </p:sp>
      <p:sp>
        <p:nvSpPr>
          <p:cNvPr id="1889" name="Google Shape;1889;hc7cc306779174be_4_489"/>
          <p:cNvSpPr/>
          <p:nvPr/>
        </p:nvSpPr>
        <p:spPr>
          <a:xfrm>
            <a:off x="923544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Continuidad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la ventana de despacho</a:t>
            </a:r>
            <a:endParaRPr lang="es-CL" sz="1600"/>
          </a:p>
        </p:txBody>
      </p:sp>
      <p:sp>
        <p:nvSpPr>
          <p:cNvPr id="1890" name="Google Shape;1890;hc7cc306779174be_4_489"/>
          <p:cNvSpPr/>
          <p:nvPr/>
        </p:nvSpPr>
        <p:spPr>
          <a:xfrm>
            <a:off x="13395959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Resultados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medidos en operación</a:t>
            </a:r>
            <a:endParaRPr lang="es-CL" sz="1600"/>
          </a:p>
        </p:txBody>
      </p:sp>
      <p:sp>
        <p:nvSpPr>
          <p:cNvPr id="1891" name="Google Shape;1891;hc7cc306779174be_4_489"/>
          <p:cNvSpPr/>
          <p:nvPr/>
        </p:nvSpPr>
        <p:spPr>
          <a:xfrm>
            <a:off x="91440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Google Shape;1892;hc7cc306779174be_4_489"/>
          <p:cNvSpPr txBox="1"/>
          <p:nvPr/>
        </p:nvSpPr>
        <p:spPr>
          <a:xfrm>
            <a:off x="114300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Funcionalidad</a:t>
            </a:r>
            <a:endParaRPr lang="es-CL" sz="1400" noProof="0"/>
          </a:p>
        </p:txBody>
      </p:sp>
      <p:sp>
        <p:nvSpPr>
          <p:cNvPr id="1893" name="Google Shape;1893;hc7cc306779174be_4_489"/>
          <p:cNvSpPr txBox="1"/>
          <p:nvPr/>
        </p:nvSpPr>
        <p:spPr>
          <a:xfrm>
            <a:off x="114300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Requisitos con pruebas aprobadas</a:t>
            </a:r>
            <a:endParaRPr lang="es-CL" sz="1600"/>
          </a:p>
        </p:txBody>
      </p:sp>
      <p:sp>
        <p:nvSpPr>
          <p:cNvPr id="1894" name="Google Shape;1894;hc7cc306779174be_4_489"/>
          <p:cNvSpPr/>
          <p:nvPr/>
        </p:nvSpPr>
        <p:spPr>
          <a:xfrm>
            <a:off x="507492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5" name="Google Shape;1895;hc7cc306779174be_4_489"/>
          <p:cNvSpPr txBox="1"/>
          <p:nvPr/>
        </p:nvSpPr>
        <p:spPr>
          <a:xfrm>
            <a:off x="530352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Desempeño</a:t>
            </a:r>
            <a:endParaRPr lang="es-CL" sz="1400" noProof="0"/>
          </a:p>
        </p:txBody>
      </p:sp>
      <p:sp>
        <p:nvSpPr>
          <p:cNvPr id="1896" name="Google Shape;1896;hc7cc306779174be_4_489"/>
          <p:cNvSpPr txBox="1"/>
          <p:nvPr/>
        </p:nvSpPr>
        <p:spPr>
          <a:xfrm>
            <a:off x="530352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Respuesta crítica bajo carga</a:t>
            </a:r>
            <a:endParaRPr lang="es-CL" sz="1600"/>
          </a:p>
        </p:txBody>
      </p:sp>
      <p:sp>
        <p:nvSpPr>
          <p:cNvPr id="1897" name="Google Shape;1897;hc7cc306779174be_4_489"/>
          <p:cNvSpPr/>
          <p:nvPr/>
        </p:nvSpPr>
        <p:spPr>
          <a:xfrm>
            <a:off x="923544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8" name="Google Shape;1898;hc7cc306779174be_4_489"/>
          <p:cNvSpPr txBox="1"/>
          <p:nvPr/>
        </p:nvSpPr>
        <p:spPr>
          <a:xfrm>
            <a:off x="946404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Compatibilidad</a:t>
            </a:r>
            <a:endParaRPr lang="es-CL" sz="1400" noProof="0"/>
          </a:p>
        </p:txBody>
      </p:sp>
      <p:sp>
        <p:nvSpPr>
          <p:cNvPr id="1899" name="Google Shape;1899;hc7cc306779174be_4_489"/>
          <p:cNvSpPr txBox="1"/>
          <p:nvPr/>
        </p:nvSpPr>
        <p:spPr>
          <a:xfrm>
            <a:off x="946404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Integraciones sin errores</a:t>
            </a:r>
            <a:endParaRPr lang="es-CL" sz="1600"/>
          </a:p>
        </p:txBody>
      </p:sp>
      <p:sp>
        <p:nvSpPr>
          <p:cNvPr id="1900" name="Google Shape;1900;hc7cc306779174be_4_489"/>
          <p:cNvSpPr/>
          <p:nvPr/>
        </p:nvSpPr>
        <p:spPr>
          <a:xfrm>
            <a:off x="13395959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1" name="Google Shape;1901;hc7cc306779174be_4_489"/>
          <p:cNvSpPr txBox="1"/>
          <p:nvPr/>
        </p:nvSpPr>
        <p:spPr>
          <a:xfrm>
            <a:off x="13624559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Usabilidad</a:t>
            </a:r>
            <a:endParaRPr lang="es-CL" sz="1400" noProof="0"/>
          </a:p>
        </p:txBody>
      </p:sp>
      <p:sp>
        <p:nvSpPr>
          <p:cNvPr id="1902" name="Google Shape;1902;hc7cc306779174be_4_489"/>
          <p:cNvSpPr txBox="1"/>
          <p:nvPr/>
        </p:nvSpPr>
        <p:spPr>
          <a:xfrm>
            <a:off x="13624559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Uso por perfil · WCAG 2.2 AA</a:t>
            </a:r>
            <a:endParaRPr lang="es-CL" sz="1600"/>
          </a:p>
        </p:txBody>
      </p:sp>
      <p:sp>
        <p:nvSpPr>
          <p:cNvPr id="1903" name="Google Shape;1903;hc7cc306779174be_4_489"/>
          <p:cNvSpPr/>
          <p:nvPr/>
        </p:nvSpPr>
        <p:spPr>
          <a:xfrm>
            <a:off x="91440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4" name="Google Shape;1904;hc7cc306779174be_4_489"/>
          <p:cNvSpPr txBox="1"/>
          <p:nvPr/>
        </p:nvSpPr>
        <p:spPr>
          <a:xfrm>
            <a:off x="114300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Fiabilidad</a:t>
            </a:r>
            <a:endParaRPr lang="es-CL" sz="1400" noProof="0"/>
          </a:p>
        </p:txBody>
      </p:sp>
      <p:sp>
        <p:nvSpPr>
          <p:cNvPr id="1905" name="Google Shape;1905;hc7cc306779174be_4_489"/>
          <p:cNvSpPr txBox="1"/>
          <p:nvPr/>
        </p:nvSpPr>
        <p:spPr>
          <a:xfrm>
            <a:off x="114300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Continuidad y recuperación</a:t>
            </a:r>
            <a:endParaRPr lang="es-CL" sz="1600"/>
          </a:p>
        </p:txBody>
      </p:sp>
      <p:sp>
        <p:nvSpPr>
          <p:cNvPr id="1906" name="Google Shape;1906;hc7cc306779174be_4_489"/>
          <p:cNvSpPr/>
          <p:nvPr/>
        </p:nvSpPr>
        <p:spPr>
          <a:xfrm>
            <a:off x="507492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Google Shape;1907;hc7cc306779174be_4_489"/>
          <p:cNvSpPr txBox="1"/>
          <p:nvPr/>
        </p:nvSpPr>
        <p:spPr>
          <a:xfrm>
            <a:off x="530352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endParaRPr lang="es-CL" sz="1400" noProof="0"/>
          </a:p>
        </p:txBody>
      </p:sp>
      <p:sp>
        <p:nvSpPr>
          <p:cNvPr id="1908" name="Google Shape;1908;hc7cc306779174be_4_489"/>
          <p:cNvSpPr txBox="1"/>
          <p:nvPr/>
        </p:nvSpPr>
        <p:spPr>
          <a:xfrm>
            <a:off x="530352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hallazgos graves abiertos</a:t>
            </a:r>
            <a:endParaRPr lang="es-CL" sz="1600"/>
          </a:p>
        </p:txBody>
      </p:sp>
      <p:sp>
        <p:nvSpPr>
          <p:cNvPr id="1909" name="Google Shape;1909;hc7cc306779174be_4_489"/>
          <p:cNvSpPr/>
          <p:nvPr/>
        </p:nvSpPr>
        <p:spPr>
          <a:xfrm>
            <a:off x="923544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0" name="Google Shape;1910;hc7cc306779174be_4_489"/>
          <p:cNvSpPr txBox="1"/>
          <p:nvPr/>
        </p:nvSpPr>
        <p:spPr>
          <a:xfrm>
            <a:off x="946404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Mantenibilidad</a:t>
            </a:r>
            <a:endParaRPr lang="es-CL" sz="1400" noProof="0"/>
          </a:p>
        </p:txBody>
      </p:sp>
      <p:sp>
        <p:nvSpPr>
          <p:cNvPr id="1911" name="Google Shape;1911;hc7cc306779174be_4_489"/>
          <p:cNvSpPr txBox="1"/>
          <p:nvPr/>
        </p:nvSpPr>
        <p:spPr>
          <a:xfrm>
            <a:off x="946404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Código revisado y cobertura de pruebas</a:t>
            </a:r>
            <a:endParaRPr lang="es-CL" sz="1600"/>
          </a:p>
        </p:txBody>
      </p:sp>
      <p:sp>
        <p:nvSpPr>
          <p:cNvPr id="1912" name="Google Shape;1912;hc7cc306779174be_4_489"/>
          <p:cNvSpPr/>
          <p:nvPr/>
        </p:nvSpPr>
        <p:spPr>
          <a:xfrm>
            <a:off x="13395959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3" name="Google Shape;1913;hc7cc306779174be_4_489"/>
          <p:cNvSpPr txBox="1"/>
          <p:nvPr/>
        </p:nvSpPr>
        <p:spPr>
          <a:xfrm>
            <a:off x="13624559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Portabilidad</a:t>
            </a:r>
            <a:endParaRPr lang="es-CL" sz="1400" noProof="0"/>
          </a:p>
        </p:txBody>
      </p:sp>
      <p:sp>
        <p:nvSpPr>
          <p:cNvPr id="1914" name="Google Shape;1914;hc7cc306779174be_4_489"/>
          <p:cNvSpPr txBox="1"/>
          <p:nvPr/>
        </p:nvSpPr>
        <p:spPr>
          <a:xfrm>
            <a:off x="13624559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Mismo artefacto entre ambientes</a:t>
            </a:r>
            <a:endParaRPr lang="es-CL" sz="1600"/>
          </a:p>
        </p:txBody>
      </p:sp>
      <p:sp>
        <p:nvSpPr>
          <p:cNvPr id="19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34</a:t>
            </a:r>
          </a:p>
        </p:txBody>
      </p:sp>
      <p:sp>
        <p:nvSpPr>
          <p:cNvPr id="35001" name="Nota editorial 35001"/>
          <p:cNvSpPr txBox="1"/>
          <p:nvPr/>
        </p:nvSpPr>
        <p:spPr>
          <a:xfrm>
            <a:off x="2286000" y="2743200"/>
            <a:ext cx="13716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Criterios de aceptación, no resultados ya obtenidos</a:t>
            </a:r>
            <a:endParaRPr lang="es-CL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2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3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4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5" name="!!title"/>
          <p:cNvSpPr txBox="1"/>
          <p:nvPr/>
        </p:nvSpPr>
        <p:spPr>
          <a:xfrm>
            <a:off x="1435608" y="2349500"/>
            <a:ext cx="7772400" cy="1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y</a:t>
            </a:r>
            <a:endParaRPr lang="es-CL" sz="54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5400"/>
          </a:p>
        </p:txBody>
      </p:sp>
      <p:sp>
        <p:nvSpPr>
          <p:cNvPr id="1926" name="Google Shape;1926;p31"/>
          <p:cNvSpPr txBox="1"/>
          <p:nvPr/>
        </p:nvSpPr>
        <p:spPr>
          <a:xfrm>
            <a:off x="1435608" y="4381500"/>
            <a:ext cx="758952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Corregir → verificar → avanzar</a:t>
            </a:r>
            <a:endParaRPr lang="es-CL" sz="2500"/>
          </a:p>
        </p:txBody>
      </p:sp>
      <p:sp>
        <p:nvSpPr>
          <p:cNvPr id="1927" name="Google Shape;1927;p31"/>
          <p:cNvSpPr txBox="1"/>
          <p:nvPr/>
        </p:nvSpPr>
        <p:spPr>
          <a:xfrm>
            <a:off x="1435608" y="5181600"/>
            <a:ext cx="768096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ART. 17.3 · CONDICIONES CONJUNTAS</a:t>
            </a:r>
            <a:endParaRPr lang="es-CL" sz="1600"/>
          </a:p>
        </p:txBody>
      </p:sp>
      <p:sp>
        <p:nvSpPr>
          <p:cNvPr id="1928" name="Google Shape;1928;p31"/>
          <p:cNvSpPr/>
          <p:nvPr/>
        </p:nvSpPr>
        <p:spPr>
          <a:xfrm>
            <a:off x="143560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noProof="0"/>
          </a:p>
        </p:txBody>
      </p:sp>
      <p:sp>
        <p:nvSpPr>
          <p:cNvPr id="1929" name="Google Shape;1929;p31"/>
          <p:cNvSpPr txBox="1"/>
          <p:nvPr/>
        </p:nvSpPr>
        <p:spPr>
          <a:xfrm>
            <a:off x="198424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incidentes críticos o altos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abiertos atribuibles</a:t>
            </a:r>
            <a:endParaRPr lang="es-CL" sz="1800"/>
          </a:p>
        </p:txBody>
      </p:sp>
      <p:sp>
        <p:nvSpPr>
          <p:cNvPr id="1930" name="Google Shape;1930;p31"/>
          <p:cNvSpPr/>
          <p:nvPr/>
        </p:nvSpPr>
        <p:spPr>
          <a:xfrm>
            <a:off x="536752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931" name="Google Shape;1931;p31"/>
          <p:cNvSpPr txBox="1"/>
          <p:nvPr/>
        </p:nvSpPr>
        <p:spPr>
          <a:xfrm>
            <a:off x="591616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Todo el volumen real: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últimas cuatro semanas</a:t>
            </a:r>
            <a:endParaRPr lang="es-CL" sz="1800"/>
          </a:p>
        </p:txBody>
      </p:sp>
      <p:sp>
        <p:nvSpPr>
          <p:cNvPr id="1932" name="Google Shape;1932;p31"/>
          <p:cNvSpPr/>
          <p:nvPr/>
        </p:nvSpPr>
        <p:spPr>
          <a:xfrm>
            <a:off x="143560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933" name="Google Shape;1933;p31"/>
          <p:cNvSpPr txBox="1"/>
          <p:nvPr/>
        </p:nvSpPr>
        <p:spPr>
          <a:xfrm>
            <a:off x="198424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05:30–07:00 sin caída;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disponibilidad y respuesta</a:t>
            </a:r>
            <a:endParaRPr lang="es-CL" sz="1800"/>
          </a:p>
        </p:txBody>
      </p:sp>
      <p:sp>
        <p:nvSpPr>
          <p:cNvPr id="1934" name="Google Shape;1934;p31"/>
          <p:cNvSpPr/>
          <p:nvPr/>
        </p:nvSpPr>
        <p:spPr>
          <a:xfrm>
            <a:off x="536752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935" name="Google Shape;1935;p31"/>
          <p:cNvSpPr txBox="1"/>
          <p:nvPr/>
        </p:nvSpPr>
        <p:spPr>
          <a:xfrm>
            <a:off x="591616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Conciliación sin diferencias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pendientes de explicación</a:t>
            </a:r>
            <a:endParaRPr lang="es-CL" sz="1800"/>
          </a:p>
        </p:txBody>
      </p:sp>
      <p:sp>
        <p:nvSpPr>
          <p:cNvPr id="1936" name="Google Shape;1936;p31"/>
          <p:cNvSpPr/>
          <p:nvPr/>
        </p:nvSpPr>
        <p:spPr>
          <a:xfrm>
            <a:off x="143560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lang="es-CL" noProof="0"/>
          </a:p>
        </p:txBody>
      </p:sp>
      <p:sp>
        <p:nvSpPr>
          <p:cNvPr id="1937" name="Google Shape;1937;p31"/>
          <p:cNvSpPr txBox="1"/>
          <p:nvPr/>
        </p:nvSpPr>
        <p:spPr>
          <a:xfrm>
            <a:off x="198424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Usuarios de la ola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capacitados y certificados</a:t>
            </a:r>
            <a:endParaRPr lang="es-CL" sz="1800"/>
          </a:p>
        </p:txBody>
      </p:sp>
      <p:sp>
        <p:nvSpPr>
          <p:cNvPr id="1938" name="Google Shape;1938;p31"/>
          <p:cNvSpPr/>
          <p:nvPr/>
        </p:nvSpPr>
        <p:spPr>
          <a:xfrm>
            <a:off x="536752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 lang="es-CL" noProof="0"/>
          </a:p>
        </p:txBody>
      </p:sp>
      <p:sp>
        <p:nvSpPr>
          <p:cNvPr id="1939" name="Google Shape;1939;p31"/>
          <p:cNvSpPr txBox="1"/>
          <p:nvPr/>
        </p:nvSpPr>
        <p:spPr>
          <a:xfrm>
            <a:off x="591616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Acta firmada por 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Contraparte Técnica</a:t>
            </a:r>
            <a:endParaRPr lang="es-CL" sz="1800"/>
          </a:p>
        </p:txBody>
      </p:sp>
      <p:sp>
        <p:nvSpPr>
          <p:cNvPr id="1940" name="Google Shape;1940;p31"/>
          <p:cNvSpPr/>
          <p:nvPr/>
        </p:nvSpPr>
        <p:spPr>
          <a:xfrm>
            <a:off x="9509760" y="9144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1" name="Google Shape;1941;p31"/>
          <p:cNvSpPr/>
          <p:nvPr/>
        </p:nvSpPr>
        <p:spPr>
          <a:xfrm>
            <a:off x="9646920" y="10515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G0</a:t>
            </a:r>
            <a:endParaRPr lang="es-CL" noProof="0"/>
          </a:p>
        </p:txBody>
      </p:sp>
      <p:sp>
        <p:nvSpPr>
          <p:cNvPr id="1942" name="Google Shape;1942;p31"/>
          <p:cNvSpPr txBox="1"/>
          <p:nvPr/>
        </p:nvSpPr>
        <p:spPr>
          <a:xfrm>
            <a:off x="10561320" y="98755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Compromiso local</a:t>
            </a:r>
            <a:endParaRPr lang="es-CL" noProof="0"/>
          </a:p>
        </p:txBody>
      </p:sp>
      <p:sp>
        <p:nvSpPr>
          <p:cNvPr id="1943" name="Google Shape;1943;p31"/>
          <p:cNvSpPr txBox="1"/>
          <p:nvPr/>
        </p:nvSpPr>
        <p:spPr>
          <a:xfrm>
            <a:off x="10561320" y="141732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Formato y pruebas</a:t>
            </a:r>
            <a:endParaRPr lang="es-CL" sz="1600"/>
          </a:p>
        </p:txBody>
      </p:sp>
      <p:sp>
        <p:nvSpPr>
          <p:cNvPr id="1944" name="Google Shape;1944;p31"/>
          <p:cNvSpPr/>
          <p:nvPr/>
        </p:nvSpPr>
        <p:spPr>
          <a:xfrm>
            <a:off x="9509760" y="201168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5" name="Google Shape;1945;p31"/>
          <p:cNvSpPr/>
          <p:nvPr/>
        </p:nvSpPr>
        <p:spPr>
          <a:xfrm>
            <a:off x="9646920" y="21488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G1</a:t>
            </a:r>
            <a:endParaRPr lang="es-CL" noProof="0"/>
          </a:p>
        </p:txBody>
      </p:sp>
      <p:sp>
        <p:nvSpPr>
          <p:cNvPr id="1946" name="Google Shape;1946;p31"/>
          <p:cNvSpPr txBox="1"/>
          <p:nvPr/>
        </p:nvSpPr>
        <p:spPr>
          <a:xfrm>
            <a:off x="10561320" y="208483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Solicitud de fusión</a:t>
            </a:r>
            <a:endParaRPr lang="es-CL" noProof="0"/>
          </a:p>
        </p:txBody>
      </p:sp>
      <p:sp>
        <p:nvSpPr>
          <p:cNvPr id="1947" name="Google Shape;1947;p31"/>
          <p:cNvSpPr txBox="1"/>
          <p:nvPr/>
        </p:nvSpPr>
        <p:spPr>
          <a:xfrm>
            <a:off x="10561320" y="25146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Revisión por pares</a:t>
            </a:r>
            <a:endParaRPr lang="es-CL" sz="1600"/>
          </a:p>
        </p:txBody>
      </p:sp>
      <p:sp>
        <p:nvSpPr>
          <p:cNvPr id="1948" name="Google Shape;1948;p31"/>
          <p:cNvSpPr/>
          <p:nvPr/>
        </p:nvSpPr>
        <p:spPr>
          <a:xfrm>
            <a:off x="9509760" y="310896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9" name="Google Shape;1949;p31"/>
          <p:cNvSpPr/>
          <p:nvPr/>
        </p:nvSpPr>
        <p:spPr>
          <a:xfrm>
            <a:off x="9646920" y="3246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G2</a:t>
            </a:r>
            <a:endParaRPr lang="es-CL" noProof="0"/>
          </a:p>
        </p:txBody>
      </p:sp>
      <p:sp>
        <p:nvSpPr>
          <p:cNvPr id="1950" name="Google Shape;1950;p31"/>
          <p:cNvSpPr txBox="1"/>
          <p:nvPr/>
        </p:nvSpPr>
        <p:spPr>
          <a:xfrm>
            <a:off x="10561320" y="318211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continua</a:t>
            </a:r>
            <a:endParaRPr lang="es-CL" noProof="0"/>
          </a:p>
        </p:txBody>
      </p:sp>
      <p:sp>
        <p:nvSpPr>
          <p:cNvPr id="1951" name="Google Shape;1951;p31"/>
          <p:cNvSpPr txBox="1"/>
          <p:nvPr/>
        </p:nvSpPr>
        <p:spPr>
          <a:xfrm>
            <a:off x="10561320" y="361188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Cobertura · calidad de código · contratos</a:t>
            </a:r>
            <a:endParaRPr lang="es-CL" sz="1600"/>
          </a:p>
        </p:txBody>
      </p:sp>
      <p:sp>
        <p:nvSpPr>
          <p:cNvPr id="1952" name="Google Shape;1952;p31"/>
          <p:cNvSpPr/>
          <p:nvPr/>
        </p:nvSpPr>
        <p:spPr>
          <a:xfrm>
            <a:off x="9509760" y="420624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3" name="Google Shape;1953;p31"/>
          <p:cNvSpPr/>
          <p:nvPr/>
        </p:nvSpPr>
        <p:spPr>
          <a:xfrm>
            <a:off x="9646920" y="434340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G3</a:t>
            </a:r>
            <a:endParaRPr lang="es-CL" noProof="0"/>
          </a:p>
        </p:txBody>
      </p:sp>
      <p:sp>
        <p:nvSpPr>
          <p:cNvPr id="1954" name="Google Shape;1954;p31"/>
          <p:cNvSpPr txBox="1"/>
          <p:nvPr/>
        </p:nvSpPr>
        <p:spPr>
          <a:xfrm>
            <a:off x="10561320" y="427939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Promoción a QA</a:t>
            </a:r>
            <a:endParaRPr lang="es-CL" noProof="0"/>
          </a:p>
        </p:txBody>
      </p:sp>
      <p:sp>
        <p:nvSpPr>
          <p:cNvPr id="1955" name="Google Shape;1955;p31"/>
          <p:cNvSpPr txBox="1"/>
          <p:nvPr/>
        </p:nvSpPr>
        <p:spPr>
          <a:xfrm>
            <a:off x="10561320" y="4709159"/>
            <a:ext cx="6675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Sin vulnerabilidades críticas o altas</a:t>
            </a:r>
            <a:endParaRPr lang="es-CL" sz="1600"/>
          </a:p>
        </p:txBody>
      </p:sp>
      <p:sp>
        <p:nvSpPr>
          <p:cNvPr id="1956" name="Google Shape;1956;p31"/>
          <p:cNvSpPr/>
          <p:nvPr/>
        </p:nvSpPr>
        <p:spPr>
          <a:xfrm>
            <a:off x="9509760" y="530352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7" name="Google Shape;1957;p31"/>
          <p:cNvSpPr/>
          <p:nvPr/>
        </p:nvSpPr>
        <p:spPr>
          <a:xfrm>
            <a:off x="9646920" y="544068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G4</a:t>
            </a:r>
            <a:endParaRPr lang="es-CL" noProof="0"/>
          </a:p>
        </p:txBody>
      </p:sp>
      <p:sp>
        <p:nvSpPr>
          <p:cNvPr id="1958" name="Google Shape;1958;p31"/>
          <p:cNvSpPr txBox="1"/>
          <p:nvPr/>
        </p:nvSpPr>
        <p:spPr>
          <a:xfrm>
            <a:off x="10561320" y="537667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Preproducción</a:t>
            </a:r>
            <a:endParaRPr lang="es-CL" noProof="0"/>
          </a:p>
        </p:txBody>
      </p:sp>
      <p:sp>
        <p:nvSpPr>
          <p:cNvPr id="1959" name="Google Shape;1959;p31"/>
          <p:cNvSpPr txBox="1"/>
          <p:nvPr/>
        </p:nvSpPr>
        <p:spPr>
          <a:xfrm>
            <a:off x="10561320" y="58064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Regresión · seguridad · accesibilidad</a:t>
            </a:r>
            <a:endParaRPr lang="es-CL" sz="1600"/>
          </a:p>
        </p:txBody>
      </p:sp>
      <p:sp>
        <p:nvSpPr>
          <p:cNvPr id="1960" name="Google Shape;1960;p31"/>
          <p:cNvSpPr/>
          <p:nvPr/>
        </p:nvSpPr>
        <p:spPr>
          <a:xfrm>
            <a:off x="9509760" y="64008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1" name="Google Shape;1961;p31"/>
          <p:cNvSpPr/>
          <p:nvPr/>
        </p:nvSpPr>
        <p:spPr>
          <a:xfrm>
            <a:off x="9646920" y="65379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G5</a:t>
            </a:r>
            <a:endParaRPr lang="es-CL" noProof="0"/>
          </a:p>
        </p:txBody>
      </p:sp>
      <p:sp>
        <p:nvSpPr>
          <p:cNvPr id="1962" name="Google Shape;1962;p31"/>
          <p:cNvSpPr txBox="1"/>
          <p:nvPr/>
        </p:nvSpPr>
        <p:spPr>
          <a:xfrm>
            <a:off x="10561320" y="647395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Entrada a Producción</a:t>
            </a:r>
            <a:endParaRPr lang="es-CL" noProof="0"/>
          </a:p>
        </p:txBody>
      </p:sp>
      <p:sp>
        <p:nvSpPr>
          <p:cNvPr id="1963" name="Google Shape;1963;p31"/>
          <p:cNvSpPr txBox="1"/>
          <p:nvPr/>
        </p:nvSpPr>
        <p:spPr>
          <a:xfrm>
            <a:off x="10561320" y="690372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Pruebas · certificación · reversión</a:t>
            </a:r>
            <a:endParaRPr lang="es-CL" sz="1600"/>
          </a:p>
        </p:txBody>
      </p:sp>
      <p:sp>
        <p:nvSpPr>
          <p:cNvPr id="1964" name="Google Shape;1964;p31"/>
          <p:cNvSpPr/>
          <p:nvPr/>
        </p:nvSpPr>
        <p:spPr>
          <a:xfrm>
            <a:off x="9509760" y="7498079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5" name="Google Shape;1965;p31"/>
          <p:cNvSpPr/>
          <p:nvPr/>
        </p:nvSpPr>
        <p:spPr>
          <a:xfrm>
            <a:off x="9646920" y="76352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G6</a:t>
            </a:r>
            <a:endParaRPr lang="es-CL" noProof="0"/>
          </a:p>
        </p:txBody>
      </p:sp>
      <p:sp>
        <p:nvSpPr>
          <p:cNvPr id="1966" name="Google Shape;1966;p31"/>
          <p:cNvSpPr txBox="1"/>
          <p:nvPr/>
        </p:nvSpPr>
        <p:spPr>
          <a:xfrm>
            <a:off x="10561320" y="7571231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Producción supervisada</a:t>
            </a:r>
            <a:endParaRPr lang="es-CL" noProof="0"/>
          </a:p>
        </p:txBody>
      </p:sp>
      <p:sp>
        <p:nvSpPr>
          <p:cNvPr id="1967" name="Google Shape;1967;p31"/>
          <p:cNvSpPr txBox="1"/>
          <p:nvPr/>
        </p:nvSpPr>
        <p:spPr>
          <a:xfrm>
            <a:off x="10561320" y="80010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Seguimiento · reversión ante desvíos</a:t>
            </a:r>
            <a:endParaRPr lang="es-CL" sz="1600"/>
          </a:p>
        </p:txBody>
      </p:sp>
      <p:sp>
        <p:nvSpPr>
          <p:cNvPr id="196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4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Pruebas: del código al terreno</a:t>
            </a:r>
            <a:endParaRPr lang="es-CL" sz="1400" noProof="0"/>
          </a:p>
        </p:txBody>
      </p:sp>
      <p:sp>
        <p:nvSpPr>
          <p:cNvPr id="19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7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8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9" name="Google Shape;1979;hc7cc306779174be_4_957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981" name="Google Shape;1981;hc7cc306779174be_4_957"/>
          <p:cNvSpPr/>
          <p:nvPr/>
        </p:nvSpPr>
        <p:spPr>
          <a:xfrm>
            <a:off x="914400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Desarrollo</a:t>
            </a:r>
            <a:endParaRPr lang="es-CL" sz="1400" noProof="0"/>
          </a:p>
        </p:txBody>
      </p:sp>
      <p:sp>
        <p:nvSpPr>
          <p:cNvPr id="1982" name="Google Shape;1982;hc7cc306779174be_4_957"/>
          <p:cNvSpPr/>
          <p:nvPr/>
        </p:nvSpPr>
        <p:spPr>
          <a:xfrm>
            <a:off x="914400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Unitarias y componente</a:t>
            </a:r>
            <a:endParaRPr lang="es-CL" sz="1400" noProof="0"/>
          </a:p>
        </p:txBody>
      </p:sp>
      <p:sp>
        <p:nvSpPr>
          <p:cNvPr id="1983" name="Google Shape;1983;hc7cc306779174be_4_957"/>
          <p:cNvSpPr/>
          <p:nvPr/>
        </p:nvSpPr>
        <p:spPr>
          <a:xfrm>
            <a:off x="914400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Contratos de API</a:t>
            </a:r>
            <a:endParaRPr lang="es-CL" sz="1400" noProof="0"/>
          </a:p>
        </p:txBody>
      </p:sp>
      <p:cxnSp>
        <p:nvCxnSpPr>
          <p:cNvPr id="1984" name="Google Shape;1984;hc7cc306779174be_4_957"/>
          <p:cNvCxnSpPr/>
          <p:nvPr/>
        </p:nvCxnSpPr>
        <p:spPr>
          <a:xfrm>
            <a:off x="4069080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85" name="Google Shape;1985;hc7cc306779174be_4_957"/>
          <p:cNvSpPr/>
          <p:nvPr/>
        </p:nvSpPr>
        <p:spPr>
          <a:xfrm>
            <a:off x="4242816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QA</a:t>
            </a:r>
            <a:endParaRPr lang="es-CL" sz="1400" noProof="0"/>
          </a:p>
        </p:txBody>
      </p:sp>
      <p:sp>
        <p:nvSpPr>
          <p:cNvPr id="1986" name="Google Shape;1986;hc7cc306779174be_4_957"/>
          <p:cNvSpPr/>
          <p:nvPr/>
        </p:nvSpPr>
        <p:spPr>
          <a:xfrm>
            <a:off x="4242816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Integraciones</a:t>
            </a:r>
            <a:endParaRPr lang="es-CL" sz="1600"/>
          </a:p>
        </p:txBody>
      </p:sp>
      <p:sp>
        <p:nvSpPr>
          <p:cNvPr id="1987" name="Google Shape;1987;hc7cc306779174be_4_957"/>
          <p:cNvSpPr/>
          <p:nvPr/>
        </p:nvSpPr>
        <p:spPr>
          <a:xfrm>
            <a:off x="4242816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 y regresión</a:t>
            </a:r>
            <a:endParaRPr lang="es-CL" sz="1400" noProof="0"/>
          </a:p>
        </p:txBody>
      </p:sp>
      <p:sp>
        <p:nvSpPr>
          <p:cNvPr id="1988" name="Google Shape;1988;hc7cc306779174be_4_957"/>
          <p:cNvSpPr/>
          <p:nvPr/>
        </p:nvSpPr>
        <p:spPr>
          <a:xfrm>
            <a:off x="4242816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 y accesibilidad</a:t>
            </a:r>
            <a:endParaRPr lang="es-CL" sz="1600"/>
          </a:p>
        </p:txBody>
      </p:sp>
      <p:cxnSp>
        <p:nvCxnSpPr>
          <p:cNvPr id="1989" name="Google Shape;1989;hc7cc306779174be_4_957"/>
          <p:cNvCxnSpPr/>
          <p:nvPr/>
        </p:nvCxnSpPr>
        <p:spPr>
          <a:xfrm>
            <a:off x="7397496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90" name="Google Shape;1990;hc7cc306779174be_4_957"/>
          <p:cNvSpPr/>
          <p:nvPr/>
        </p:nvSpPr>
        <p:spPr>
          <a:xfrm>
            <a:off x="7571232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Preproducción</a:t>
            </a:r>
            <a:endParaRPr lang="es-CL" sz="1400" noProof="0"/>
          </a:p>
        </p:txBody>
      </p:sp>
      <p:sp>
        <p:nvSpPr>
          <p:cNvPr id="1991" name="Google Shape;1991;hc7cc306779174be_4_957"/>
          <p:cNvSpPr/>
          <p:nvPr/>
        </p:nvSpPr>
        <p:spPr>
          <a:xfrm>
            <a:off x="7571232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 de usuario</a:t>
            </a:r>
            <a:endParaRPr lang="es-CL" sz="1400" noProof="0"/>
          </a:p>
        </p:txBody>
      </p:sp>
      <p:sp>
        <p:nvSpPr>
          <p:cNvPr id="1992" name="Google Shape;1992;hc7cc306779174be_4_957"/>
          <p:cNvSpPr/>
          <p:nvPr/>
        </p:nvSpPr>
        <p:spPr>
          <a:xfrm>
            <a:off x="7571232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 y estrés</a:t>
            </a:r>
            <a:endParaRPr lang="es-CL" sz="1600"/>
          </a:p>
        </p:txBody>
      </p:sp>
      <p:sp>
        <p:nvSpPr>
          <p:cNvPr id="1993" name="Google Shape;1993;hc7cc306779174be_4_957"/>
          <p:cNvSpPr/>
          <p:nvPr/>
        </p:nvSpPr>
        <p:spPr>
          <a:xfrm>
            <a:off x="7571232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Fallas y conectividad</a:t>
            </a:r>
            <a:endParaRPr lang="es-CL" sz="1600"/>
          </a:p>
        </p:txBody>
      </p:sp>
      <p:sp>
        <p:nvSpPr>
          <p:cNvPr id="1994" name="Google Shape;1994;hc7cc306779174be_4_957"/>
          <p:cNvSpPr/>
          <p:nvPr/>
        </p:nvSpPr>
        <p:spPr>
          <a:xfrm>
            <a:off x="7571232" y="585215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y reversión</a:t>
            </a:r>
            <a:endParaRPr lang="es-CL" sz="1600"/>
          </a:p>
        </p:txBody>
      </p:sp>
      <p:sp>
        <p:nvSpPr>
          <p:cNvPr id="1995" name="Google Shape;1995;hc7cc306779174be_4_957"/>
          <p:cNvSpPr/>
          <p:nvPr/>
        </p:nvSpPr>
        <p:spPr>
          <a:xfrm>
            <a:off x="7571232" y="649224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Intrusión por un tercero</a:t>
            </a:r>
            <a:endParaRPr lang="es-CL" sz="1400" noProof="0"/>
          </a:p>
        </p:txBody>
      </p:sp>
      <p:cxnSp>
        <p:nvCxnSpPr>
          <p:cNvPr id="1996" name="Google Shape;1996;hc7cc306779174be_4_957"/>
          <p:cNvCxnSpPr/>
          <p:nvPr/>
        </p:nvCxnSpPr>
        <p:spPr>
          <a:xfrm>
            <a:off x="10725912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97" name="Google Shape;1997;hc7cc306779174be_4_957"/>
          <p:cNvSpPr/>
          <p:nvPr/>
        </p:nvSpPr>
        <p:spPr>
          <a:xfrm>
            <a:off x="10899648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Terreno</a:t>
            </a:r>
            <a:endParaRPr lang="es-CL" sz="1400" noProof="0"/>
          </a:p>
        </p:txBody>
      </p:sp>
      <p:sp>
        <p:nvSpPr>
          <p:cNvPr id="1998" name="Google Shape;1998;hc7cc306779174be_4_957"/>
          <p:cNvSpPr/>
          <p:nvPr/>
        </p:nvSpPr>
        <p:spPr>
          <a:xfrm>
            <a:off x="10899648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Trabajo sin señal</a:t>
            </a:r>
            <a:endParaRPr lang="es-CL" sz="1600"/>
          </a:p>
        </p:txBody>
      </p:sp>
      <p:sp>
        <p:nvSpPr>
          <p:cNvPr id="1999" name="Google Shape;1999;hc7cc306779174be_4_957"/>
          <p:cNvSpPr/>
          <p:nvPr/>
        </p:nvSpPr>
        <p:spPr>
          <a:xfrm>
            <a:off x="10899648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Frío con guantes</a:t>
            </a:r>
            <a:endParaRPr lang="es-CL" sz="1600"/>
          </a:p>
        </p:txBody>
      </p:sp>
      <p:sp>
        <p:nvSpPr>
          <p:cNvPr id="2000" name="Google Shape;2000;hc7cc306779174be_4_957"/>
          <p:cNvSpPr/>
          <p:nvPr/>
        </p:nvSpPr>
        <p:spPr>
          <a:xfrm>
            <a:off x="10899648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Lluvia · calor · una mano</a:t>
            </a:r>
            <a:endParaRPr lang="es-CL" sz="1600"/>
          </a:p>
        </p:txBody>
      </p:sp>
      <p:cxnSp>
        <p:nvCxnSpPr>
          <p:cNvPr id="2001" name="Google Shape;2001;hc7cc306779174be_4_957"/>
          <p:cNvCxnSpPr/>
          <p:nvPr/>
        </p:nvCxnSpPr>
        <p:spPr>
          <a:xfrm>
            <a:off x="14054328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02" name="Google Shape;2002;hc7cc306779174be_4_957"/>
          <p:cNvSpPr/>
          <p:nvPr/>
        </p:nvSpPr>
        <p:spPr>
          <a:xfrm>
            <a:off x="14228064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sz="1800"/>
          </a:p>
        </p:txBody>
      </p:sp>
      <p:sp>
        <p:nvSpPr>
          <p:cNvPr id="2003" name="Google Shape;2003;hc7cc306779174be_4_957"/>
          <p:cNvSpPr/>
          <p:nvPr/>
        </p:nvSpPr>
        <p:spPr>
          <a:xfrm>
            <a:off x="14228064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Ejercicios de recuperación</a:t>
            </a:r>
            <a:endParaRPr lang="es-CL" sz="1600"/>
          </a:p>
        </p:txBody>
      </p:sp>
      <p:sp>
        <p:nvSpPr>
          <p:cNvPr id="2004" name="Google Shape;2004;hc7cc306779174be_4_957"/>
          <p:cNvSpPr/>
          <p:nvPr/>
        </p:nvSpPr>
        <p:spPr>
          <a:xfrm>
            <a:off x="14228064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Indicadores en marcha blanca</a:t>
            </a:r>
            <a:endParaRPr lang="es-CL" sz="1600"/>
          </a:p>
        </p:txBody>
      </p:sp>
      <p:sp>
        <p:nvSpPr>
          <p:cNvPr id="2005" name="Google Shape;2005;hc7cc306779174be_4_957"/>
          <p:cNvSpPr/>
          <p:nvPr/>
        </p:nvSpPr>
        <p:spPr>
          <a:xfrm>
            <a:off x="91440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Automatización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para pruebas repetibles</a:t>
            </a:r>
            <a:endParaRPr lang="es-CL" sz="1600"/>
          </a:p>
        </p:txBody>
      </p:sp>
      <p:sp>
        <p:nvSpPr>
          <p:cNvPr id="2006" name="Google Shape;2006;hc7cc306779174be_4_957"/>
          <p:cNvSpPr/>
          <p:nvPr/>
        </p:nvSpPr>
        <p:spPr>
          <a:xfrm>
            <a:off x="507492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 trazable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al dimensionamiento</a:t>
            </a:r>
            <a:endParaRPr lang="es-CL" sz="1600"/>
          </a:p>
        </p:txBody>
      </p:sp>
      <p:sp>
        <p:nvSpPr>
          <p:cNvPr id="2007" name="Google Shape;2007;hc7cc306779174be_4_957"/>
          <p:cNvSpPr/>
          <p:nvPr/>
        </p:nvSpPr>
        <p:spPr>
          <a:xfrm>
            <a:off x="923544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Evidencia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por caso y ambiente</a:t>
            </a:r>
            <a:endParaRPr lang="es-CL" sz="1600"/>
          </a:p>
        </p:txBody>
      </p:sp>
      <p:sp>
        <p:nvSpPr>
          <p:cNvPr id="2008" name="Google Shape;2008;hc7cc306779174be_4_957"/>
          <p:cNvSpPr/>
          <p:nvPr/>
        </p:nvSpPr>
        <p:spPr>
          <a:xfrm>
            <a:off x="13395959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protegidos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 anonimización verificada</a:t>
            </a:r>
            <a:endParaRPr lang="es-CL" sz="1600"/>
          </a:p>
        </p:txBody>
      </p:sp>
      <p:sp>
        <p:nvSpPr>
          <p:cNvPr id="200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5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6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7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8" name="!!title"/>
          <p:cNvSpPr txBox="1"/>
          <p:nvPr/>
        </p:nvSpPr>
        <p:spPr>
          <a:xfrm>
            <a:off x="1435608" y="274320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y mejora</a:t>
            </a:r>
            <a:endParaRPr lang="es-CL" sz="1400" noProof="0"/>
          </a:p>
        </p:txBody>
      </p:sp>
      <p:sp>
        <p:nvSpPr>
          <p:cNvPr id="2019" name="Google Shape;2019;hc7cc306779174be_4_1072"/>
          <p:cNvSpPr txBox="1"/>
          <p:nvPr/>
        </p:nvSpPr>
        <p:spPr>
          <a:xfrm>
            <a:off x="9418320" y="457200"/>
            <a:ext cx="813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 · IDENTIFICAR CLIENTES AFECTADOS EN &lt; 2 H</a:t>
            </a:r>
            <a:endParaRPr lang="es-CL" sz="1300"/>
          </a:p>
        </p:txBody>
      </p:sp>
      <p:sp>
        <p:nvSpPr>
          <p:cNvPr id="2020" name="Google Shape;2020;hc7cc306779174be_4_1072"/>
          <p:cNvSpPr/>
          <p:nvPr/>
        </p:nvSpPr>
        <p:spPr>
          <a:xfrm>
            <a:off x="9418320" y="868680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Origen</a:t>
            </a:r>
            <a:endParaRPr lang="es-CL" sz="1400" noProof="0"/>
          </a:p>
        </p:txBody>
      </p:sp>
      <p:sp>
        <p:nvSpPr>
          <p:cNvPr id="2021" name="Google Shape;2021;hc7cc306779174be_4_1072"/>
          <p:cNvSpPr/>
          <p:nvPr/>
        </p:nvSpPr>
        <p:spPr>
          <a:xfrm>
            <a:off x="11932920" y="868680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Identificar clientes afectados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un lote en &lt; 2 h</a:t>
            </a:r>
            <a:endParaRPr lang="es-CL" sz="1800"/>
          </a:p>
        </p:txBody>
      </p:sp>
      <p:cxnSp>
        <p:nvCxnSpPr>
          <p:cNvPr id="2022" name="Google Shape;2022;hc7cc306779174be_4_1072"/>
          <p:cNvCxnSpPr/>
          <p:nvPr/>
        </p:nvCxnSpPr>
        <p:spPr>
          <a:xfrm>
            <a:off x="10607040" y="1618488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3" name="Google Shape;2023;hc7cc306779174be_4_1072"/>
          <p:cNvSpPr/>
          <p:nvPr/>
        </p:nvSpPr>
        <p:spPr>
          <a:xfrm>
            <a:off x="9418320" y="1856232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</a:t>
            </a:r>
            <a:endParaRPr lang="es-CL" sz="1400" noProof="0"/>
          </a:p>
        </p:txBody>
      </p:sp>
      <p:sp>
        <p:nvSpPr>
          <p:cNvPr id="2024" name="Google Shape;2024;hc7cc306779174be_4_1072"/>
          <p:cNvSpPr/>
          <p:nvPr/>
        </p:nvSpPr>
        <p:spPr>
          <a:xfrm>
            <a:off x="11932920" y="1856232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RF-09.01 trazabilidad</a:t>
            </a:r>
            <a:endParaRPr lang="es-CL" sz="1400" noProof="0"/>
          </a:p>
        </p:txBody>
      </p:sp>
      <p:cxnSp>
        <p:nvCxnSpPr>
          <p:cNvPr id="2025" name="Google Shape;2025;hc7cc306779174be_4_1072"/>
          <p:cNvCxnSpPr/>
          <p:nvPr/>
        </p:nvCxnSpPr>
        <p:spPr>
          <a:xfrm>
            <a:off x="10607040" y="2606040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6" name="Google Shape;2026;hc7cc306779174be_4_1072"/>
          <p:cNvSpPr/>
          <p:nvPr/>
        </p:nvSpPr>
        <p:spPr>
          <a:xfrm>
            <a:off x="9418320" y="2843784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Componente</a:t>
            </a:r>
            <a:endParaRPr lang="es-CL" sz="1400" noProof="0"/>
          </a:p>
        </p:txBody>
      </p:sp>
      <p:sp>
        <p:nvSpPr>
          <p:cNvPr id="2027" name="Google Shape;2027;hc7cc306779174be_4_1072"/>
          <p:cNvSpPr/>
          <p:nvPr/>
        </p:nvSpPr>
        <p:spPr>
          <a:xfrm>
            <a:off x="11932920" y="2843784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 Calidad y trazabilidad</a:t>
            </a:r>
            <a:endParaRPr lang="es-CL" sz="1400" noProof="0"/>
          </a:p>
        </p:txBody>
      </p:sp>
      <p:cxnSp>
        <p:nvCxnSpPr>
          <p:cNvPr id="2028" name="Google Shape;2028;hc7cc306779174be_4_1072"/>
          <p:cNvCxnSpPr/>
          <p:nvPr/>
        </p:nvCxnSpPr>
        <p:spPr>
          <a:xfrm>
            <a:off x="10607040" y="3593592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9" name="Google Shape;2029;hc7cc306779174be_4_1072"/>
          <p:cNvSpPr/>
          <p:nvPr/>
        </p:nvSpPr>
        <p:spPr>
          <a:xfrm>
            <a:off x="9418320" y="3831336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Paquete EDT</a:t>
            </a:r>
            <a:endParaRPr lang="es-CL" sz="1400" noProof="0"/>
          </a:p>
        </p:txBody>
      </p:sp>
      <p:sp>
        <p:nvSpPr>
          <p:cNvPr id="2030" name="Google Shape;2030;hc7cc306779174be_4_1072"/>
          <p:cNvSpPr/>
          <p:nvPr/>
        </p:nvSpPr>
        <p:spPr>
          <a:xfrm>
            <a:off x="11932920" y="3831336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3.4.4 Cadena de frío y retiro</a:t>
            </a:r>
            <a:endParaRPr lang="es-CL" sz="1400" noProof="0"/>
          </a:p>
        </p:txBody>
      </p:sp>
      <p:cxnSp>
        <p:nvCxnSpPr>
          <p:cNvPr id="2031" name="Google Shape;2031;hc7cc306779174be_4_1072"/>
          <p:cNvCxnSpPr/>
          <p:nvPr/>
        </p:nvCxnSpPr>
        <p:spPr>
          <a:xfrm>
            <a:off x="10607040" y="4581144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2" name="Google Shape;2032;hc7cc306779174be_4_1072"/>
          <p:cNvSpPr/>
          <p:nvPr/>
        </p:nvSpPr>
        <p:spPr>
          <a:xfrm>
            <a:off x="9418320" y="4818888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</a:t>
            </a:r>
            <a:endParaRPr lang="es-CL" sz="1400" noProof="0"/>
          </a:p>
        </p:txBody>
      </p:sp>
      <p:sp>
        <p:nvSpPr>
          <p:cNvPr id="2033" name="Google Shape;2033;hc7cc306779174be_4_1072"/>
          <p:cNvSpPr/>
          <p:nvPr/>
        </p:nvSpPr>
        <p:spPr>
          <a:xfrm>
            <a:off x="11932920" y="4818888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Simulacro de retiro</a:t>
            </a:r>
            <a:endParaRPr lang="es-CL" sz="1400" noProof="0"/>
          </a:p>
        </p:txBody>
      </p:sp>
      <p:cxnSp>
        <p:nvCxnSpPr>
          <p:cNvPr id="2034" name="Google Shape;2034;hc7cc306779174be_4_1072"/>
          <p:cNvCxnSpPr/>
          <p:nvPr/>
        </p:nvCxnSpPr>
        <p:spPr>
          <a:xfrm>
            <a:off x="10607040" y="5568696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5" name="Google Shape;2035;hc7cc306779174be_4_1072"/>
          <p:cNvSpPr/>
          <p:nvPr/>
        </p:nvSpPr>
        <p:spPr>
          <a:xfrm>
            <a:off x="9418320" y="5806440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</a:t>
            </a:r>
            <a:endParaRPr lang="es-CL" sz="1400" noProof="0"/>
          </a:p>
        </p:txBody>
      </p:sp>
      <p:sp>
        <p:nvSpPr>
          <p:cNvPr id="2036" name="Google Shape;2036;hc7cc306779174be_4_1072"/>
          <p:cNvSpPr/>
          <p:nvPr/>
        </p:nvSpPr>
        <p:spPr>
          <a:xfrm>
            <a:off x="11932920" y="5806440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Fusión con el ID del requisito</a:t>
            </a:r>
            <a:endParaRPr lang="es-CL" sz="1400" noProof="0"/>
          </a:p>
        </p:txBody>
      </p:sp>
      <p:cxnSp>
        <p:nvCxnSpPr>
          <p:cNvPr id="2037" name="Google Shape;2037;hc7cc306779174be_4_1072"/>
          <p:cNvCxnSpPr/>
          <p:nvPr/>
        </p:nvCxnSpPr>
        <p:spPr>
          <a:xfrm>
            <a:off x="10607040" y="6556248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8" name="Google Shape;2038;hc7cc306779174be_4_1072"/>
          <p:cNvSpPr/>
          <p:nvPr/>
        </p:nvSpPr>
        <p:spPr>
          <a:xfrm>
            <a:off x="9418320" y="6793992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Despliegue</a:t>
            </a:r>
            <a:endParaRPr lang="es-CL" sz="1400" noProof="0"/>
          </a:p>
        </p:txBody>
      </p:sp>
      <p:sp>
        <p:nvSpPr>
          <p:cNvPr id="2039" name="Google Shape;2039;hc7cc306779174be_4_1072"/>
          <p:cNvSpPr/>
          <p:nvPr/>
        </p:nvSpPr>
        <p:spPr>
          <a:xfrm>
            <a:off x="11932920" y="6793992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Digest</a:t>
            </a: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la imagen firmada</a:t>
            </a:r>
            <a:endParaRPr lang="es-CL" sz="1400" noProof="0"/>
          </a:p>
        </p:txBody>
      </p:sp>
      <p:cxnSp>
        <p:nvCxnSpPr>
          <p:cNvPr id="2040" name="Google Shape;2040;hc7cc306779174be_4_1072"/>
          <p:cNvCxnSpPr/>
          <p:nvPr/>
        </p:nvCxnSpPr>
        <p:spPr>
          <a:xfrm>
            <a:off x="10607040" y="7543800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41" name="Google Shape;2041;hc7cc306779174be_4_1072"/>
          <p:cNvSpPr/>
          <p:nvPr/>
        </p:nvSpPr>
        <p:spPr>
          <a:xfrm>
            <a:off x="9418320" y="7781544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1400" noProof="0"/>
          </a:p>
        </p:txBody>
      </p:sp>
      <p:sp>
        <p:nvSpPr>
          <p:cNvPr id="2042" name="Google Shape;2042;hc7cc306779174be_4_1072"/>
          <p:cNvSpPr/>
          <p:nvPr/>
        </p:nvSpPr>
        <p:spPr>
          <a:xfrm>
            <a:off x="11932920" y="7781544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Acta del H7</a:t>
            </a:r>
            <a:endParaRPr lang="es-CL" sz="1400" noProof="0"/>
          </a:p>
        </p:txBody>
      </p:sp>
      <p:sp>
        <p:nvSpPr>
          <p:cNvPr id="2043" name="Google Shape;2043;hc7cc306779174be_4_1072"/>
          <p:cNvSpPr txBox="1"/>
          <p:nvPr/>
        </p:nvSpPr>
        <p:spPr>
          <a:xfrm>
            <a:off x="1435608" y="4572000"/>
            <a:ext cx="758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MEJORA CONTINUA · PDCA</a:t>
            </a:r>
            <a:endParaRPr lang="es-CL" sz="1400" noProof="0"/>
          </a:p>
        </p:txBody>
      </p:sp>
      <p:sp>
        <p:nvSpPr>
          <p:cNvPr id="2044" name="Google Shape;2044;hc7cc306779174be_4_1072"/>
          <p:cNvSpPr/>
          <p:nvPr/>
        </p:nvSpPr>
        <p:spPr>
          <a:xfrm>
            <a:off x="1435608" y="493776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Planificar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causa raíz y dueño</a:t>
            </a:r>
            <a:endParaRPr lang="es-CL" sz="1400" noProof="0"/>
          </a:p>
        </p:txBody>
      </p:sp>
      <p:sp>
        <p:nvSpPr>
          <p:cNvPr id="2045" name="Google Shape;2045;hc7cc306779174be_4_1072"/>
          <p:cNvSpPr/>
          <p:nvPr/>
        </p:nvSpPr>
        <p:spPr>
          <a:xfrm>
            <a:off x="3584448" y="493776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Hacer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corregir proceso</a:t>
            </a:r>
            <a:endParaRPr lang="es-CL" sz="1400" noProof="0"/>
          </a:p>
        </p:txBody>
      </p:sp>
      <p:sp>
        <p:nvSpPr>
          <p:cNvPr id="2046" name="Google Shape;2046;hc7cc306779174be_4_1072"/>
          <p:cNvSpPr/>
          <p:nvPr/>
        </p:nvSpPr>
        <p:spPr>
          <a:xfrm>
            <a:off x="1435608" y="603504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Actuar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cerrar o escalar</a:t>
            </a:r>
            <a:endParaRPr lang="es-CL" sz="1400" noProof="0"/>
          </a:p>
        </p:txBody>
      </p:sp>
      <p:sp>
        <p:nvSpPr>
          <p:cNvPr id="2047" name="Google Shape;2047;hc7cc306779174be_4_1072"/>
          <p:cNvSpPr/>
          <p:nvPr/>
        </p:nvSpPr>
        <p:spPr>
          <a:xfrm>
            <a:off x="3584448" y="603504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mismo criterio</a:t>
            </a:r>
            <a:endParaRPr lang="es-CL" sz="1400" noProof="0"/>
          </a:p>
        </p:txBody>
      </p:sp>
      <p:sp>
        <p:nvSpPr>
          <p:cNvPr id="2048" name="Google Shape;2048;hc7cc306779174be_4_1072"/>
          <p:cNvSpPr txBox="1"/>
          <p:nvPr/>
        </p:nvSpPr>
        <p:spPr>
          <a:xfrm>
            <a:off x="1435608" y="7086600"/>
            <a:ext cx="420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Diagramas de control · Pareto · causa raíz</a:t>
            </a:r>
            <a:endParaRPr lang="es-CL" sz="1400" noProof="0"/>
          </a:p>
        </p:txBody>
      </p:sp>
      <p:sp>
        <p:nvSpPr>
          <p:cNvPr id="2049" name="Google Shape;2049;hc7cc306779174be_4_1072"/>
          <p:cNvSpPr txBox="1"/>
          <p:nvPr/>
        </p:nvSpPr>
        <p:spPr>
          <a:xfrm>
            <a:off x="5943600" y="4506873"/>
            <a:ext cx="3109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DE CALIDAD</a:t>
            </a:r>
            <a:endParaRPr lang="es-CL" sz="1500"/>
          </a:p>
        </p:txBody>
      </p:sp>
      <p:sp>
        <p:nvSpPr>
          <p:cNvPr id="2050" name="Google Shape;2050;hc7cc306779174be_4_1072"/>
          <p:cNvSpPr txBox="1"/>
          <p:nvPr/>
        </p:nvSpPr>
        <p:spPr>
          <a:xfrm>
            <a:off x="5943600" y="5016500"/>
            <a:ext cx="31092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Prevención</a:t>
            </a:r>
            <a:endParaRPr lang="es-CL" sz="2300"/>
          </a:p>
        </p:txBody>
      </p:sp>
      <p:sp>
        <p:nvSpPr>
          <p:cNvPr id="2051" name="Google Shape;2051;hc7cc306779174be_4_1072"/>
          <p:cNvSpPr txBox="1"/>
          <p:nvPr/>
        </p:nvSpPr>
        <p:spPr>
          <a:xfrm>
            <a:off x="5943600" y="5562600"/>
            <a:ext cx="31092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Preparar procesos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y controles</a:t>
            </a:r>
            <a:endParaRPr lang="es-CL" sz="1800"/>
          </a:p>
        </p:txBody>
      </p:sp>
      <p:sp>
        <p:nvSpPr>
          <p:cNvPr id="2054" name="Google Shape;2054;hc7cc306779174be_4_1072"/>
          <p:cNvSpPr txBox="1"/>
          <p:nvPr/>
        </p:nvSpPr>
        <p:spPr>
          <a:xfrm>
            <a:off x="5943600" y="6477000"/>
            <a:ext cx="31092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0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Evaluación</a:t>
            </a:r>
            <a:endParaRPr lang="es-CL" sz="2300"/>
          </a:p>
        </p:txBody>
      </p:sp>
      <p:sp>
        <p:nvSpPr>
          <p:cNvPr id="2055" name="Google Shape;2055;hc7cc306779174be_4_1072"/>
          <p:cNvSpPr txBox="1"/>
          <p:nvPr/>
        </p:nvSpPr>
        <p:spPr>
          <a:xfrm>
            <a:off x="5943600" y="7023100"/>
            <a:ext cx="31092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Revisar, probar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y documentar</a:t>
            </a:r>
            <a:endParaRPr lang="es-CL" sz="1800"/>
          </a:p>
        </p:txBody>
      </p:sp>
      <p:sp>
        <p:nvSpPr>
          <p:cNvPr id="20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!!deco_49ff2308_1"/>
          <p:cNvSpPr/>
          <p:nvPr/>
        </p:nvSpPr>
        <p:spPr>
          <a:xfrm>
            <a:off x="-713192" y="-1969519"/>
            <a:ext cx="7495547" cy="5996438"/>
          </a:xfrm>
          <a:custGeom>
            <a:avLst/>
            <a:gdLst/>
            <a:ahLst/>
            <a:cxnLst/>
            <a:rect l="l" t="t" r="r" b="b"/>
            <a:pathLst>
              <a:path w="7495547" h="5996438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3" name="!!title"/>
          <p:cNvSpPr txBox="1"/>
          <p:nvPr/>
        </p:nvSpPr>
        <p:spPr>
          <a:xfrm>
            <a:off x="1028700" y="5334000"/>
            <a:ext cx="8326675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Innovaciones</a:t>
            </a:r>
            <a:endParaRPr lang="es-CL" sz="6000"/>
          </a:p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 evaluación</a:t>
            </a:r>
            <a:endParaRPr lang="es-CL" sz="6000"/>
          </a:p>
        </p:txBody>
      </p:sp>
      <p:sp>
        <p:nvSpPr>
          <p:cNvPr id="2064" name="!!deco_dce8b6c9_1"/>
          <p:cNvSpPr/>
          <p:nvPr/>
        </p:nvSpPr>
        <p:spPr>
          <a:xfrm>
            <a:off x="1663864" y="82491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5" name="!!deco_78f3c294_1"/>
          <p:cNvSpPr/>
          <p:nvPr/>
        </p:nvSpPr>
        <p:spPr>
          <a:xfrm flipH="1">
            <a:off x="2365909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6" name="!!deco_78f3c294_2"/>
          <p:cNvSpPr/>
          <p:nvPr/>
        </p:nvSpPr>
        <p:spPr>
          <a:xfrm flipH="1">
            <a:off x="2213227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7" name="Google Shape;2067;p32"/>
          <p:cNvSpPr txBox="1"/>
          <p:nvPr/>
        </p:nvSpPr>
        <p:spPr>
          <a:xfrm>
            <a:off x="543274" y="8926358"/>
            <a:ext cx="157271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sp>
        <p:nvSpPr>
          <p:cNvPr id="2069" name="Google Shape;2069;p32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070" name="Google Shape;2070;p32"/>
          <p:cNvSpPr txBox="1"/>
          <p:nvPr/>
        </p:nvSpPr>
        <p:spPr>
          <a:xfrm>
            <a:off x="10064277" y="1645919"/>
            <a:ext cx="104125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</a:t>
            </a:r>
            <a:endParaRPr lang="es-CL" noProof="0"/>
          </a:p>
        </p:txBody>
      </p:sp>
      <p:sp>
        <p:nvSpPr>
          <p:cNvPr id="2071" name="Google Shape;2071;p32"/>
          <p:cNvSpPr txBox="1"/>
          <p:nvPr/>
        </p:nvSpPr>
        <p:spPr>
          <a:xfrm>
            <a:off x="11430000" y="1188719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Seguimiento posentrega</a:t>
            </a:r>
            <a:endParaRPr lang="es-CL" sz="2200"/>
          </a:p>
        </p:txBody>
      </p:sp>
      <p:sp>
        <p:nvSpPr>
          <p:cNvPr id="2072" name="Google Shape;2072;p32"/>
          <p:cNvSpPr txBox="1"/>
          <p:nvPr/>
        </p:nvSpPr>
        <p:spPr>
          <a:xfrm>
            <a:off x="11430000" y="16916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Vencimientos detectados tarde en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Avisos y acciones autorizadas al preventista.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Medir acierto y vencimiento frente a la base.</a:t>
            </a:r>
            <a:endParaRPr lang="es-CL" sz="1650"/>
          </a:p>
        </p:txBody>
      </p:sp>
      <p:sp>
        <p:nvSpPr>
          <p:cNvPr id="2073" name="Google Shape;2073;p32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074" name="Google Shape;2074;p32"/>
          <p:cNvSpPr txBox="1"/>
          <p:nvPr/>
        </p:nvSpPr>
        <p:spPr>
          <a:xfrm>
            <a:off x="10064277" y="3185260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PROCESO</a:t>
            </a:r>
            <a:endParaRPr lang="es-CL" noProof="0"/>
          </a:p>
        </p:txBody>
      </p:sp>
      <p:sp>
        <p:nvSpPr>
          <p:cNvPr id="2075" name="Google Shape;2075;p32"/>
          <p:cNvSpPr txBox="1"/>
          <p:nvPr/>
        </p:nvSpPr>
        <p:spPr>
          <a:xfrm>
            <a:off x="11430000" y="27889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Reproducción de incidentes</a:t>
            </a:r>
            <a:endParaRPr lang="es-CL" noProof="0"/>
          </a:p>
        </p:txBody>
      </p:sp>
      <p:sp>
        <p:nvSpPr>
          <p:cNvPr id="2076" name="Google Shape;2076;p32"/>
          <p:cNvSpPr txBox="1"/>
          <p:nvPr/>
        </p:nvSpPr>
        <p:spPr>
          <a:xfrm>
            <a:off x="11430000" y="32918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Fallas de terreno difíciles de reconstruir.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Evidencia protegida para reproducir la causa.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Comparar el tiempo de diagnóstico.</a:t>
            </a:r>
            <a:endParaRPr lang="es-CL" sz="1650"/>
          </a:p>
        </p:txBody>
      </p:sp>
      <p:sp>
        <p:nvSpPr>
          <p:cNvPr id="2077" name="Google Shape;2077;p32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2078" name="Google Shape;2078;p32"/>
          <p:cNvSpPr txBox="1"/>
          <p:nvPr/>
        </p:nvSpPr>
        <p:spPr>
          <a:xfrm>
            <a:off x="10058400" y="4785460"/>
            <a:ext cx="7020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TECNOLÓGICA</a:t>
            </a:r>
            <a:endParaRPr lang="es-CL" noProof="0"/>
          </a:p>
        </p:txBody>
      </p:sp>
      <p:sp>
        <p:nvSpPr>
          <p:cNvPr id="2079" name="Google Shape;2079;p32"/>
          <p:cNvSpPr txBox="1"/>
          <p:nvPr/>
        </p:nvSpPr>
        <p:spPr>
          <a:xfrm>
            <a:off x="11430000" y="43891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Vida útil por historia térmica</a:t>
            </a:r>
            <a:endParaRPr lang="es-CL" noProof="0"/>
          </a:p>
        </p:txBody>
      </p:sp>
      <p:sp>
        <p:nvSpPr>
          <p:cNvPr id="2080" name="Google Shape;2080;p32"/>
          <p:cNvSpPr txBox="1"/>
          <p:nvPr/>
        </p:nvSpPr>
        <p:spPr>
          <a:xfrm>
            <a:off x="11430000" y="48920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Deterioro térmico difícil de estimar.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Estimación validada por familia para Calidad.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Contrastar con la referencia de Calidad.</a:t>
            </a:r>
            <a:endParaRPr lang="es-CL" sz="1650"/>
          </a:p>
        </p:txBody>
      </p:sp>
      <p:sp>
        <p:nvSpPr>
          <p:cNvPr id="2081" name="Google Shape;2081;p32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 lang="es-CL" noProof="0"/>
          </a:p>
        </p:txBody>
      </p:sp>
      <p:sp>
        <p:nvSpPr>
          <p:cNvPr id="2082" name="Google Shape;2082;p32"/>
          <p:cNvSpPr txBox="1"/>
          <p:nvPr/>
        </p:nvSpPr>
        <p:spPr>
          <a:xfrm>
            <a:off x="10064277" y="6385660"/>
            <a:ext cx="914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MODELO DE NEGOCIO</a:t>
            </a:r>
            <a:endParaRPr lang="es-CL" noProof="0"/>
          </a:p>
        </p:txBody>
      </p:sp>
      <p:sp>
        <p:nvSpPr>
          <p:cNvPr id="2083" name="Google Shape;2083;p32"/>
          <p:cNvSpPr txBox="1"/>
          <p:nvPr/>
        </p:nvSpPr>
        <p:spPr>
          <a:xfrm>
            <a:off x="11430000" y="59893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Pago ligado al costo de servir</a:t>
            </a:r>
            <a:endParaRPr lang="es-CL" sz="2200"/>
          </a:p>
        </p:txBody>
      </p:sp>
      <p:sp>
        <p:nvSpPr>
          <p:cNvPr id="2084" name="Google Shape;2084;p32"/>
          <p:cNvSpPr txBox="1"/>
          <p:nvPr/>
        </p:nvSpPr>
        <p:spPr>
          <a:xfrm>
            <a:off x="11430000" y="64922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Pago vinculado a la mejora del costo.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Tramo variable condicionado al servicio.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Finanzas verifica costo comparable y OTIF.</a:t>
            </a:r>
            <a:endParaRPr lang="es-CL" sz="1650"/>
          </a:p>
        </p:txBody>
      </p:sp>
      <p:sp>
        <p:nvSpPr>
          <p:cNvPr id="2085" name="Google Shape;2085;p32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 lang="es-CL" noProof="0"/>
          </a:p>
        </p:txBody>
      </p:sp>
      <p:sp>
        <p:nvSpPr>
          <p:cNvPr id="2086" name="Google Shape;2086;p32"/>
          <p:cNvSpPr txBox="1"/>
          <p:nvPr/>
        </p:nvSpPr>
        <p:spPr>
          <a:xfrm>
            <a:off x="10064277" y="7985860"/>
            <a:ext cx="914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SOCIAL</a:t>
            </a:r>
            <a:endParaRPr lang="es-CL" noProof="0"/>
          </a:p>
        </p:txBody>
      </p:sp>
      <p:sp>
        <p:nvSpPr>
          <p:cNvPr id="2087" name="Google Shape;2087;p32"/>
          <p:cNvSpPr txBox="1"/>
          <p:nvPr/>
        </p:nvSpPr>
        <p:spPr>
          <a:xfrm>
            <a:off x="11430000" y="75895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Hoja del almacenero</a:t>
            </a:r>
            <a:endParaRPr lang="es-CL" noProof="0"/>
          </a:p>
        </p:txBody>
      </p:sp>
      <p:sp>
        <p:nvSpPr>
          <p:cNvPr id="2088" name="Google Shape;2088;p32"/>
          <p:cNvSpPr txBox="1"/>
          <p:nvPr/>
        </p:nvSpPr>
        <p:spPr>
          <a:xfrm>
            <a:off x="11430000" y="80924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Información poco accesible para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Terminal del preventista o copia solicitada.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Evaluar comprensión, cobertura y uso.</a:t>
            </a:r>
            <a:endParaRPr lang="es-CL" sz="1650"/>
          </a:p>
        </p:txBody>
      </p:sp>
      <p:sp>
        <p:nvSpPr>
          <p:cNvPr id="208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38</a:t>
            </a:r>
          </a:p>
        </p:txBody>
      </p:sp>
      <p:sp>
        <p:nvSpPr>
          <p:cNvPr id="50001" name="Nota editorial 50001"/>
          <p:cNvSpPr txBox="1"/>
          <p:nvPr/>
        </p:nvSpPr>
        <p:spPr>
          <a:xfrm>
            <a:off x="1028700" y="79248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Metas y condiciones en la oferta.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Beneficios sujetos a medición.</a:t>
            </a:r>
            <a:endParaRPr lang="es-CL"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9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0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1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2" name="!!title"/>
          <p:cNvSpPr txBox="1"/>
          <p:nvPr/>
        </p:nvSpPr>
        <p:spPr>
          <a:xfrm>
            <a:off x="1435608" y="2788920"/>
            <a:ext cx="77724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  <a:endParaRPr lang="es-CL" noProof="0"/>
          </a:p>
        </p:txBody>
      </p:sp>
      <p:sp>
        <p:nvSpPr>
          <p:cNvPr id="1773" name="Google Shape;1773;hc7cc306779174be_6_2"/>
          <p:cNvSpPr txBox="1"/>
          <p:nvPr/>
        </p:nvSpPr>
        <p:spPr>
          <a:xfrm>
            <a:off x="1435608" y="4846320"/>
            <a:ext cx="75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7 ramas · 45 riesgos · ISO 31000</a:t>
            </a:r>
            <a:endParaRPr lang="es-CL" noProof="0"/>
          </a:p>
        </p:txBody>
      </p:sp>
      <p:sp>
        <p:nvSpPr>
          <p:cNvPr id="1774" name="Google Shape;1774;hc7cc306779174be_6_2"/>
          <p:cNvSpPr/>
          <p:nvPr/>
        </p:nvSpPr>
        <p:spPr>
          <a:xfrm>
            <a:off x="1435608" y="5760720"/>
            <a:ext cx="325200" cy="502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5" name="Google Shape;1775;hc7cc306779174be_6_2"/>
          <p:cNvSpPr/>
          <p:nvPr/>
        </p:nvSpPr>
        <p:spPr>
          <a:xfrm>
            <a:off x="1760728" y="5760720"/>
            <a:ext cx="3738900" cy="502800"/>
          </a:xfrm>
          <a:prstGeom prst="rect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6" name="Google Shape;1776;hc7cc306779174be_6_2"/>
          <p:cNvSpPr/>
          <p:nvPr/>
        </p:nvSpPr>
        <p:spPr>
          <a:xfrm>
            <a:off x="5499608" y="5760720"/>
            <a:ext cx="3088500" cy="502800"/>
          </a:xfrm>
          <a:prstGeom prst="rect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7" name="Google Shape;1777;hc7cc306779174be_6_2"/>
          <p:cNvSpPr/>
          <p:nvPr/>
        </p:nvSpPr>
        <p:spPr>
          <a:xfrm>
            <a:off x="8588248" y="5760720"/>
            <a:ext cx="162600" cy="502800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8" name="Google Shape;1778;hc7cc306779174be_6_2"/>
          <p:cNvSpPr txBox="1"/>
          <p:nvPr/>
        </p:nvSpPr>
        <p:spPr>
          <a:xfrm>
            <a:off x="1435608" y="6400800"/>
            <a:ext cx="758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2 críticos · 23 altos · 19 medios · 1 bajo</a:t>
            </a:r>
            <a:endParaRPr lang="es-CL" noProof="0"/>
          </a:p>
        </p:txBody>
      </p:sp>
      <p:sp>
        <p:nvSpPr>
          <p:cNvPr id="1779" name="Google Shape;1779;hc7cc306779174be_6_2"/>
          <p:cNvSpPr/>
          <p:nvPr/>
        </p:nvSpPr>
        <p:spPr>
          <a:xfrm>
            <a:off x="9326880" y="914400"/>
            <a:ext cx="1737300" cy="73701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45</a:t>
            </a:r>
            <a:endParaRPr lang="es-CL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 lang="es-CL" noProof="0"/>
          </a:p>
        </p:txBody>
      </p:sp>
      <p:cxnSp>
        <p:nvCxnSpPr>
          <p:cNvPr id="1780" name="Google Shape;1780;hc7cc306779174be_6_2"/>
          <p:cNvCxnSpPr/>
          <p:nvPr/>
        </p:nvCxnSpPr>
        <p:spPr>
          <a:xfrm>
            <a:off x="11064240" y="136245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1" name="Google Shape;1781;hc7cc306779174be_6_2"/>
          <p:cNvSpPr/>
          <p:nvPr/>
        </p:nvSpPr>
        <p:spPr>
          <a:xfrm>
            <a:off x="11430000" y="914400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2" name="!!rama1"/>
          <p:cNvSpPr/>
          <p:nvPr/>
        </p:nvSpPr>
        <p:spPr>
          <a:xfrm>
            <a:off x="11567160" y="1042416"/>
            <a:ext cx="640200" cy="6402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endParaRPr lang="es-CL" noProof="0"/>
          </a:p>
        </p:txBody>
      </p:sp>
      <p:sp>
        <p:nvSpPr>
          <p:cNvPr id="1783" name="Google Shape;1783;hc7cc306779174be_6_2"/>
          <p:cNvSpPr txBox="1"/>
          <p:nvPr/>
        </p:nvSpPr>
        <p:spPr>
          <a:xfrm>
            <a:off x="12390120" y="98755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· Solución y tecnología</a:t>
            </a:r>
            <a:endParaRPr lang="es-CL" noProof="0"/>
          </a:p>
        </p:txBody>
      </p:sp>
      <p:sp>
        <p:nvSpPr>
          <p:cNvPr id="1784" name="Google Shape;1784;hc7cc306779174be_6_2"/>
          <p:cNvSpPr txBox="1"/>
          <p:nvPr/>
        </p:nvSpPr>
        <p:spPr>
          <a:xfrm>
            <a:off x="12390120" y="138988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R-012 Retiro · R-015 RTO/RPO</a:t>
            </a:r>
            <a:endParaRPr lang="es-CL" noProof="0"/>
          </a:p>
        </p:txBody>
      </p:sp>
      <p:cxnSp>
        <p:nvCxnSpPr>
          <p:cNvPr id="1785" name="Google Shape;1785;hc7cc306779174be_6_2"/>
          <p:cNvCxnSpPr/>
          <p:nvPr/>
        </p:nvCxnSpPr>
        <p:spPr>
          <a:xfrm>
            <a:off x="11064240" y="244144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6" name="Google Shape;1786;hc7cc306779174be_6_2"/>
          <p:cNvSpPr/>
          <p:nvPr/>
        </p:nvSpPr>
        <p:spPr>
          <a:xfrm>
            <a:off x="11430000" y="1993391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7" name="!!rama2"/>
          <p:cNvSpPr/>
          <p:nvPr/>
        </p:nvSpPr>
        <p:spPr>
          <a:xfrm>
            <a:off x="11567160" y="2121408"/>
            <a:ext cx="640200" cy="640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88" name="Google Shape;1788;hc7cc306779174be_6_2"/>
          <p:cNvSpPr txBox="1"/>
          <p:nvPr/>
        </p:nvSpPr>
        <p:spPr>
          <a:xfrm>
            <a:off x="12390120" y="2066543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· Integración y legado</a:t>
            </a:r>
            <a:endParaRPr lang="es-CL" noProof="0"/>
          </a:p>
        </p:txBody>
      </p:sp>
      <p:sp>
        <p:nvSpPr>
          <p:cNvPr id="1789" name="Google Shape;1789;hc7cc306779174be_6_2"/>
          <p:cNvSpPr txBox="1"/>
          <p:nvPr/>
        </p:nvSpPr>
        <p:spPr>
          <a:xfrm>
            <a:off x="12390120" y="2468879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R-001 Interfaces ERP · R-003 WMS</a:t>
            </a:r>
            <a:endParaRPr lang="es-CL" noProof="0"/>
          </a:p>
        </p:txBody>
      </p:sp>
      <p:cxnSp>
        <p:nvCxnSpPr>
          <p:cNvPr id="1790" name="Google Shape;1790;hc7cc306779174be_6_2"/>
          <p:cNvCxnSpPr/>
          <p:nvPr/>
        </p:nvCxnSpPr>
        <p:spPr>
          <a:xfrm>
            <a:off x="11064240" y="3520439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1" name="Google Shape;1791;hc7cc306779174be_6_2"/>
          <p:cNvSpPr/>
          <p:nvPr/>
        </p:nvSpPr>
        <p:spPr>
          <a:xfrm>
            <a:off x="11430000" y="3072384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2" name="!!rama3"/>
          <p:cNvSpPr/>
          <p:nvPr/>
        </p:nvSpPr>
        <p:spPr>
          <a:xfrm>
            <a:off x="11567160" y="3200400"/>
            <a:ext cx="640200" cy="640200"/>
          </a:xfrm>
          <a:prstGeom prst="ellipse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</a:t>
            </a:r>
            <a:endParaRPr lang="es-CL" noProof="0"/>
          </a:p>
        </p:txBody>
      </p:sp>
      <p:sp>
        <p:nvSpPr>
          <p:cNvPr id="1793" name="Google Shape;1793;hc7cc306779174be_6_2"/>
          <p:cNvSpPr txBox="1"/>
          <p:nvPr/>
        </p:nvSpPr>
        <p:spPr>
          <a:xfrm>
            <a:off x="12390120" y="3145536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· Operación del cliente</a:t>
            </a:r>
            <a:endParaRPr lang="es-CL" noProof="0"/>
          </a:p>
        </p:txBody>
      </p:sp>
      <p:sp>
        <p:nvSpPr>
          <p:cNvPr id="1794" name="Google Shape;1794;hc7cc306779174be_6_2"/>
          <p:cNvSpPr txBox="1"/>
          <p:nvPr/>
        </p:nvSpPr>
        <p:spPr>
          <a:xfrm>
            <a:off x="12390120" y="3547872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R-006 Enlaces · R-014 Sala y energía</a:t>
            </a:r>
            <a:endParaRPr lang="es-CL" noProof="0"/>
          </a:p>
        </p:txBody>
      </p:sp>
      <p:cxnSp>
        <p:nvCxnSpPr>
          <p:cNvPr id="1795" name="Google Shape;1795;hc7cc306779174be_6_2"/>
          <p:cNvCxnSpPr/>
          <p:nvPr/>
        </p:nvCxnSpPr>
        <p:spPr>
          <a:xfrm>
            <a:off x="11064240" y="4599432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6" name="Google Shape;1796;hc7cc306779174be_6_2"/>
          <p:cNvSpPr/>
          <p:nvPr/>
        </p:nvSpPr>
        <p:spPr>
          <a:xfrm>
            <a:off x="11430000" y="4151376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7" name="Google Shape;1797;hc7cc306779174be_6_2"/>
          <p:cNvSpPr/>
          <p:nvPr/>
        </p:nvSpPr>
        <p:spPr>
          <a:xfrm>
            <a:off x="11567160" y="4279392"/>
            <a:ext cx="640200" cy="640200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98" name="Google Shape;1798;hc7cc306779174be_6_2"/>
          <p:cNvSpPr txBox="1"/>
          <p:nvPr/>
        </p:nvSpPr>
        <p:spPr>
          <a:xfrm>
            <a:off x="12390120" y="4224528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· Personas y adopción</a:t>
            </a:r>
            <a:endParaRPr lang="es-CL" noProof="0"/>
          </a:p>
        </p:txBody>
      </p:sp>
      <p:sp>
        <p:nvSpPr>
          <p:cNvPr id="1799" name="Google Shape;1799;hc7cc306779174be_6_2"/>
          <p:cNvSpPr txBox="1"/>
          <p:nvPr/>
        </p:nvSpPr>
        <p:spPr>
          <a:xfrm>
            <a:off x="12390120" y="4626864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R-017 Sindicato · R-021 Rutas</a:t>
            </a:r>
            <a:endParaRPr lang="es-CL" noProof="0"/>
          </a:p>
        </p:txBody>
      </p:sp>
      <p:cxnSp>
        <p:nvCxnSpPr>
          <p:cNvPr id="1800" name="Google Shape;1800;hc7cc306779174be_6_2"/>
          <p:cNvCxnSpPr/>
          <p:nvPr/>
        </p:nvCxnSpPr>
        <p:spPr>
          <a:xfrm>
            <a:off x="11064240" y="5678424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1" name="Google Shape;1801;hc7cc306779174be_6_2"/>
          <p:cNvSpPr/>
          <p:nvPr/>
        </p:nvSpPr>
        <p:spPr>
          <a:xfrm>
            <a:off x="11430000" y="5230368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2" name="!!rama5"/>
          <p:cNvSpPr/>
          <p:nvPr/>
        </p:nvSpPr>
        <p:spPr>
          <a:xfrm>
            <a:off x="11567160" y="5358383"/>
            <a:ext cx="640200" cy="640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803" name="Google Shape;1803;hc7cc306779174be_6_2"/>
          <p:cNvSpPr txBox="1"/>
          <p:nvPr/>
        </p:nvSpPr>
        <p:spPr>
          <a:xfrm>
            <a:off x="12390120" y="5303520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· Contrato y licitación</a:t>
            </a:r>
            <a:endParaRPr lang="es-CL" noProof="0"/>
          </a:p>
        </p:txBody>
      </p:sp>
      <p:sp>
        <p:nvSpPr>
          <p:cNvPr id="1804" name="Google Shape;1804;hc7cc306779174be_6_2"/>
          <p:cNvSpPr txBox="1"/>
          <p:nvPr/>
        </p:nvSpPr>
        <p:spPr>
          <a:xfrm>
            <a:off x="12390120" y="5705856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R-026 Aceptación · R-027 Alcance</a:t>
            </a:r>
            <a:endParaRPr lang="es-CL" noProof="0"/>
          </a:p>
        </p:txBody>
      </p:sp>
      <p:cxnSp>
        <p:nvCxnSpPr>
          <p:cNvPr id="1805" name="Google Shape;1805;hc7cc306779174be_6_2"/>
          <p:cNvCxnSpPr/>
          <p:nvPr/>
        </p:nvCxnSpPr>
        <p:spPr>
          <a:xfrm>
            <a:off x="11064240" y="675741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6" name="Google Shape;1806;hc7cc306779174be_6_2"/>
          <p:cNvSpPr/>
          <p:nvPr/>
        </p:nvSpPr>
        <p:spPr>
          <a:xfrm>
            <a:off x="11430000" y="6309359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7" name="!!rama6"/>
          <p:cNvSpPr/>
          <p:nvPr/>
        </p:nvSpPr>
        <p:spPr>
          <a:xfrm>
            <a:off x="11567160" y="6437375"/>
            <a:ext cx="640200" cy="640200"/>
          </a:xfrm>
          <a:prstGeom prst="ellipse">
            <a:avLst/>
          </a:prstGeom>
          <a:solidFill>
            <a:srgbClr val="9A9A9A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808" name="Google Shape;1808;hc7cc306779174be_6_2"/>
          <p:cNvSpPr txBox="1"/>
          <p:nvPr/>
        </p:nvSpPr>
        <p:spPr>
          <a:xfrm>
            <a:off x="12390120" y="638251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· Regulatorio y externo</a:t>
            </a:r>
            <a:endParaRPr lang="es-CL" noProof="0"/>
          </a:p>
        </p:txBody>
      </p:sp>
      <p:sp>
        <p:nvSpPr>
          <p:cNvPr id="1809" name="Google Shape;1809;hc7cc306779174be_6_2"/>
          <p:cNvSpPr txBox="1"/>
          <p:nvPr/>
        </p:nvSpPr>
        <p:spPr>
          <a:xfrm>
            <a:off x="12390120" y="678484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R-029 Evidencia · R-042 Normativa</a:t>
            </a:r>
            <a:endParaRPr lang="es-CL" noProof="0"/>
          </a:p>
        </p:txBody>
      </p:sp>
      <p:cxnSp>
        <p:nvCxnSpPr>
          <p:cNvPr id="1810" name="Google Shape;1810;hc7cc306779174be_6_2"/>
          <p:cNvCxnSpPr/>
          <p:nvPr/>
        </p:nvCxnSpPr>
        <p:spPr>
          <a:xfrm>
            <a:off x="11064240" y="783640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11" name="Google Shape;1811;hc7cc306779174be_6_2"/>
          <p:cNvSpPr/>
          <p:nvPr/>
        </p:nvSpPr>
        <p:spPr>
          <a:xfrm>
            <a:off x="11430000" y="7388352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2" name="Google Shape;1812;hc7cc306779174be_6_2"/>
          <p:cNvSpPr/>
          <p:nvPr/>
        </p:nvSpPr>
        <p:spPr>
          <a:xfrm>
            <a:off x="11567160" y="7516368"/>
            <a:ext cx="640200" cy="640200"/>
          </a:xfrm>
          <a:prstGeom prst="ellipse">
            <a:avLst/>
          </a:prstGeom>
          <a:solidFill>
            <a:srgbClr val="B84A0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813" name="Google Shape;1813;hc7cc306779174be_6_2"/>
          <p:cNvSpPr txBox="1"/>
          <p:nvPr/>
        </p:nvSpPr>
        <p:spPr>
          <a:xfrm>
            <a:off x="12390120" y="7461504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· Empresa proveedora</a:t>
            </a:r>
            <a:endParaRPr lang="es-CL" noProof="0"/>
          </a:p>
        </p:txBody>
      </p:sp>
      <p:sp>
        <p:nvSpPr>
          <p:cNvPr id="1814" name="Google Shape;1814;hc7cc306779174be_6_2"/>
          <p:cNvSpPr txBox="1"/>
          <p:nvPr/>
        </p:nvSpPr>
        <p:spPr>
          <a:xfrm>
            <a:off x="12390120" y="7863840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R-025 Dotación · R-034 Mesa y NOC</a:t>
            </a:r>
            <a:endParaRPr lang="es-CL" noProof="0"/>
          </a:p>
        </p:txBody>
      </p:sp>
      <p:sp>
        <p:nvSpPr>
          <p:cNvPr id="18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4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1765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1766" name="Connector 1765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7" name="Connector 1766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 1767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9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1770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14 riesgos</a:t>
            </a:r>
          </a:p>
        </p:txBody>
      </p:sp>
      <p:sp>
        <p:nvSpPr>
          <p:cNvPr id="1771" name="Oval 1770"/>
          <p:cNvSpPr/>
          <p:nvPr/>
        </p:nvSpPr>
        <p:spPr>
          <a:xfrm>
            <a:off x="96012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2" name="Oval 1771"/>
          <p:cNvSpPr/>
          <p:nvPr/>
        </p:nvSpPr>
        <p:spPr>
          <a:xfrm>
            <a:off x="125272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3" name="Oval 1772"/>
          <p:cNvSpPr/>
          <p:nvPr/>
        </p:nvSpPr>
        <p:spPr>
          <a:xfrm>
            <a:off x="15453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4" name="Oval 1773"/>
          <p:cNvSpPr/>
          <p:nvPr/>
        </p:nvSpPr>
        <p:spPr>
          <a:xfrm>
            <a:off x="183794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5" name="Oval 1774"/>
          <p:cNvSpPr/>
          <p:nvPr/>
        </p:nvSpPr>
        <p:spPr>
          <a:xfrm>
            <a:off x="213055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6" name="Oval 1775"/>
          <p:cNvSpPr/>
          <p:nvPr/>
        </p:nvSpPr>
        <p:spPr>
          <a:xfrm>
            <a:off x="242316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7" name="Oval 1776"/>
          <p:cNvSpPr/>
          <p:nvPr/>
        </p:nvSpPr>
        <p:spPr>
          <a:xfrm>
            <a:off x="2715768" y="4846320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8" name="Oval 1777"/>
          <p:cNvSpPr/>
          <p:nvPr/>
        </p:nvSpPr>
        <p:spPr>
          <a:xfrm>
            <a:off x="960120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9" name="Oval 1778"/>
          <p:cNvSpPr/>
          <p:nvPr/>
        </p:nvSpPr>
        <p:spPr>
          <a:xfrm>
            <a:off x="1252728" y="5138928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0" name="Oval 1779"/>
          <p:cNvSpPr/>
          <p:nvPr/>
        </p:nvSpPr>
        <p:spPr>
          <a:xfrm>
            <a:off x="1545336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1" name="Oval 1780"/>
          <p:cNvSpPr/>
          <p:nvPr/>
        </p:nvSpPr>
        <p:spPr>
          <a:xfrm>
            <a:off x="1837943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2" name="Oval 1781"/>
          <p:cNvSpPr/>
          <p:nvPr/>
        </p:nvSpPr>
        <p:spPr>
          <a:xfrm>
            <a:off x="2130552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3" name="Oval 1782"/>
          <p:cNvSpPr/>
          <p:nvPr/>
        </p:nvSpPr>
        <p:spPr>
          <a:xfrm>
            <a:off x="2423160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4" name="Oval 1783"/>
          <p:cNvSpPr/>
          <p:nvPr/>
        </p:nvSpPr>
        <p:spPr>
          <a:xfrm>
            <a:off x="2715768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85" name="Connector 1784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1787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788" name="Oval 1787"/>
          <p:cNvSpPr/>
          <p:nvPr/>
        </p:nvSpPr>
        <p:spPr>
          <a:xfrm>
            <a:off x="33571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9" name="Oval 1788"/>
          <p:cNvSpPr/>
          <p:nvPr/>
        </p:nvSpPr>
        <p:spPr>
          <a:xfrm>
            <a:off x="36497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0" name="Oval 1789"/>
          <p:cNvSpPr/>
          <p:nvPr/>
        </p:nvSpPr>
        <p:spPr>
          <a:xfrm>
            <a:off x="394237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1" name="Oval 1790"/>
          <p:cNvSpPr/>
          <p:nvPr/>
        </p:nvSpPr>
        <p:spPr>
          <a:xfrm>
            <a:off x="423497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2" name="Oval 1791"/>
          <p:cNvSpPr/>
          <p:nvPr/>
        </p:nvSpPr>
        <p:spPr>
          <a:xfrm>
            <a:off x="452758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3" name="Oval 1792"/>
          <p:cNvSpPr/>
          <p:nvPr/>
        </p:nvSpPr>
        <p:spPr>
          <a:xfrm>
            <a:off x="4820194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4" name="Oval 1793"/>
          <p:cNvSpPr/>
          <p:nvPr/>
        </p:nvSpPr>
        <p:spPr>
          <a:xfrm>
            <a:off x="511280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95" name="Connector 1794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6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1797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8 riesgos</a:t>
            </a:r>
          </a:p>
        </p:txBody>
      </p:sp>
      <p:sp>
        <p:nvSpPr>
          <p:cNvPr id="1798" name="Oval 1797"/>
          <p:cNvSpPr/>
          <p:nvPr/>
        </p:nvSpPr>
        <p:spPr>
          <a:xfrm>
            <a:off x="575418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9" name="Oval 1798"/>
          <p:cNvSpPr/>
          <p:nvPr/>
        </p:nvSpPr>
        <p:spPr>
          <a:xfrm>
            <a:off x="6046796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0" name="Oval 1799"/>
          <p:cNvSpPr/>
          <p:nvPr/>
        </p:nvSpPr>
        <p:spPr>
          <a:xfrm>
            <a:off x="633940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1" name="Oval 1800"/>
          <p:cNvSpPr/>
          <p:nvPr/>
        </p:nvSpPr>
        <p:spPr>
          <a:xfrm>
            <a:off x="663201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2" name="Oval 1801"/>
          <p:cNvSpPr/>
          <p:nvPr/>
        </p:nvSpPr>
        <p:spPr>
          <a:xfrm>
            <a:off x="692462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3" name="Oval 1802"/>
          <p:cNvSpPr/>
          <p:nvPr/>
        </p:nvSpPr>
        <p:spPr>
          <a:xfrm>
            <a:off x="721722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4" name="Oval 1803"/>
          <p:cNvSpPr/>
          <p:nvPr/>
        </p:nvSpPr>
        <p:spPr>
          <a:xfrm>
            <a:off x="75098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5" name="Oval 1804"/>
          <p:cNvSpPr/>
          <p:nvPr/>
        </p:nvSpPr>
        <p:spPr>
          <a:xfrm>
            <a:off x="5754188" y="513892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06" name="Connector 1805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7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1808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809" name="Oval 1808"/>
          <p:cNvSpPr/>
          <p:nvPr/>
        </p:nvSpPr>
        <p:spPr>
          <a:xfrm>
            <a:off x="815122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0" name="Oval 1809"/>
          <p:cNvSpPr/>
          <p:nvPr/>
        </p:nvSpPr>
        <p:spPr>
          <a:xfrm>
            <a:off x="844383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1" name="Oval 1810"/>
          <p:cNvSpPr/>
          <p:nvPr/>
        </p:nvSpPr>
        <p:spPr>
          <a:xfrm>
            <a:off x="873643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2" name="Oval 1811"/>
          <p:cNvSpPr/>
          <p:nvPr/>
        </p:nvSpPr>
        <p:spPr>
          <a:xfrm>
            <a:off x="902904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3" name="Oval 1812"/>
          <p:cNvSpPr/>
          <p:nvPr/>
        </p:nvSpPr>
        <p:spPr>
          <a:xfrm>
            <a:off x="93216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4" name="Oval 1813"/>
          <p:cNvSpPr/>
          <p:nvPr/>
        </p:nvSpPr>
        <p:spPr>
          <a:xfrm>
            <a:off x="96142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5" name="Oval 1814"/>
          <p:cNvSpPr/>
          <p:nvPr/>
        </p:nvSpPr>
        <p:spPr>
          <a:xfrm>
            <a:off x="990687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16" name="Connector 1815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7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1818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4 riesgos</a:t>
            </a:r>
          </a:p>
        </p:txBody>
      </p:sp>
      <p:sp>
        <p:nvSpPr>
          <p:cNvPr id="1819" name="Oval 1818"/>
          <p:cNvSpPr/>
          <p:nvPr/>
        </p:nvSpPr>
        <p:spPr>
          <a:xfrm>
            <a:off x="10548257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0" name="Oval 1819"/>
          <p:cNvSpPr/>
          <p:nvPr/>
        </p:nvSpPr>
        <p:spPr>
          <a:xfrm>
            <a:off x="10840865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1" name="Oval 1820"/>
          <p:cNvSpPr/>
          <p:nvPr/>
        </p:nvSpPr>
        <p:spPr>
          <a:xfrm>
            <a:off x="1113347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2" name="Oval 1821"/>
          <p:cNvSpPr/>
          <p:nvPr/>
        </p:nvSpPr>
        <p:spPr>
          <a:xfrm>
            <a:off x="11426081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3" name="Connector 1822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4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1825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2 riesgos</a:t>
            </a:r>
          </a:p>
        </p:txBody>
      </p:sp>
      <p:sp>
        <p:nvSpPr>
          <p:cNvPr id="1826" name="Oval 1825"/>
          <p:cNvSpPr/>
          <p:nvPr/>
        </p:nvSpPr>
        <p:spPr>
          <a:xfrm>
            <a:off x="1294529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7" name="Oval 1826"/>
          <p:cNvSpPr/>
          <p:nvPr/>
        </p:nvSpPr>
        <p:spPr>
          <a:xfrm>
            <a:off x="13237899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8" name="Connector 1827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9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1830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3 riesgos</a:t>
            </a:r>
          </a:p>
        </p:txBody>
      </p:sp>
      <p:sp>
        <p:nvSpPr>
          <p:cNvPr id="1831" name="Oval 1830"/>
          <p:cNvSpPr/>
          <p:nvPr/>
        </p:nvSpPr>
        <p:spPr>
          <a:xfrm>
            <a:off x="15342325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2" name="Oval 1831"/>
          <p:cNvSpPr/>
          <p:nvPr/>
        </p:nvSpPr>
        <p:spPr>
          <a:xfrm>
            <a:off x="1563493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3" name="Oval 1832"/>
          <p:cNvSpPr/>
          <p:nvPr/>
        </p:nvSpPr>
        <p:spPr>
          <a:xfrm>
            <a:off x="1592754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4" name="TextBox 1833"/>
          <p:cNvSpPr txBox="1"/>
          <p:nvPr/>
        </p:nvSpPr>
        <p:spPr>
          <a:xfrm>
            <a:off x="822960" y="59436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0" noProof="0">
                <a:solidFill>
                  <a:srgbClr val="606060"/>
                </a:solidFill>
                <a:latin typeface="Inter"/>
              </a:rPr>
              <a:t>Cada punto es un riesgo, coloreado por zona</a:t>
            </a:r>
          </a:p>
        </p:txBody>
      </p:sp>
      <p:sp>
        <p:nvSpPr>
          <p:cNvPr id="1835" name="Rounded Rectangle 1834"/>
          <p:cNvSpPr/>
          <p:nvPr/>
        </p:nvSpPr>
        <p:spPr>
          <a:xfrm>
            <a:off x="3291840" y="6812280"/>
            <a:ext cx="11704320" cy="14630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2400" b="1" noProof="0">
                <a:solidFill>
                  <a:srgbClr val="111111"/>
                </a:solidFill>
                <a:latin typeface="Inter SemiBold"/>
              </a:rPr>
              <a:t>7 ramas · 45 riesgos</a:t>
            </a:r>
          </a:p>
          <a:p>
            <a:pPr algn="ctr"/>
            <a:r>
              <a:rPr lang="es-CL" sz="1500" b="0" noProof="0">
                <a:solidFill>
                  <a:srgbClr val="606060"/>
                </a:solidFill>
                <a:latin typeface="Inter"/>
              </a:rPr>
              <a:t>2 críticos · 23 altos · 19 medios · 1 bajo · todos con respuesta, responsable y disparador</a:t>
            </a:r>
          </a:p>
        </p:txBody>
      </p:sp>
      <p:sp>
        <p:nvSpPr>
          <p:cNvPr id="1836" name="TextBox 1835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1 · SOLUCIÓN Y TECNOLOGÍA · 14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Turno sin señal o batería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Relevo local en corte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Terminales a −22 °C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Maestros e historia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4178807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R-012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7534655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823" name="Rounded Rectangle 822"/>
          <p:cNvSpPr/>
          <p:nvPr/>
        </p:nvSpPr>
        <p:spPr>
          <a:xfrm>
            <a:off x="10890503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R-015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RTO/RPO excedidos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14246351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825" name="Rounded Rectangle 824"/>
          <p:cNvSpPr/>
          <p:nvPr/>
        </p:nvSpPr>
        <p:spPr>
          <a:xfrm>
            <a:off x="822960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Bloqueo de nube o terceros</a:t>
            </a:r>
          </a:p>
        </p:txBody>
      </p:sp>
      <p:sp>
        <p:nvSpPr>
          <p:cNvPr id="826" name="Rounded Rectangle 825"/>
          <p:cNvSpPr/>
          <p:nvPr/>
        </p:nvSpPr>
        <p:spPr>
          <a:xfrm>
            <a:off x="4178807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Fin de soporte</a:t>
            </a:r>
          </a:p>
        </p:txBody>
      </p:sp>
      <p:sp>
        <p:nvSpPr>
          <p:cNvPr id="827" name="Rounded Rectangle 826"/>
          <p:cNvSpPr/>
          <p:nvPr/>
        </p:nvSpPr>
        <p:spPr>
          <a:xfrm>
            <a:off x="7534655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INN-02 no reproduce</a:t>
            </a:r>
          </a:p>
        </p:txBody>
      </p:sp>
      <p:sp>
        <p:nvSpPr>
          <p:cNvPr id="828" name="Rounded Rectangle 827"/>
          <p:cNvSpPr/>
          <p:nvPr/>
        </p:nvSpPr>
        <p:spPr>
          <a:xfrm>
            <a:off x="10890503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INN-03 vida útil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3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2 · INTEGRACIÓN Y LEGADO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Telemetría del tercero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Certificación EDI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Avisos confusos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Pago con doble cargo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Mapa no realista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3 · OPERACIÓN DEL CLIENTE · 8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Cross-</a:t>
            </a:r>
            <a:r>
              <a:rPr lang="es-CL" sz="1600" b="1" noProof="0" err="1">
                <a:solidFill>
                  <a:srgbClr val="111111"/>
                </a:solidFill>
                <a:latin typeface="Inter SemiBold"/>
              </a:rPr>
              <a:t>docking</a:t>
            </a:r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 sin enlace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Contrapartes tardías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Choque con congelamientos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Terreno o instalación tarde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Rendición insuficiente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1340739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Baja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Envases y custodia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4 · PERSONAS Y ADOPCIÓN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Objeción sindical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Conductores rotativos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Bodega nocturna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interrumpe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Conocimiento de rutas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INN-01 sin confirmación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INN-05 hoja confusa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5 · CONTRATO Y LICITACIÓN · 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sin aceptación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 sin aprobación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INN-04 costo de servir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incompleta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6 · REGULATORIO Y EXTERNO · 2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POD sin evidencia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Cambio normativo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7 · EMPRESA PROVEEDORA · 3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Dotación compartida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Mesa o NOC insuficiente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Costos subestimados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1" name="!!title"/>
          <p:cNvSpPr txBox="1"/>
          <p:nvPr/>
        </p:nvSpPr>
        <p:spPr>
          <a:xfrm>
            <a:off x="1463040" y="118872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  <a:endParaRPr lang="es-CL" noProof="0"/>
          </a:p>
        </p:txBody>
      </p:sp>
      <p:sp>
        <p:nvSpPr>
          <p:cNvPr id="1826" name="TextBox 1825"/>
          <p:cNvSpPr txBox="1"/>
          <p:nvPr/>
        </p:nvSpPr>
        <p:spPr>
          <a:xfrm>
            <a:off x="1463040" y="35204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Los 10 de mayor exposición</a:t>
            </a:r>
          </a:p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Respuesta: mitigar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69494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RIESGO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074420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EXPOSICIÓN  P × I</a:t>
            </a:r>
          </a:p>
        </p:txBody>
      </p:sp>
      <p:sp>
        <p:nvSpPr>
          <p:cNvPr id="1834" name="TextBox 1833"/>
          <p:cNvSpPr txBox="1"/>
          <p:nvPr/>
        </p:nvSpPr>
        <p:spPr>
          <a:xfrm>
            <a:off x="1362456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ZONA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147218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RESPUESTA · PROB.</a:t>
            </a:r>
          </a:p>
        </p:txBody>
      </p:sp>
      <p:sp>
        <p:nvSpPr>
          <p:cNvPr id="1836" name="Rounded Rectangle 1835"/>
          <p:cNvSpPr/>
          <p:nvPr/>
        </p:nvSpPr>
        <p:spPr>
          <a:xfrm>
            <a:off x="6309360" y="868680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7" name="Oval 1836"/>
          <p:cNvSpPr/>
          <p:nvPr/>
        </p:nvSpPr>
        <p:spPr>
          <a:xfrm>
            <a:off x="6419088" y="1024127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6995160" y="94183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R-012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1839" name="TextBox 1838"/>
          <p:cNvSpPr txBox="1"/>
          <p:nvPr/>
        </p:nvSpPr>
        <p:spPr>
          <a:xfrm>
            <a:off x="6995160" y="1289304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0" name="Rectangle 1839"/>
          <p:cNvSpPr/>
          <p:nvPr/>
        </p:nvSpPr>
        <p:spPr>
          <a:xfrm>
            <a:off x="10744200" y="1051560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1" name="TextBox 1840"/>
          <p:cNvSpPr txBox="1"/>
          <p:nvPr/>
        </p:nvSpPr>
        <p:spPr>
          <a:xfrm>
            <a:off x="10744200" y="13075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42" name="Rounded Rectangle 1841"/>
          <p:cNvSpPr/>
          <p:nvPr/>
        </p:nvSpPr>
        <p:spPr>
          <a:xfrm>
            <a:off x="13624560" y="1069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43" name="TextBox 1842"/>
          <p:cNvSpPr txBox="1"/>
          <p:nvPr/>
        </p:nvSpPr>
        <p:spPr>
          <a:xfrm>
            <a:off x="14721840" y="94183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Retiro simulado de punta a punta</a:t>
            </a:r>
          </a:p>
        </p:txBody>
      </p:sp>
      <p:sp>
        <p:nvSpPr>
          <p:cNvPr id="1845" name="Rounded Rectangle 1844"/>
          <p:cNvSpPr/>
          <p:nvPr/>
        </p:nvSpPr>
        <p:spPr>
          <a:xfrm>
            <a:off x="6309360" y="172821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6" name="Oval 1845"/>
          <p:cNvSpPr/>
          <p:nvPr/>
        </p:nvSpPr>
        <p:spPr>
          <a:xfrm>
            <a:off x="6419088" y="1883664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6995160" y="180136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RTO/RPO excedidos</a:t>
            </a:r>
          </a:p>
        </p:txBody>
      </p:sp>
      <p:sp>
        <p:nvSpPr>
          <p:cNvPr id="1848" name="TextBox 1847"/>
          <p:cNvSpPr txBox="1"/>
          <p:nvPr/>
        </p:nvSpPr>
        <p:spPr>
          <a:xfrm>
            <a:off x="6995160" y="214884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9" name="Rectangle 1848"/>
          <p:cNvSpPr/>
          <p:nvPr/>
        </p:nvSpPr>
        <p:spPr>
          <a:xfrm>
            <a:off x="10744200" y="1911095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0" name="TextBox 1849"/>
          <p:cNvSpPr txBox="1"/>
          <p:nvPr/>
        </p:nvSpPr>
        <p:spPr>
          <a:xfrm>
            <a:off x="10744200" y="21671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51" name="Rounded Rectangle 1850"/>
          <p:cNvSpPr/>
          <p:nvPr/>
        </p:nvSpPr>
        <p:spPr>
          <a:xfrm>
            <a:off x="13624560" y="192938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4721840" y="180136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desastre total</a:t>
            </a:r>
          </a:p>
        </p:txBody>
      </p:sp>
      <p:sp>
        <p:nvSpPr>
          <p:cNvPr id="1854" name="Rounded Rectangle 1853"/>
          <p:cNvSpPr/>
          <p:nvPr/>
        </p:nvSpPr>
        <p:spPr>
          <a:xfrm>
            <a:off x="6309360" y="258775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5" name="Oval 1854"/>
          <p:cNvSpPr/>
          <p:nvPr/>
        </p:nvSpPr>
        <p:spPr>
          <a:xfrm>
            <a:off x="6419088" y="274320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6995160" y="266090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6995160" y="300837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58" name="Rectangle 1857"/>
          <p:cNvSpPr/>
          <p:nvPr/>
        </p:nvSpPr>
        <p:spPr>
          <a:xfrm>
            <a:off x="10744200" y="277063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9" name="TextBox 1858"/>
          <p:cNvSpPr txBox="1"/>
          <p:nvPr/>
        </p:nvSpPr>
        <p:spPr>
          <a:xfrm>
            <a:off x="10744200" y="30266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0" name="Rounded Rectangle 1859"/>
          <p:cNvSpPr/>
          <p:nvPr/>
        </p:nvSpPr>
        <p:spPr>
          <a:xfrm>
            <a:off x="13624560" y="27889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14721840" y="266090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Inyección de fallas</a:t>
            </a:r>
          </a:p>
        </p:txBody>
      </p:sp>
      <p:sp>
        <p:nvSpPr>
          <p:cNvPr id="1863" name="Rounded Rectangle 1862"/>
          <p:cNvSpPr/>
          <p:nvPr/>
        </p:nvSpPr>
        <p:spPr>
          <a:xfrm>
            <a:off x="6309360" y="344728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4" name="Oval 1863"/>
          <p:cNvSpPr/>
          <p:nvPr/>
        </p:nvSpPr>
        <p:spPr>
          <a:xfrm>
            <a:off x="6419088" y="360273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6995160" y="352043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6995160" y="3867911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67" name="Rectangle 1866"/>
          <p:cNvSpPr/>
          <p:nvPr/>
        </p:nvSpPr>
        <p:spPr>
          <a:xfrm>
            <a:off x="10744200" y="3630168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8" name="TextBox 1867"/>
          <p:cNvSpPr txBox="1"/>
          <p:nvPr/>
        </p:nvSpPr>
        <p:spPr>
          <a:xfrm>
            <a:off x="10744200" y="38862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9" name="Rounded Rectangle 1868"/>
          <p:cNvSpPr/>
          <p:nvPr/>
        </p:nvSpPr>
        <p:spPr>
          <a:xfrm>
            <a:off x="13624560" y="364845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0" name="TextBox 1869"/>
          <p:cNvSpPr txBox="1"/>
          <p:nvPr/>
        </p:nvSpPr>
        <p:spPr>
          <a:xfrm>
            <a:off x="14721840" y="352043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Simulacro de caída de enlaces</a:t>
            </a:r>
          </a:p>
        </p:txBody>
      </p:sp>
      <p:sp>
        <p:nvSpPr>
          <p:cNvPr id="1872" name="Rounded Rectangle 1871"/>
          <p:cNvSpPr/>
          <p:nvPr/>
        </p:nvSpPr>
        <p:spPr>
          <a:xfrm>
            <a:off x="6309360" y="4306824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3" name="Oval 1872"/>
          <p:cNvSpPr/>
          <p:nvPr/>
        </p:nvSpPr>
        <p:spPr>
          <a:xfrm>
            <a:off x="6419088" y="4462272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1874" name="TextBox 1873"/>
          <p:cNvSpPr txBox="1"/>
          <p:nvPr/>
        </p:nvSpPr>
        <p:spPr>
          <a:xfrm>
            <a:off x="6995160" y="4379976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6995160" y="472744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76" name="Rectangle 1875"/>
          <p:cNvSpPr/>
          <p:nvPr/>
        </p:nvSpPr>
        <p:spPr>
          <a:xfrm>
            <a:off x="10744200" y="4489704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7" name="TextBox 1876"/>
          <p:cNvSpPr txBox="1"/>
          <p:nvPr/>
        </p:nvSpPr>
        <p:spPr>
          <a:xfrm>
            <a:off x="10744200" y="474573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78" name="Rounded Rectangle 1877"/>
          <p:cNvSpPr/>
          <p:nvPr/>
        </p:nvSpPr>
        <p:spPr>
          <a:xfrm>
            <a:off x="13624560" y="4507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14721840" y="4379976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Validar rangos y sensor</a:t>
            </a:r>
          </a:p>
        </p:txBody>
      </p:sp>
      <p:sp>
        <p:nvSpPr>
          <p:cNvPr id="1881" name="Rounded Rectangle 1880"/>
          <p:cNvSpPr/>
          <p:nvPr/>
        </p:nvSpPr>
        <p:spPr>
          <a:xfrm>
            <a:off x="6309360" y="5166359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2" name="Oval 1881"/>
          <p:cNvSpPr/>
          <p:nvPr/>
        </p:nvSpPr>
        <p:spPr>
          <a:xfrm>
            <a:off x="6419088" y="5321807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6995160" y="523951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6995160" y="5586983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85" name="Rectangle 1884"/>
          <p:cNvSpPr/>
          <p:nvPr/>
        </p:nvSpPr>
        <p:spPr>
          <a:xfrm>
            <a:off x="10744200" y="5349240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6" name="TextBox 1885"/>
          <p:cNvSpPr txBox="1"/>
          <p:nvPr/>
        </p:nvSpPr>
        <p:spPr>
          <a:xfrm>
            <a:off x="10744200" y="5605271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87" name="Rounded Rectangle 1886"/>
          <p:cNvSpPr/>
          <p:nvPr/>
        </p:nvSpPr>
        <p:spPr>
          <a:xfrm>
            <a:off x="13624560" y="5367527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14721840" y="523951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Prueba de carga en despacho</a:t>
            </a:r>
          </a:p>
        </p:txBody>
      </p:sp>
      <p:sp>
        <p:nvSpPr>
          <p:cNvPr id="1890" name="Rounded Rectangle 1889"/>
          <p:cNvSpPr/>
          <p:nvPr/>
        </p:nvSpPr>
        <p:spPr>
          <a:xfrm>
            <a:off x="6309360" y="602589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1" name="Oval 1890"/>
          <p:cNvSpPr/>
          <p:nvPr/>
        </p:nvSpPr>
        <p:spPr>
          <a:xfrm>
            <a:off x="6419088" y="61813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1892" name="TextBox 1891"/>
          <p:cNvSpPr txBox="1"/>
          <p:nvPr/>
        </p:nvSpPr>
        <p:spPr>
          <a:xfrm>
            <a:off x="6995160" y="609904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R-014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6995160" y="644652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94" name="Rectangle 1893"/>
          <p:cNvSpPr/>
          <p:nvPr/>
        </p:nvSpPr>
        <p:spPr>
          <a:xfrm>
            <a:off x="10744200" y="6208776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5" name="TextBox 1894"/>
          <p:cNvSpPr txBox="1"/>
          <p:nvPr/>
        </p:nvSpPr>
        <p:spPr>
          <a:xfrm>
            <a:off x="10744200" y="64648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96" name="Rounded Rectangle 1895"/>
          <p:cNvSpPr/>
          <p:nvPr/>
        </p:nvSpPr>
        <p:spPr>
          <a:xfrm>
            <a:off x="13624560" y="622706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4721840" y="609904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Recepcionar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energía y clima</a:t>
            </a:r>
          </a:p>
        </p:txBody>
      </p:sp>
      <p:sp>
        <p:nvSpPr>
          <p:cNvPr id="1899" name="Rounded Rectangle 1898"/>
          <p:cNvSpPr/>
          <p:nvPr/>
        </p:nvSpPr>
        <p:spPr>
          <a:xfrm>
            <a:off x="6309360" y="688543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0" name="Oval 1899"/>
          <p:cNvSpPr/>
          <p:nvPr/>
        </p:nvSpPr>
        <p:spPr>
          <a:xfrm>
            <a:off x="6419088" y="704088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1901" name="TextBox 1900"/>
          <p:cNvSpPr txBox="1"/>
          <p:nvPr/>
        </p:nvSpPr>
        <p:spPr>
          <a:xfrm>
            <a:off x="6995160" y="695858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1902" name="TextBox 1901"/>
          <p:cNvSpPr txBox="1"/>
          <p:nvPr/>
        </p:nvSpPr>
        <p:spPr>
          <a:xfrm>
            <a:off x="6995160" y="730605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903" name="Rectangle 1902"/>
          <p:cNvSpPr/>
          <p:nvPr/>
        </p:nvSpPr>
        <p:spPr>
          <a:xfrm>
            <a:off x="10744200" y="706831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4" name="TextBox 1903"/>
          <p:cNvSpPr txBox="1"/>
          <p:nvPr/>
        </p:nvSpPr>
        <p:spPr>
          <a:xfrm>
            <a:off x="10744200" y="73243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905" name="Rounded Rectangle 1904"/>
          <p:cNvSpPr/>
          <p:nvPr/>
        </p:nvSpPr>
        <p:spPr>
          <a:xfrm>
            <a:off x="13624560" y="70866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4721840" y="695858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Pentest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y contención</a:t>
            </a:r>
          </a:p>
        </p:txBody>
      </p:sp>
      <p:sp>
        <p:nvSpPr>
          <p:cNvPr id="1908" name="Rounded Rectangle 1907"/>
          <p:cNvSpPr/>
          <p:nvPr/>
        </p:nvSpPr>
        <p:spPr>
          <a:xfrm>
            <a:off x="6309360" y="774496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9" name="Oval 1908"/>
          <p:cNvSpPr/>
          <p:nvPr/>
        </p:nvSpPr>
        <p:spPr>
          <a:xfrm>
            <a:off x="6419088" y="790041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9</a:t>
            </a:r>
          </a:p>
        </p:txBody>
      </p:sp>
      <p:sp>
        <p:nvSpPr>
          <p:cNvPr id="1910" name="TextBox 1909"/>
          <p:cNvSpPr txBox="1"/>
          <p:nvPr/>
        </p:nvSpPr>
        <p:spPr>
          <a:xfrm>
            <a:off x="6995160" y="781811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1911" name="TextBox 1910"/>
          <p:cNvSpPr txBox="1"/>
          <p:nvPr/>
        </p:nvSpPr>
        <p:spPr>
          <a:xfrm>
            <a:off x="6995160" y="8165592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</a:t>
            </a:r>
          </a:p>
        </p:txBody>
      </p:sp>
      <p:sp>
        <p:nvSpPr>
          <p:cNvPr id="1912" name="Rectangle 1911"/>
          <p:cNvSpPr/>
          <p:nvPr/>
        </p:nvSpPr>
        <p:spPr>
          <a:xfrm>
            <a:off x="10744200" y="7927847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3" name="TextBox 1912"/>
          <p:cNvSpPr txBox="1"/>
          <p:nvPr/>
        </p:nvSpPr>
        <p:spPr>
          <a:xfrm>
            <a:off x="10744200" y="8183879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14" name="Rounded Rectangle 1913"/>
          <p:cNvSpPr/>
          <p:nvPr/>
        </p:nvSpPr>
        <p:spPr>
          <a:xfrm>
            <a:off x="13624560" y="79461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14721840" y="781811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Contrato de interfaz probado</a:t>
            </a:r>
          </a:p>
        </p:txBody>
      </p:sp>
      <p:sp>
        <p:nvSpPr>
          <p:cNvPr id="1917" name="Rounded Rectangle 1916"/>
          <p:cNvSpPr/>
          <p:nvPr/>
        </p:nvSpPr>
        <p:spPr>
          <a:xfrm>
            <a:off x="6309360" y="8604503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8" name="Oval 1917"/>
          <p:cNvSpPr/>
          <p:nvPr/>
        </p:nvSpPr>
        <p:spPr>
          <a:xfrm>
            <a:off x="6419088" y="8759951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10</a:t>
            </a:r>
          </a:p>
        </p:txBody>
      </p:sp>
      <p:sp>
        <p:nvSpPr>
          <p:cNvPr id="1919" name="TextBox 1918"/>
          <p:cNvSpPr txBox="1"/>
          <p:nvPr/>
        </p:nvSpPr>
        <p:spPr>
          <a:xfrm>
            <a:off x="6995160" y="8677655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1920" name="TextBox 1919"/>
          <p:cNvSpPr txBox="1"/>
          <p:nvPr/>
        </p:nvSpPr>
        <p:spPr>
          <a:xfrm>
            <a:off x="6995160" y="902512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· </a:t>
            </a:r>
          </a:p>
        </p:txBody>
      </p:sp>
      <p:sp>
        <p:nvSpPr>
          <p:cNvPr id="1921" name="Rectangle 1920"/>
          <p:cNvSpPr/>
          <p:nvPr/>
        </p:nvSpPr>
        <p:spPr>
          <a:xfrm>
            <a:off x="10744200" y="8787383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22" name="TextBox 1921"/>
          <p:cNvSpPr txBox="1"/>
          <p:nvPr/>
        </p:nvSpPr>
        <p:spPr>
          <a:xfrm>
            <a:off x="10744200" y="9043415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23" name="Rounded Rectangle 1922"/>
          <p:cNvSpPr/>
          <p:nvPr/>
        </p:nvSpPr>
        <p:spPr>
          <a:xfrm>
            <a:off x="13624560" y="88056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14721840" y="8677655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delta y reversión</a:t>
            </a:r>
          </a:p>
        </p:txBody>
      </p:sp>
      <p:sp>
        <p:nvSpPr>
          <p:cNvPr id="1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8" name="!!title"/>
          <p:cNvSpPr txBox="1"/>
          <p:nvPr/>
        </p:nvSpPr>
        <p:spPr>
          <a:xfrm>
            <a:off x="1463040" y="4114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Matriz de exposición</a:t>
            </a:r>
            <a:endParaRPr lang="es-CL" noProof="0"/>
          </a:p>
        </p:txBody>
      </p:sp>
      <p:sp>
        <p:nvSpPr>
          <p:cNvPr id="1832" name="TextBox 1831"/>
          <p:cNvSpPr txBox="1"/>
          <p:nvPr/>
        </p:nvSpPr>
        <p:spPr>
          <a:xfrm>
            <a:off x="1417320" y="1325880"/>
            <a:ext cx="457200" cy="7379208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PROBABILIDAD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965960" y="1325880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0,9</a:t>
            </a:r>
          </a:p>
        </p:txBody>
      </p:sp>
      <p:sp>
        <p:nvSpPr>
          <p:cNvPr id="1834" name="!!cell00"/>
          <p:cNvSpPr/>
          <p:nvPr/>
        </p:nvSpPr>
        <p:spPr>
          <a:xfrm>
            <a:off x="356616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5" name="!!cell01"/>
          <p:cNvSpPr/>
          <p:nvPr/>
        </p:nvSpPr>
        <p:spPr>
          <a:xfrm>
            <a:off x="635508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6" name="!!cell02"/>
          <p:cNvSpPr/>
          <p:nvPr/>
        </p:nvSpPr>
        <p:spPr>
          <a:xfrm>
            <a:off x="914400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7" name="!!cell03"/>
          <p:cNvSpPr/>
          <p:nvPr/>
        </p:nvSpPr>
        <p:spPr>
          <a:xfrm>
            <a:off x="1193292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8" name="!!cell04"/>
          <p:cNvSpPr/>
          <p:nvPr/>
        </p:nvSpPr>
        <p:spPr>
          <a:xfrm>
            <a:off x="1472184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9" name="TextBox 1838"/>
          <p:cNvSpPr txBox="1"/>
          <p:nvPr/>
        </p:nvSpPr>
        <p:spPr>
          <a:xfrm>
            <a:off x="1965960" y="2816352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0,7</a:t>
            </a:r>
          </a:p>
        </p:txBody>
      </p:sp>
      <p:sp>
        <p:nvSpPr>
          <p:cNvPr id="1840" name="!!cell10"/>
          <p:cNvSpPr/>
          <p:nvPr/>
        </p:nvSpPr>
        <p:spPr>
          <a:xfrm>
            <a:off x="356616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1" name="!!cell11"/>
          <p:cNvSpPr/>
          <p:nvPr/>
        </p:nvSpPr>
        <p:spPr>
          <a:xfrm>
            <a:off x="635508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2" name="!!cell12"/>
          <p:cNvSpPr/>
          <p:nvPr/>
        </p:nvSpPr>
        <p:spPr>
          <a:xfrm>
            <a:off x="914400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3" name="!!cell13"/>
          <p:cNvSpPr/>
          <p:nvPr/>
        </p:nvSpPr>
        <p:spPr>
          <a:xfrm>
            <a:off x="1193292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4" name="!!cell14"/>
          <p:cNvSpPr/>
          <p:nvPr/>
        </p:nvSpPr>
        <p:spPr>
          <a:xfrm>
            <a:off x="1472184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5" name="TextBox 1844"/>
          <p:cNvSpPr txBox="1"/>
          <p:nvPr/>
        </p:nvSpPr>
        <p:spPr>
          <a:xfrm>
            <a:off x="1965960" y="4306824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0,5</a:t>
            </a:r>
          </a:p>
        </p:txBody>
      </p:sp>
      <p:sp>
        <p:nvSpPr>
          <p:cNvPr id="1846" name="!!cell20"/>
          <p:cNvSpPr/>
          <p:nvPr/>
        </p:nvSpPr>
        <p:spPr>
          <a:xfrm>
            <a:off x="356616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10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R-002 · R-019 · R-020 · R-027 · R-031 · R-033 · R-036 · R-037 · R-039 · R-040</a:t>
            </a:r>
          </a:p>
        </p:txBody>
      </p:sp>
      <p:sp>
        <p:nvSpPr>
          <p:cNvPr id="1847" name="!!cell21"/>
          <p:cNvSpPr/>
          <p:nvPr/>
        </p:nvSpPr>
        <p:spPr>
          <a:xfrm>
            <a:off x="635508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17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R-001 · R-003 · R-004 · R-007 · R-017 · R-018 · R-021 · R-022 · R-024 · R-025 · R-026 · R-029 · R-030 · R-035 · R-038 · R-042 · R-045</a:t>
            </a:r>
          </a:p>
        </p:txBody>
      </p:sp>
      <p:sp>
        <p:nvSpPr>
          <p:cNvPr id="1848" name="!!cell22"/>
          <p:cNvSpPr/>
          <p:nvPr/>
        </p:nvSpPr>
        <p:spPr>
          <a:xfrm>
            <a:off x="914400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9" name="!!cell23"/>
          <p:cNvSpPr/>
          <p:nvPr/>
        </p:nvSpPr>
        <p:spPr>
          <a:xfrm>
            <a:off x="1193292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FFFFFF"/>
                </a:solidFill>
                <a:latin typeface="Inter SemiBold"/>
              </a:rPr>
              <a:t>2</a:t>
            </a:r>
          </a:p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R-012 · R-015</a:t>
            </a:r>
          </a:p>
        </p:txBody>
      </p:sp>
      <p:sp>
        <p:nvSpPr>
          <p:cNvPr id="1850" name="!!cell24"/>
          <p:cNvSpPr/>
          <p:nvPr/>
        </p:nvSpPr>
        <p:spPr>
          <a:xfrm>
            <a:off x="1472184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1" name="TextBox 1850"/>
          <p:cNvSpPr txBox="1"/>
          <p:nvPr/>
        </p:nvSpPr>
        <p:spPr>
          <a:xfrm>
            <a:off x="1965960" y="5797296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0,3</a:t>
            </a:r>
          </a:p>
        </p:txBody>
      </p:sp>
      <p:sp>
        <p:nvSpPr>
          <p:cNvPr id="1852" name="!!cell30"/>
          <p:cNvSpPr/>
          <p:nvPr/>
        </p:nvSpPr>
        <p:spPr>
          <a:xfrm>
            <a:off x="356616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R-044</a:t>
            </a:r>
          </a:p>
        </p:txBody>
      </p:sp>
      <p:sp>
        <p:nvSpPr>
          <p:cNvPr id="1853" name="!!cell31"/>
          <p:cNvSpPr/>
          <p:nvPr/>
        </p:nvSpPr>
        <p:spPr>
          <a:xfrm>
            <a:off x="635508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9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R-008 · R-009 · R-010 · R-023 · R-028 · R-032 · R-034 · R-041 · R-043</a:t>
            </a:r>
          </a:p>
        </p:txBody>
      </p:sp>
      <p:sp>
        <p:nvSpPr>
          <p:cNvPr id="1854" name="!!cell32"/>
          <p:cNvSpPr/>
          <p:nvPr/>
        </p:nvSpPr>
        <p:spPr>
          <a:xfrm>
            <a:off x="914400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5" name="!!cell33"/>
          <p:cNvSpPr/>
          <p:nvPr/>
        </p:nvSpPr>
        <p:spPr>
          <a:xfrm>
            <a:off x="1193292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6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R-005 · R-006 · R-011 · R-013 · R-014 · R-016</a:t>
            </a:r>
          </a:p>
        </p:txBody>
      </p:sp>
      <p:sp>
        <p:nvSpPr>
          <p:cNvPr id="1856" name="!!cell34"/>
          <p:cNvSpPr/>
          <p:nvPr/>
        </p:nvSpPr>
        <p:spPr>
          <a:xfrm>
            <a:off x="1472184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7" name="TextBox 1856"/>
          <p:cNvSpPr txBox="1"/>
          <p:nvPr/>
        </p:nvSpPr>
        <p:spPr>
          <a:xfrm>
            <a:off x="1965960" y="7287768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0,1</a:t>
            </a:r>
          </a:p>
        </p:txBody>
      </p:sp>
      <p:sp>
        <p:nvSpPr>
          <p:cNvPr id="1858" name="!!cell40"/>
          <p:cNvSpPr/>
          <p:nvPr/>
        </p:nvSpPr>
        <p:spPr>
          <a:xfrm>
            <a:off x="356616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9" name="!!cell41"/>
          <p:cNvSpPr/>
          <p:nvPr/>
        </p:nvSpPr>
        <p:spPr>
          <a:xfrm>
            <a:off x="635508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0" name="!!cell42"/>
          <p:cNvSpPr/>
          <p:nvPr/>
        </p:nvSpPr>
        <p:spPr>
          <a:xfrm>
            <a:off x="914400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1" name="!!cell43"/>
          <p:cNvSpPr/>
          <p:nvPr/>
        </p:nvSpPr>
        <p:spPr>
          <a:xfrm>
            <a:off x="1193292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2" name="!!cell44"/>
          <p:cNvSpPr/>
          <p:nvPr/>
        </p:nvSpPr>
        <p:spPr>
          <a:xfrm>
            <a:off x="1472184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3" name="TextBox 1862"/>
          <p:cNvSpPr txBox="1"/>
          <p:nvPr/>
        </p:nvSpPr>
        <p:spPr>
          <a:xfrm>
            <a:off x="356616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0,2</a:t>
            </a:r>
          </a:p>
        </p:txBody>
      </p:sp>
      <p:sp>
        <p:nvSpPr>
          <p:cNvPr id="1864" name="TextBox 1863"/>
          <p:cNvSpPr txBox="1"/>
          <p:nvPr/>
        </p:nvSpPr>
        <p:spPr>
          <a:xfrm>
            <a:off x="635508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914400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0,6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1193292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0,8</a:t>
            </a:r>
          </a:p>
        </p:txBody>
      </p:sp>
      <p:sp>
        <p:nvSpPr>
          <p:cNvPr id="1867" name="TextBox 1866"/>
          <p:cNvSpPr txBox="1"/>
          <p:nvPr/>
        </p:nvSpPr>
        <p:spPr>
          <a:xfrm>
            <a:off x="1472184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1,0</a:t>
            </a:r>
          </a:p>
        </p:txBody>
      </p:sp>
      <p:sp>
        <p:nvSpPr>
          <p:cNvPr id="1868" name="TextBox 1867"/>
          <p:cNvSpPr txBox="1"/>
          <p:nvPr/>
        </p:nvSpPr>
        <p:spPr>
          <a:xfrm>
            <a:off x="3566160" y="9372600"/>
            <a:ext cx="1385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IMPACTO</a:t>
            </a:r>
          </a:p>
        </p:txBody>
      </p:sp>
      <p:sp>
        <p:nvSpPr>
          <p:cNvPr id="1869" name="TextBox 1868"/>
          <p:cNvSpPr txBox="1"/>
          <p:nvPr/>
        </p:nvSpPr>
        <p:spPr>
          <a:xfrm>
            <a:off x="11887200" y="6858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3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Crítica ≥ 0,40   </a:t>
            </a:r>
            <a:r>
              <a:rPr lang="es-CL" sz="13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Alta ≥ 0,20   </a:t>
            </a:r>
            <a:r>
              <a:rPr lang="es-CL" sz="1300" b="0" noProof="0">
                <a:solidFill>
                  <a:srgbClr val="FBD5BA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Media ≥ 0,08   </a:t>
            </a:r>
            <a:r>
              <a:rPr lang="es-CL" sz="1300" b="0" noProof="0">
                <a:solidFill>
                  <a:srgbClr val="FDEBDD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4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5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6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7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8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9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0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151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!!title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15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50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0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1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2" name="!!deco_a08c7f17_1"/>
          <p:cNvSpPr/>
          <p:nvPr/>
        </p:nvSpPr>
        <p:spPr>
          <a:xfrm>
            <a:off x="10069298" y="7296286"/>
            <a:ext cx="387808" cy="387810"/>
          </a:xfrm>
          <a:custGeom>
            <a:avLst/>
            <a:gdLst/>
            <a:ahLst/>
            <a:cxnLst/>
            <a:rect l="l" t="t" r="r" b="b"/>
            <a:pathLst>
              <a:path w="387808" h="387810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3" name="Google Shape;2163;p35"/>
          <p:cNvSpPr txBox="1"/>
          <p:nvPr/>
        </p:nvSpPr>
        <p:spPr>
          <a:xfrm>
            <a:off x="5747919" y="6690083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  <a:endParaRPr lang="es-CL" noProof="0"/>
          </a:p>
        </p:txBody>
      </p:sp>
      <p:sp>
        <p:nvSpPr>
          <p:cNvPr id="2164" name="!!deco_abc274cf_1"/>
          <p:cNvSpPr/>
          <p:nvPr/>
        </p:nvSpPr>
        <p:spPr>
          <a:xfrm>
            <a:off x="10069298" y="6732646"/>
            <a:ext cx="325031" cy="325031"/>
          </a:xfrm>
          <a:custGeom>
            <a:avLst/>
            <a:gdLst/>
            <a:ahLst/>
            <a:cxnLst/>
            <a:rect l="l" t="t" r="r" b="b"/>
            <a:pathLst>
              <a:path w="325031" h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00" b="-8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5" name="!!deco_e6d4545c_1"/>
          <p:cNvSpPr/>
          <p:nvPr/>
        </p:nvSpPr>
        <p:spPr>
          <a:xfrm>
            <a:off x="5052380" y="7208371"/>
            <a:ext cx="308824" cy="441177"/>
          </a:xfrm>
          <a:custGeom>
            <a:avLst/>
            <a:gdLst/>
            <a:ahLst/>
            <a:cxnLst/>
            <a:rect l="l" t="t" r="r" b="b"/>
            <a:pathLst>
              <a:path w="308824" h="441177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6" name="Google Shape;2166;p35"/>
          <p:cNvSpPr txBox="1"/>
          <p:nvPr/>
        </p:nvSpPr>
        <p:spPr>
          <a:xfrm>
            <a:off x="5747919" y="7268144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  <a:endParaRPr lang="es-CL" noProof="0"/>
          </a:p>
        </p:txBody>
      </p:sp>
      <p:sp>
        <p:nvSpPr>
          <p:cNvPr id="2167" name="Google Shape;2167;p35"/>
          <p:cNvSpPr txBox="1"/>
          <p:nvPr/>
        </p:nvSpPr>
        <p:spPr>
          <a:xfrm>
            <a:off x="10736647" y="7329375"/>
            <a:ext cx="2823062" cy="30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lafrox.github.io</a:t>
            </a:r>
            <a:endParaRPr lang="es-CL" noProof="0"/>
          </a:p>
        </p:txBody>
      </p:sp>
      <p:sp>
        <p:nvSpPr>
          <p:cNvPr id="2168" name="!!deco_05350c3c_1"/>
          <p:cNvSpPr/>
          <p:nvPr/>
        </p:nvSpPr>
        <p:spPr>
          <a:xfrm>
            <a:off x="4985939" y="6693491"/>
            <a:ext cx="441707" cy="314817"/>
          </a:xfrm>
          <a:custGeom>
            <a:avLst/>
            <a:gdLst/>
            <a:ahLst/>
            <a:cxnLst/>
            <a:rect l="l" t="t" r="r" b="b"/>
            <a:pathLst>
              <a:path w="441707" h="31481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9" name="Google Shape;2169;p35"/>
          <p:cNvSpPr txBox="1"/>
          <p:nvPr/>
        </p:nvSpPr>
        <p:spPr>
          <a:xfrm>
            <a:off x="10758453" y="6734346"/>
            <a:ext cx="2801256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  <a:endParaRPr lang="es-CL" noProof="0"/>
          </a:p>
        </p:txBody>
      </p:sp>
      <p:sp>
        <p:nvSpPr>
          <p:cNvPr id="2170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1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2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3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4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175" name="Google Shape;2175;p35"/>
          <p:cNvSpPr txBox="1"/>
          <p:nvPr/>
        </p:nvSpPr>
        <p:spPr>
          <a:xfrm>
            <a:off x="2743200" y="8850630"/>
            <a:ext cx="128016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LafroX </a:t>
            </a:r>
            <a:r>
              <a:rPr lang="es-CL" sz="1600" noProof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</a:t>
            </a:r>
            <a:endParaRPr lang="es-CL" noProof="0"/>
          </a:p>
        </p:txBody>
      </p:sp>
      <p:pic>
        <p:nvPicPr>
          <p:cNvPr id="2176" name="!!logo" descr="Isotipo LafroX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 9 días a</a:t>
            </a:r>
            <a:endParaRPr lang="es-CL" noProof="0"/>
          </a:p>
        </p:txBody>
      </p:sp>
      <p:sp>
        <p:nvSpPr>
          <p:cNvPr id="2178" name="!!title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2 horas</a:t>
            </a:r>
            <a:endParaRPr lang="es-CL" noProof="0"/>
          </a:p>
        </p:txBody>
      </p:sp>
      <p:sp>
        <p:nvSpPr>
          <p:cNvPr id="2179" name="Google Shape;2179;p35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18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8047</Words>
  <Application>Microsoft Office PowerPoint</Application>
  <PresentationFormat>Personalizado</PresentationFormat>
  <Paragraphs>1611</Paragraphs>
  <Slides>51</Slides>
  <Notes>51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51</vt:i4>
      </vt:variant>
    </vt:vector>
  </HeadingPairs>
  <TitlesOfParts>
    <vt:vector size="58" baseType="lpstr">
      <vt:lpstr>Arial</vt:lpstr>
      <vt:lpstr>Inter</vt:lpstr>
      <vt:lpstr>Inter Light</vt:lpstr>
      <vt:lpstr>Inter SemiBold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Henriquez</dc:creator>
  <cp:lastModifiedBy>Patricio Henríquez Tapia</cp:lastModifiedBy>
  <cp:revision>1</cp:revision>
  <dcterms:created xsi:type="dcterms:W3CDTF">2006-08-16T00:00:00Z</dcterms:created>
  <dcterms:modified xsi:type="dcterms:W3CDTF">2026-10-22T04:23:51Z</dcterms:modified>
</cp:coreProperties>
</file>