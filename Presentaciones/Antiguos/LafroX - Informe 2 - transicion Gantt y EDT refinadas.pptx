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charts/chart1.xml" ContentType="application/vnd.openxmlformats-officedocument.drawingml.chart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2"/>
    <p:sldMasterId id="2147483672" r:id="rId3"/>
  </p:sldMasterIdLst>
  <p:notesMasterIdLst>
    <p:notesMasterId r:id="rId55"/>
  </p:notesMasterIdLst>
  <p:sldIdLst>
    <p:sldId id="256" r:id="rId4"/>
    <p:sldId id="300" r:id="rId5"/>
    <p:sldId id="257" r:id="rId6"/>
    <p:sldId id="258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4" r:id="rId20"/>
    <p:sldId id="275" r:id="rId21"/>
    <p:sldId id="286" r:id="rId22"/>
    <p:sldId id="287" r:id="rId23"/>
    <p:sldId id="288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9" r:id="rId35"/>
    <p:sldId id="294" r:id="rId36"/>
    <p:sldId id="295" r:id="rId37"/>
    <p:sldId id="296" r:id="rId38"/>
    <p:sldId id="297" r:id="rId39"/>
    <p:sldId id="298" r:id="rId40"/>
    <p:sldId id="299" r:id="rId41"/>
    <p:sldId id="291" r:id="rId42"/>
    <p:sldId id="290" r:id="rId43"/>
    <p:sldId id="303" r:id="rId44"/>
    <p:sldId id="304" r:id="rId45"/>
    <p:sldId id="305" r:id="rId46"/>
    <p:sldId id="306" r:id="rId47"/>
    <p:sldId id="307" r:id="rId48"/>
    <p:sldId id="308" r:id="rId49"/>
    <p:sldId id="309" r:id="rId50"/>
    <p:sldId id="292" r:id="rId51"/>
    <p:sldId id="293" r:id="rId52"/>
    <p:sldId id="301" r:id="rId53"/>
    <p:sldId id="302" r:id="rId54"/>
  </p:sldIdLst>
  <p:sldSz cx="18288000" cy="10287000"/>
  <p:notesSz cx="6858000" cy="9144000"/>
  <p:embeddedFontLst>
    <p:embeddedFont>
      <p:font typeface="Inter" panose="020B0604020202020204" charset="0"/>
      <p:regular r:id="rId56"/>
      <p:bold r:id="rId57"/>
      <p:italic r:id="rId58"/>
      <p:boldItalic r:id="rId59"/>
    </p:embeddedFont>
    <p:embeddedFont>
      <p:font typeface="Inter Light" panose="020B0604020202020204" charset="0"/>
      <p:regular r:id="rId60"/>
      <p:bold r:id="rId61"/>
      <p:italic r:id="rId62"/>
      <p:boldItalic r:id="rId63"/>
    </p:embeddedFont>
    <p:embeddedFont>
      <p:font typeface="Inter SemiBold" panose="020B0604020202020204" charset="0"/>
      <p:regular r:id="rId64"/>
      <p:bold r:id="rId65"/>
      <p:italic r:id="rId66"/>
      <p:boldItalic r:id="rId6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0" roundtripDataSignature="AMtx7mjMn/eJYygyYAIOBg2whbyUSmlgW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52" dt="2026-10-21T23:25:37.025"/>
    <p1510:client id="{19887FBB-2E95-1307-0AAC-04868A63639A}" v="10" dt="2026-10-22T02:42:18.882"/>
    <p1510:client id="{2CAB3DA1-4BE8-5171-4280-B148218AFE50}" v="16" dt="2026-10-22T02:27:19.701"/>
    <p1510:client id="{8518D1DE-07C9-4C97-8F05-220E18EC7522}" v="25" dt="2026-10-22T02:33:04.967"/>
    <p1510:client id="{882E8C7D-2876-1916-59F0-D22F26B0C238}" v="37" dt="2026-10-22T02:42:40.488"/>
    <p1510:client id="{B4D353A1-8446-1601-325E-45018A9A3BA4}" v="683" dt="2026-10-22T00:58:37.339"/>
  </p1510:revLst>
</p1510:revInfo>
</file>

<file path=ppt/tableStyles.xml><?xml version="1.0" encoding="utf-8"?>
<a:tblStyleLst xmlns:a="http://schemas.openxmlformats.org/drawingml/2006/main" def="{C4A5C758-D4A7-4D3F-9BCE-32F5856BC382}">
  <a:tblStyle styleId="{C4A5C758-D4A7-4D3F-9BCE-32F5856BC38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1517" y="20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font" Target="fonts/font8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font" Target="fonts/font3.fntdata"/><Relationship Id="rId66" Type="http://schemas.openxmlformats.org/officeDocument/2006/relationships/font" Target="fonts/font11.fntdata"/><Relationship Id="rId74" Type="http://schemas.openxmlformats.org/officeDocument/2006/relationships/tableStyles" Target="tableStyles.xml"/><Relationship Id="rId5" Type="http://schemas.openxmlformats.org/officeDocument/2006/relationships/slide" Target="slides/slide2.xml"/><Relationship Id="rId61" Type="http://schemas.openxmlformats.org/officeDocument/2006/relationships/font" Target="fonts/font6.fntdata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font" Target="fonts/font1.fntdata"/><Relationship Id="rId64" Type="http://schemas.openxmlformats.org/officeDocument/2006/relationships/font" Target="fonts/font9.fntdata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font" Target="fonts/font4.fntdata"/><Relationship Id="rId67" Type="http://schemas.openxmlformats.org/officeDocument/2006/relationships/font" Target="fonts/font12.fntdata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font" Target="fonts/font7.fntdata"/><Relationship Id="rId70" Type="http://customschemas.google.com/relationships/presentationmetadata" Target="metadata"/><Relationship Id="rId75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font" Target="fonts/font2.fntdata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font" Target="fonts/font5.fntdata"/><Relationship Id="rId65" Type="http://schemas.openxmlformats.org/officeDocument/2006/relationships/font" Target="fonts/font10.fntdata"/><Relationship Id="rId73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notesMaster" Target="notesMasters/notesMaster1.xml"/><Relationship Id="rId76" Type="http://schemas.microsoft.com/office/2015/10/relationships/revisionInfo" Target="revisionInfo.xml"/><Relationship Id="rId7" Type="http://schemas.openxmlformats.org/officeDocument/2006/relationships/slide" Target="slides/slide4.xml"/><Relationship Id="rId7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 Aravena" userId="S::alex.aravena.p@mail.pucv.cl::3d3c6775-e7a1-4e1c-b64b-c38162922a1a" providerId="AD" clId="Web-{00000000-0000-0000-0000-000000000000}"/>
    <pc:docChg chg="delSld modSld sldOrd">
      <pc:chgData name="Alex Aravena" userId="S::alex.aravena.p@mail.pucv.cl::3d3c6775-e7a1-4e1c-b64b-c38162922a1a" providerId="AD" clId="Web-{00000000-0000-0000-0000-000000000000}" dt="2026-10-21T23:25:37.025" v="216"/>
      <pc:docMkLst>
        <pc:docMk/>
      </pc:docMkLst>
      <pc:sldChg chg="delSp">
        <pc:chgData name="Alex Aravena" userId="S::alex.aravena.p@mail.pucv.cl::3d3c6775-e7a1-4e1c-b64b-c38162922a1a" providerId="AD" clId="Web-{00000000-0000-0000-0000-000000000000}" dt="2026-10-21T23:25:37.025" v="216"/>
        <pc:sldMkLst>
          <pc:docMk/>
          <pc:sldMk cId="0" sldId="256"/>
        </pc:sldMkLst>
        <pc:spChg chg="del">
          <ac:chgData name="Alex Aravena" userId="S::alex.aravena.p@mail.pucv.cl::3d3c6775-e7a1-4e1c-b64b-c38162922a1a" providerId="AD" clId="Web-{00000000-0000-0000-0000-000000000000}" dt="2026-10-21T23:25:37.025" v="216"/>
          <ac:spMkLst>
            <pc:docMk/>
            <pc:sldMk cId="0" sldId="256"/>
            <ac:spMk id="243" creationId="{00000000-0000-0000-0000-000000000000}"/>
          </ac:spMkLst>
        </pc:spChg>
      </pc:sldChg>
      <pc:sldChg chg="addSp delSp modSp ord">
        <pc:chgData name="Alex Aravena" userId="S::alex.aravena.p@mail.pucv.cl::3d3c6775-e7a1-4e1c-b64b-c38162922a1a" providerId="AD" clId="Web-{00000000-0000-0000-0000-000000000000}" dt="2026-10-20T23:38:12.610" v="210"/>
        <pc:sldMkLst>
          <pc:docMk/>
          <pc:sldMk cId="0" sldId="261"/>
        </pc:sldMkLst>
        <pc:spChg chg="add del">
          <ac:chgData name="Alex Aravena" userId="S::alex.aravena.p@mail.pucv.cl::3d3c6775-e7a1-4e1c-b64b-c38162922a1a" providerId="AD" clId="Web-{00000000-0000-0000-0000-000000000000}" dt="2026-10-20T23:36:20.715" v="112"/>
          <ac:spMkLst>
            <pc:docMk/>
            <pc:sldMk cId="0" sldId="261"/>
            <ac:spMk id="371" creationId="{00000000-0000-0000-0000-000000000000}"/>
          </ac:spMkLst>
        </pc:spChg>
        <pc:spChg chg="add del mod">
          <ac:chgData name="Alex Aravena" userId="S::alex.aravena.p@mail.pucv.cl::3d3c6775-e7a1-4e1c-b64b-c38162922a1a" providerId="AD" clId="Web-{00000000-0000-0000-0000-000000000000}" dt="2026-10-20T23:36:20.715" v="113"/>
          <ac:spMkLst>
            <pc:docMk/>
            <pc:sldMk cId="0" sldId="261"/>
            <ac:spMk id="372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14"/>
          <ac:spMkLst>
            <pc:docMk/>
            <pc:sldMk cId="0" sldId="261"/>
            <ac:spMk id="373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15"/>
          <ac:spMkLst>
            <pc:docMk/>
            <pc:sldMk cId="0" sldId="261"/>
            <ac:spMk id="374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16"/>
          <ac:spMkLst>
            <pc:docMk/>
            <pc:sldMk cId="0" sldId="261"/>
            <ac:spMk id="375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17"/>
          <ac:spMkLst>
            <pc:docMk/>
            <pc:sldMk cId="0" sldId="261"/>
            <ac:spMk id="376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18"/>
          <ac:spMkLst>
            <pc:docMk/>
            <pc:sldMk cId="0" sldId="261"/>
            <ac:spMk id="377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19"/>
          <ac:spMkLst>
            <pc:docMk/>
            <pc:sldMk cId="0" sldId="261"/>
            <ac:spMk id="378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20"/>
          <ac:spMkLst>
            <pc:docMk/>
            <pc:sldMk cId="0" sldId="261"/>
            <ac:spMk id="379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21"/>
          <ac:spMkLst>
            <pc:docMk/>
            <pc:sldMk cId="0" sldId="261"/>
            <ac:spMk id="380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22"/>
          <ac:spMkLst>
            <pc:docMk/>
            <pc:sldMk cId="0" sldId="261"/>
            <ac:spMk id="381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23"/>
          <ac:spMkLst>
            <pc:docMk/>
            <pc:sldMk cId="0" sldId="261"/>
            <ac:spMk id="382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24"/>
          <ac:spMkLst>
            <pc:docMk/>
            <pc:sldMk cId="0" sldId="261"/>
            <ac:spMk id="383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25"/>
          <ac:spMkLst>
            <pc:docMk/>
            <pc:sldMk cId="0" sldId="261"/>
            <ac:spMk id="384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26"/>
          <ac:spMkLst>
            <pc:docMk/>
            <pc:sldMk cId="0" sldId="261"/>
            <ac:spMk id="385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28"/>
          <ac:spMkLst>
            <pc:docMk/>
            <pc:sldMk cId="0" sldId="261"/>
            <ac:spMk id="387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29"/>
          <ac:spMkLst>
            <pc:docMk/>
            <pc:sldMk cId="0" sldId="261"/>
            <ac:spMk id="388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30"/>
          <ac:spMkLst>
            <pc:docMk/>
            <pc:sldMk cId="0" sldId="261"/>
            <ac:spMk id="389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31"/>
          <ac:spMkLst>
            <pc:docMk/>
            <pc:sldMk cId="0" sldId="261"/>
            <ac:spMk id="390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32"/>
          <ac:spMkLst>
            <pc:docMk/>
            <pc:sldMk cId="0" sldId="261"/>
            <ac:spMk id="391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34"/>
          <ac:spMkLst>
            <pc:docMk/>
            <pc:sldMk cId="0" sldId="261"/>
            <ac:spMk id="393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35"/>
          <ac:spMkLst>
            <pc:docMk/>
            <pc:sldMk cId="0" sldId="261"/>
            <ac:spMk id="394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36"/>
          <ac:spMkLst>
            <pc:docMk/>
            <pc:sldMk cId="0" sldId="261"/>
            <ac:spMk id="395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38"/>
          <ac:spMkLst>
            <pc:docMk/>
            <pc:sldMk cId="0" sldId="261"/>
            <ac:spMk id="397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39"/>
          <ac:spMkLst>
            <pc:docMk/>
            <pc:sldMk cId="0" sldId="261"/>
            <ac:spMk id="398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40"/>
          <ac:spMkLst>
            <pc:docMk/>
            <pc:sldMk cId="0" sldId="261"/>
            <ac:spMk id="399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42"/>
          <ac:spMkLst>
            <pc:docMk/>
            <pc:sldMk cId="0" sldId="261"/>
            <ac:spMk id="401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43"/>
          <ac:spMkLst>
            <pc:docMk/>
            <pc:sldMk cId="0" sldId="261"/>
            <ac:spMk id="402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44"/>
          <ac:spMkLst>
            <pc:docMk/>
            <pc:sldMk cId="0" sldId="261"/>
            <ac:spMk id="403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46"/>
          <ac:spMkLst>
            <pc:docMk/>
            <pc:sldMk cId="0" sldId="261"/>
            <ac:spMk id="405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47"/>
          <ac:spMkLst>
            <pc:docMk/>
            <pc:sldMk cId="0" sldId="261"/>
            <ac:spMk id="406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48"/>
          <ac:spMkLst>
            <pc:docMk/>
            <pc:sldMk cId="0" sldId="261"/>
            <ac:spMk id="407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50"/>
          <ac:spMkLst>
            <pc:docMk/>
            <pc:sldMk cId="0" sldId="261"/>
            <ac:spMk id="409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51"/>
          <ac:spMkLst>
            <pc:docMk/>
            <pc:sldMk cId="0" sldId="261"/>
            <ac:spMk id="410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52"/>
          <ac:spMkLst>
            <pc:docMk/>
            <pc:sldMk cId="0" sldId="261"/>
            <ac:spMk id="411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53"/>
          <ac:spMkLst>
            <pc:docMk/>
            <pc:sldMk cId="0" sldId="261"/>
            <ac:spMk id="412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54"/>
          <ac:spMkLst>
            <pc:docMk/>
            <pc:sldMk cId="0" sldId="261"/>
            <ac:spMk id="413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56"/>
          <ac:spMkLst>
            <pc:docMk/>
            <pc:sldMk cId="0" sldId="261"/>
            <ac:spMk id="415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57"/>
          <ac:spMkLst>
            <pc:docMk/>
            <pc:sldMk cId="0" sldId="261"/>
            <ac:spMk id="416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58"/>
          <ac:spMkLst>
            <pc:docMk/>
            <pc:sldMk cId="0" sldId="261"/>
            <ac:spMk id="417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59"/>
          <ac:spMkLst>
            <pc:docMk/>
            <pc:sldMk cId="0" sldId="261"/>
            <ac:spMk id="418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60"/>
          <ac:spMkLst>
            <pc:docMk/>
            <pc:sldMk cId="0" sldId="261"/>
            <ac:spMk id="419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61"/>
          <ac:spMkLst>
            <pc:docMk/>
            <pc:sldMk cId="0" sldId="261"/>
            <ac:spMk id="420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63"/>
          <ac:spMkLst>
            <pc:docMk/>
            <pc:sldMk cId="0" sldId="261"/>
            <ac:spMk id="422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64"/>
          <ac:spMkLst>
            <pc:docMk/>
            <pc:sldMk cId="0" sldId="261"/>
            <ac:spMk id="423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65"/>
          <ac:spMkLst>
            <pc:docMk/>
            <pc:sldMk cId="0" sldId="261"/>
            <ac:spMk id="424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67"/>
          <ac:spMkLst>
            <pc:docMk/>
            <pc:sldMk cId="0" sldId="261"/>
            <ac:spMk id="426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68"/>
          <ac:spMkLst>
            <pc:docMk/>
            <pc:sldMk cId="0" sldId="261"/>
            <ac:spMk id="427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69"/>
          <ac:spMkLst>
            <pc:docMk/>
            <pc:sldMk cId="0" sldId="261"/>
            <ac:spMk id="428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71"/>
          <ac:spMkLst>
            <pc:docMk/>
            <pc:sldMk cId="0" sldId="261"/>
            <ac:spMk id="430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72"/>
          <ac:spMkLst>
            <pc:docMk/>
            <pc:sldMk cId="0" sldId="261"/>
            <ac:spMk id="431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73"/>
          <ac:spMkLst>
            <pc:docMk/>
            <pc:sldMk cId="0" sldId="261"/>
            <ac:spMk id="432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75"/>
          <ac:spMkLst>
            <pc:docMk/>
            <pc:sldMk cId="0" sldId="261"/>
            <ac:spMk id="434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76"/>
          <ac:spMkLst>
            <pc:docMk/>
            <pc:sldMk cId="0" sldId="261"/>
            <ac:spMk id="435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77"/>
          <ac:spMkLst>
            <pc:docMk/>
            <pc:sldMk cId="0" sldId="261"/>
            <ac:spMk id="436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78"/>
          <ac:spMkLst>
            <pc:docMk/>
            <pc:sldMk cId="0" sldId="261"/>
            <ac:spMk id="437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79"/>
          <ac:spMkLst>
            <pc:docMk/>
            <pc:sldMk cId="0" sldId="261"/>
            <ac:spMk id="438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81"/>
          <ac:spMkLst>
            <pc:docMk/>
            <pc:sldMk cId="0" sldId="261"/>
            <ac:spMk id="440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82"/>
          <ac:spMkLst>
            <pc:docMk/>
            <pc:sldMk cId="0" sldId="261"/>
            <ac:spMk id="441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83"/>
          <ac:spMkLst>
            <pc:docMk/>
            <pc:sldMk cId="0" sldId="261"/>
            <ac:spMk id="442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85"/>
          <ac:spMkLst>
            <pc:docMk/>
            <pc:sldMk cId="0" sldId="261"/>
            <ac:spMk id="444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93"/>
          <ac:spMkLst>
            <pc:docMk/>
            <pc:sldMk cId="0" sldId="261"/>
            <ac:spMk id="452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94"/>
          <ac:spMkLst>
            <pc:docMk/>
            <pc:sldMk cId="0" sldId="261"/>
            <ac:spMk id="453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96"/>
          <ac:spMkLst>
            <pc:docMk/>
            <pc:sldMk cId="0" sldId="261"/>
            <ac:spMk id="455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200"/>
          <ac:spMkLst>
            <pc:docMk/>
            <pc:sldMk cId="0" sldId="261"/>
            <ac:spMk id="460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201"/>
          <ac:spMkLst>
            <pc:docMk/>
            <pc:sldMk cId="0" sldId="261"/>
            <ac:spMk id="461" creationId="{00000000-0000-0000-0000-000000000000}"/>
          </ac:spMkLst>
        </pc:spChg>
        <pc:cxnChg chg="add del">
          <ac:chgData name="Alex Aravena" userId="S::alex.aravena.p@mail.pucv.cl::3d3c6775-e7a1-4e1c-b64b-c38162922a1a" providerId="AD" clId="Web-{00000000-0000-0000-0000-000000000000}" dt="2026-10-20T23:36:20.715" v="127"/>
          <ac:cxnSpMkLst>
            <pc:docMk/>
            <pc:sldMk cId="0" sldId="261"/>
            <ac:cxnSpMk id="386" creationId="{00000000-0000-0000-0000-000000000000}"/>
          </ac:cxnSpMkLst>
        </pc:cxnChg>
        <pc:cxnChg chg="add del">
          <ac:chgData name="Alex Aravena" userId="S::alex.aravena.p@mail.pucv.cl::3d3c6775-e7a1-4e1c-b64b-c38162922a1a" providerId="AD" clId="Web-{00000000-0000-0000-0000-000000000000}" dt="2026-10-20T23:36:20.730" v="186"/>
          <ac:cxnSpMkLst>
            <pc:docMk/>
            <pc:sldMk cId="0" sldId="261"/>
            <ac:cxnSpMk id="445" creationId="{00000000-0000-0000-0000-000000000000}"/>
          </ac:cxnSpMkLst>
        </pc:cxnChg>
        <pc:cxnChg chg="add del">
          <ac:chgData name="Alex Aravena" userId="S::alex.aravena.p@mail.pucv.cl::3d3c6775-e7a1-4e1c-b64b-c38162922a1a" providerId="AD" clId="Web-{00000000-0000-0000-0000-000000000000}" dt="2026-10-20T23:36:20.730" v="187"/>
          <ac:cxnSpMkLst>
            <pc:docMk/>
            <pc:sldMk cId="0" sldId="261"/>
            <ac:cxnSpMk id="446" creationId="{00000000-0000-0000-0000-000000000000}"/>
          </ac:cxnSpMkLst>
        </pc:cxnChg>
        <pc:cxnChg chg="add del">
          <ac:chgData name="Alex Aravena" userId="S::alex.aravena.p@mail.pucv.cl::3d3c6775-e7a1-4e1c-b64b-c38162922a1a" providerId="AD" clId="Web-{00000000-0000-0000-0000-000000000000}" dt="2026-10-20T23:36:20.730" v="188"/>
          <ac:cxnSpMkLst>
            <pc:docMk/>
            <pc:sldMk cId="0" sldId="261"/>
            <ac:cxnSpMk id="447" creationId="{00000000-0000-0000-0000-000000000000}"/>
          </ac:cxnSpMkLst>
        </pc:cxnChg>
        <pc:cxnChg chg="add del">
          <ac:chgData name="Alex Aravena" userId="S::alex.aravena.p@mail.pucv.cl::3d3c6775-e7a1-4e1c-b64b-c38162922a1a" providerId="AD" clId="Web-{00000000-0000-0000-0000-000000000000}" dt="2026-10-20T23:36:20.730" v="189"/>
          <ac:cxnSpMkLst>
            <pc:docMk/>
            <pc:sldMk cId="0" sldId="261"/>
            <ac:cxnSpMk id="448" creationId="{00000000-0000-0000-0000-000000000000}"/>
          </ac:cxnSpMkLst>
        </pc:cxnChg>
        <pc:cxnChg chg="add del">
          <ac:chgData name="Alex Aravena" userId="S::alex.aravena.p@mail.pucv.cl::3d3c6775-e7a1-4e1c-b64b-c38162922a1a" providerId="AD" clId="Web-{00000000-0000-0000-0000-000000000000}" dt="2026-10-20T23:36:20.730" v="190"/>
          <ac:cxnSpMkLst>
            <pc:docMk/>
            <pc:sldMk cId="0" sldId="261"/>
            <ac:cxnSpMk id="449" creationId="{00000000-0000-0000-0000-000000000000}"/>
          </ac:cxnSpMkLst>
        </pc:cxnChg>
        <pc:cxnChg chg="add del">
          <ac:chgData name="Alex Aravena" userId="S::alex.aravena.p@mail.pucv.cl::3d3c6775-e7a1-4e1c-b64b-c38162922a1a" providerId="AD" clId="Web-{00000000-0000-0000-0000-000000000000}" dt="2026-10-20T23:36:20.730" v="191"/>
          <ac:cxnSpMkLst>
            <pc:docMk/>
            <pc:sldMk cId="0" sldId="261"/>
            <ac:cxnSpMk id="450" creationId="{00000000-0000-0000-0000-000000000000}"/>
          </ac:cxnSpMkLst>
        </pc:cxnChg>
        <pc:cxnChg chg="add del">
          <ac:chgData name="Alex Aravena" userId="S::alex.aravena.p@mail.pucv.cl::3d3c6775-e7a1-4e1c-b64b-c38162922a1a" providerId="AD" clId="Web-{00000000-0000-0000-0000-000000000000}" dt="2026-10-20T23:36:20.730" v="195"/>
          <ac:cxnSpMkLst>
            <pc:docMk/>
            <pc:sldMk cId="0" sldId="261"/>
            <ac:cxnSpMk id="454" creationId="{00000000-0000-0000-0000-000000000000}"/>
          </ac:cxnSpMkLst>
        </pc:cxnChg>
        <pc:cxnChg chg="add del">
          <ac:chgData name="Alex Aravena" userId="S::alex.aravena.p@mail.pucv.cl::3d3c6775-e7a1-4e1c-b64b-c38162922a1a" providerId="AD" clId="Web-{00000000-0000-0000-0000-000000000000}" dt="2026-10-20T23:36:20.730" v="197"/>
          <ac:cxnSpMkLst>
            <pc:docMk/>
            <pc:sldMk cId="0" sldId="261"/>
            <ac:cxnSpMk id="456" creationId="{00000000-0000-0000-0000-000000000000}"/>
          </ac:cxnSpMkLst>
        </pc:cxnChg>
        <pc:cxnChg chg="add del">
          <ac:chgData name="Alex Aravena" userId="S::alex.aravena.p@mail.pucv.cl::3d3c6775-e7a1-4e1c-b64b-c38162922a1a" providerId="AD" clId="Web-{00000000-0000-0000-0000-000000000000}" dt="2026-10-20T23:36:20.730" v="199"/>
          <ac:cxnSpMkLst>
            <pc:docMk/>
            <pc:sldMk cId="0" sldId="261"/>
            <ac:cxnSpMk id="458" creationId="{00000000-0000-0000-0000-000000000000}"/>
          </ac:cxnSpMkLst>
        </pc:cxnChg>
      </pc:sldChg>
      <pc:sldChg chg="modSp">
        <pc:chgData name="Alex Aravena" userId="S::alex.aravena.p@mail.pucv.cl::3d3c6775-e7a1-4e1c-b64b-c38162922a1a" providerId="AD" clId="Web-{00000000-0000-0000-0000-000000000000}" dt="2026-10-20T23:38:32.892" v="213" actId="14100"/>
        <pc:sldMkLst>
          <pc:docMk/>
          <pc:sldMk cId="0" sldId="271"/>
        </pc:sldMkLst>
        <pc:spChg chg="mod">
          <ac:chgData name="Alex Aravena" userId="S::alex.aravena.p@mail.pucv.cl::3d3c6775-e7a1-4e1c-b64b-c38162922a1a" providerId="AD" clId="Web-{00000000-0000-0000-0000-000000000000}" dt="2026-10-20T23:38:32.892" v="213" actId="14100"/>
          <ac:spMkLst>
            <pc:docMk/>
            <pc:sldMk cId="0" sldId="271"/>
            <ac:spMk id="639" creationId="{00000000-0000-0000-0000-000000000000}"/>
          </ac:spMkLst>
        </pc:spChg>
      </pc:sldChg>
      <pc:sldChg chg="delSp">
        <pc:chgData name="Alex Aravena" userId="S::alex.aravena.p@mail.pucv.cl::3d3c6775-e7a1-4e1c-b64b-c38162922a1a" providerId="AD" clId="Web-{00000000-0000-0000-0000-000000000000}" dt="2026-10-21T23:20:34.221" v="215"/>
        <pc:sldMkLst>
          <pc:docMk/>
          <pc:sldMk cId="0" sldId="300"/>
        </pc:sldMkLst>
        <pc:spChg chg="del">
          <ac:chgData name="Alex Aravena" userId="S::alex.aravena.p@mail.pucv.cl::3d3c6775-e7a1-4e1c-b64b-c38162922a1a" providerId="AD" clId="Web-{00000000-0000-0000-0000-000000000000}" dt="2026-10-21T23:20:31.955" v="214"/>
          <ac:spMkLst>
            <pc:docMk/>
            <pc:sldMk cId="0" sldId="300"/>
            <ac:spMk id="2100" creationId="{00000000-0000-0000-0000-000000000000}"/>
          </ac:spMkLst>
        </pc:spChg>
        <pc:spChg chg="del">
          <ac:chgData name="Alex Aravena" userId="S::alex.aravena.p@mail.pucv.cl::3d3c6775-e7a1-4e1c-b64b-c38162922a1a" providerId="AD" clId="Web-{00000000-0000-0000-0000-000000000000}" dt="2026-10-21T23:20:34.221" v="215"/>
          <ac:spMkLst>
            <pc:docMk/>
            <pc:sldMk cId="0" sldId="300"/>
            <ac:spMk id="2101" creationId="{00000000-0000-0000-0000-000000000000}"/>
          </ac:spMkLst>
        </pc:spChg>
      </pc:sldChg>
    </pc:docChg>
  </pc:docChgLst>
  <pc:docChgLst>
    <pc:chgData name="Leandro Chamorro Rojas" userId="S::leandro.chamorro.r@mail.pucv.cl::e3266c43-4908-4900-80a3-442f0ccddd51" providerId="AD" clId="Web-{3AE63D20-A9F5-5E5D-053C-132AC028C5F5}"/>
    <pc:docChg chg="modSld">
      <pc:chgData name="Leandro Chamorro Rojas" userId="S::leandro.chamorro.r@mail.pucv.cl::e3266c43-4908-4900-80a3-442f0ccddd51" providerId="AD" clId="Web-{3AE63D20-A9F5-5E5D-053C-132AC028C5F5}" dt="2026-10-21T00:34:02.467" v="3"/>
      <pc:docMkLst>
        <pc:docMk/>
      </pc:docMkLst>
      <pc:sldChg chg="delSp modSp">
        <pc:chgData name="Leandro Chamorro Rojas" userId="S::leandro.chamorro.r@mail.pucv.cl::e3266c43-4908-4900-80a3-442f0ccddd51" providerId="AD" clId="Web-{3AE63D20-A9F5-5E5D-053C-132AC028C5F5}" dt="2026-10-21T00:34:02.467" v="3"/>
        <pc:sldMkLst>
          <pc:docMk/>
          <pc:sldMk cId="0" sldId="261"/>
        </pc:sldMkLst>
        <pc:spChg chg="del">
          <ac:chgData name="Leandro Chamorro Rojas" userId="S::leandro.chamorro.r@mail.pucv.cl::e3266c43-4908-4900-80a3-442f0ccddd51" providerId="AD" clId="Web-{3AE63D20-A9F5-5E5D-053C-132AC028C5F5}" dt="2026-10-21T00:34:02.467" v="3"/>
          <ac:spMkLst>
            <pc:docMk/>
            <pc:sldMk cId="0" sldId="261"/>
            <ac:spMk id="451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3AE63D20-A9F5-5E5D-053C-132AC028C5F5}" dt="2026-10-21T00:33:52.232" v="0" actId="20577"/>
          <ac:spMkLst>
            <pc:docMk/>
            <pc:sldMk cId="0" sldId="261"/>
            <ac:spMk id="453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3AE63D20-A9F5-5E5D-053C-132AC028C5F5}" dt="2026-10-21T00:33:55.779" v="2" actId="20577"/>
          <ac:spMkLst>
            <pc:docMk/>
            <pc:sldMk cId="0" sldId="261"/>
            <ac:spMk id="455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3AE63D20-A9F5-5E5D-053C-132AC028C5F5}" dt="2026-10-21T00:33:54.123" v="1" actId="20577"/>
          <ac:spMkLst>
            <pc:docMk/>
            <pc:sldMk cId="0" sldId="261"/>
            <ac:spMk id="460" creationId="{00000000-0000-0000-0000-000000000000}"/>
          </ac:spMkLst>
        </pc:spChg>
      </pc:sldChg>
    </pc:docChg>
  </pc:docChgLst>
  <pc:docChgLst>
    <pc:chgData name="Guest User" userId="S::urn:spo:tenantanon#6e4d5417-163d-4e66-83d7-c68ec7528de3::" providerId="AD" clId="Web-{4DC9CC42-96D1-0F39-9CCE-B2860139B7D5}"/>
    <pc:docChg chg="modSld">
      <pc:chgData name="Guest User" userId="S::urn:spo:tenantanon#6e4d5417-163d-4e66-83d7-c68ec7528de3::" providerId="AD" clId="Web-{4DC9CC42-96D1-0F39-9CCE-B2860139B7D5}" dt="2026-10-20T22:38:54.804" v="51"/>
      <pc:docMkLst>
        <pc:docMk/>
      </pc:docMkLst>
      <pc:sldChg chg="delSp modSp">
        <pc:chgData name="Guest User" userId="S::urn:spo:tenantanon#6e4d5417-163d-4e66-83d7-c68ec7528de3::" providerId="AD" clId="Web-{4DC9CC42-96D1-0F39-9CCE-B2860139B7D5}" dt="2026-10-20T22:38:54.804" v="51"/>
        <pc:sldMkLst>
          <pc:docMk/>
          <pc:sldMk cId="0" sldId="292"/>
        </pc:sldMkLst>
      </pc:sldChg>
    </pc:docChg>
  </pc:docChgLst>
  <pc:docChgLst>
    <pc:chgData name="Alex Aravena" userId="S::alex.aravena.p@mail.pucv.cl::3d3c6775-e7a1-4e1c-b64b-c38162922a1a" providerId="AD" clId="Web-{2CAB3DA1-4BE8-5171-4280-B148218AFE50}"/>
    <pc:docChg chg="modSld sldOrd">
      <pc:chgData name="Alex Aravena" userId="S::alex.aravena.p@mail.pucv.cl::3d3c6775-e7a1-4e1c-b64b-c38162922a1a" providerId="AD" clId="Web-{2CAB3DA1-4BE8-5171-4280-B148218AFE50}" dt="2026-10-22T02:27:19.701" v="16" actId="1076"/>
      <pc:docMkLst>
        <pc:docMk/>
      </pc:docMkLst>
      <pc:sldChg chg="delSp modSp">
        <pc:chgData name="Alex Aravena" userId="S::alex.aravena.p@mail.pucv.cl::3d3c6775-e7a1-4e1c-b64b-c38162922a1a" providerId="AD" clId="Web-{2CAB3DA1-4BE8-5171-4280-B148218AFE50}" dt="2026-10-22T02:15:57.723" v="7"/>
        <pc:sldMkLst>
          <pc:docMk/>
          <pc:sldMk cId="0" sldId="276"/>
        </pc:sldMkLst>
        <pc:spChg chg="mod">
          <ac:chgData name="Alex Aravena" userId="S::alex.aravena.p@mail.pucv.cl::3d3c6775-e7a1-4e1c-b64b-c38162922a1a" providerId="AD" clId="Web-{2CAB3DA1-4BE8-5171-4280-B148218AFE50}" dt="2026-10-22T02:15:49.473" v="3" actId="20577"/>
          <ac:spMkLst>
            <pc:docMk/>
            <pc:sldMk cId="0" sldId="276"/>
            <ac:spMk id="851" creationId="{00000000-0000-0000-0000-000000000000}"/>
          </ac:spMkLst>
        </pc:spChg>
        <pc:spChg chg="mod">
          <ac:chgData name="Alex Aravena" userId="S::alex.aravena.p@mail.pucv.cl::3d3c6775-e7a1-4e1c-b64b-c38162922a1a" providerId="AD" clId="Web-{2CAB3DA1-4BE8-5171-4280-B148218AFE50}" dt="2026-10-22T02:15:53.926" v="4" actId="1076"/>
          <ac:spMkLst>
            <pc:docMk/>
            <pc:sldMk cId="0" sldId="276"/>
            <ac:spMk id="939" creationId="{00000000-0000-0000-0000-000000000000}"/>
          </ac:spMkLst>
        </pc:spChg>
        <pc:spChg chg="del">
          <ac:chgData name="Alex Aravena" userId="S::alex.aravena.p@mail.pucv.cl::3d3c6775-e7a1-4e1c-b64b-c38162922a1a" providerId="AD" clId="Web-{2CAB3DA1-4BE8-5171-4280-B148218AFE50}" dt="2026-10-22T02:15:57.723" v="7"/>
          <ac:spMkLst>
            <pc:docMk/>
            <pc:sldMk cId="0" sldId="276"/>
            <ac:spMk id="940" creationId="{00000000-0000-0000-0000-000000000000}"/>
          </ac:spMkLst>
        </pc:spChg>
        <pc:spChg chg="del">
          <ac:chgData name="Alex Aravena" userId="S::alex.aravena.p@mail.pucv.cl::3d3c6775-e7a1-4e1c-b64b-c38162922a1a" providerId="AD" clId="Web-{2CAB3DA1-4BE8-5171-4280-B148218AFE50}" dt="2026-10-22T02:15:57.723" v="6"/>
          <ac:spMkLst>
            <pc:docMk/>
            <pc:sldMk cId="0" sldId="276"/>
            <ac:spMk id="941" creationId="{00000000-0000-0000-0000-000000000000}"/>
          </ac:spMkLst>
        </pc:spChg>
        <pc:spChg chg="del">
          <ac:chgData name="Alex Aravena" userId="S::alex.aravena.p@mail.pucv.cl::3d3c6775-e7a1-4e1c-b64b-c38162922a1a" providerId="AD" clId="Web-{2CAB3DA1-4BE8-5171-4280-B148218AFE50}" dt="2026-10-22T02:15:57.723" v="5"/>
          <ac:spMkLst>
            <pc:docMk/>
            <pc:sldMk cId="0" sldId="276"/>
            <ac:spMk id="942" creationId="{00000000-0000-0000-0000-000000000000}"/>
          </ac:spMkLst>
        </pc:spChg>
      </pc:sldChg>
      <pc:sldChg chg="ord">
        <pc:chgData name="Alex Aravena" userId="S::alex.aravena.p@mail.pucv.cl::3d3c6775-e7a1-4e1c-b64b-c38162922a1a" providerId="AD" clId="Web-{2CAB3DA1-4BE8-5171-4280-B148218AFE50}" dt="2026-10-22T02:21:49.142" v="9"/>
        <pc:sldMkLst>
          <pc:docMk/>
          <pc:sldMk cId="0" sldId="299"/>
        </pc:sldMkLst>
      </pc:sldChg>
      <pc:sldChg chg="delSp modSp">
        <pc:chgData name="Alex Aravena" userId="S::alex.aravena.p@mail.pucv.cl::3d3c6775-e7a1-4e1c-b64b-c38162922a1a" providerId="AD" clId="Web-{2CAB3DA1-4BE8-5171-4280-B148218AFE50}" dt="2026-10-22T02:27:19.701" v="16" actId="1076"/>
        <pc:sldMkLst>
          <pc:docMk/>
          <pc:sldMk cId="0" sldId="300"/>
        </pc:sldMkLst>
        <pc:spChg chg="mod">
          <ac:chgData name="Alex Aravena" userId="S::alex.aravena.p@mail.pucv.cl::3d3c6775-e7a1-4e1c-b64b-c38162922a1a" providerId="AD" clId="Web-{2CAB3DA1-4BE8-5171-4280-B148218AFE50}" dt="2026-10-22T02:27:19.701" v="16" actId="1076"/>
          <ac:spMkLst>
            <pc:docMk/>
            <pc:sldMk cId="0" sldId="300"/>
            <ac:spMk id="2130" creationId="{00000000-0000-0000-0000-000000000000}"/>
          </ac:spMkLst>
        </pc:spChg>
        <pc:spChg chg="del">
          <ac:chgData name="Alex Aravena" userId="S::alex.aravena.p@mail.pucv.cl::3d3c6775-e7a1-4e1c-b64b-c38162922a1a" providerId="AD" clId="Web-{2CAB3DA1-4BE8-5171-4280-B148218AFE50}" dt="2026-10-22T02:27:10.122" v="10"/>
          <ac:spMkLst>
            <pc:docMk/>
            <pc:sldMk cId="0" sldId="300"/>
            <ac:spMk id="2134" creationId="{00000000-0000-0000-0000-000000000000}"/>
          </ac:spMkLst>
        </pc:spChg>
        <pc:spChg chg="del mod">
          <ac:chgData name="Alex Aravena" userId="S::alex.aravena.p@mail.pucv.cl::3d3c6775-e7a1-4e1c-b64b-c38162922a1a" providerId="AD" clId="Web-{2CAB3DA1-4BE8-5171-4280-B148218AFE50}" dt="2026-10-22T02:27:13.138" v="13"/>
          <ac:spMkLst>
            <pc:docMk/>
            <pc:sldMk cId="0" sldId="300"/>
            <ac:spMk id="2135" creationId="{00000000-0000-0000-0000-000000000000}"/>
          </ac:spMkLst>
        </pc:spChg>
        <pc:spChg chg="del">
          <ac:chgData name="Alex Aravena" userId="S::alex.aravena.p@mail.pucv.cl::3d3c6775-e7a1-4e1c-b64b-c38162922a1a" providerId="AD" clId="Web-{2CAB3DA1-4BE8-5171-4280-B148218AFE50}" dt="2026-10-22T02:27:15.716" v="14"/>
          <ac:spMkLst>
            <pc:docMk/>
            <pc:sldMk cId="0" sldId="300"/>
            <ac:spMk id="2136" creationId="{00000000-0000-0000-0000-000000000000}"/>
          </ac:spMkLst>
        </pc:spChg>
      </pc:sldChg>
    </pc:docChg>
  </pc:docChgLst>
  <pc:docChgLst>
    <pc:chgData name="Leandro Chamorro Rojas" userId="S::leandro.chamorro.r@mail.pucv.cl::e3266c43-4908-4900-80a3-442f0ccddd51" providerId="AD" clId="Web-{882E8C7D-2876-1916-59F0-D22F26B0C238}"/>
    <pc:docChg chg="delSld modSld">
      <pc:chgData name="Leandro Chamorro Rojas" userId="S::leandro.chamorro.r@mail.pucv.cl::e3266c43-4908-4900-80a3-442f0ccddd51" providerId="AD" clId="Web-{882E8C7D-2876-1916-59F0-D22F26B0C238}" dt="2026-10-22T02:42:40.488" v="22" actId="1076"/>
      <pc:docMkLst>
        <pc:docMk/>
      </pc:docMkLst>
      <pc:sldChg chg="addSp delSp modSp">
        <pc:chgData name="Leandro Chamorro Rojas" userId="S::leandro.chamorro.r@mail.pucv.cl::e3266c43-4908-4900-80a3-442f0ccddd51" providerId="AD" clId="Web-{882E8C7D-2876-1916-59F0-D22F26B0C238}" dt="2026-10-22T02:37:29.463" v="18"/>
        <pc:sldMkLst>
          <pc:docMk/>
          <pc:sldMk cId="0" sldId="258"/>
        </pc:sldMkLst>
        <pc:spChg chg="add mod">
          <ac:chgData name="Leandro Chamorro Rojas" userId="S::leandro.chamorro.r@mail.pucv.cl::e3266c43-4908-4900-80a3-442f0ccddd51" providerId="AD" clId="Web-{882E8C7D-2876-1916-59F0-D22F26B0C238}" dt="2026-10-22T02:37:24.463" v="16" actId="20577"/>
          <ac:spMkLst>
            <pc:docMk/>
            <pc:sldMk cId="0" sldId="258"/>
            <ac:spMk id="2" creationId="{3C66384C-5DC4-33DC-6D85-8656FBBA260D}"/>
          </ac:spMkLst>
        </pc:spChg>
        <pc:spChg chg="del">
          <ac:chgData name="Leandro Chamorro Rojas" userId="S::leandro.chamorro.r@mail.pucv.cl::e3266c43-4908-4900-80a3-442f0ccddd51" providerId="AD" clId="Web-{882E8C7D-2876-1916-59F0-D22F26B0C238}" dt="2026-10-22T02:37:29.463" v="18"/>
          <ac:spMkLst>
            <pc:docMk/>
            <pc:sldMk cId="0" sldId="258"/>
            <ac:spMk id="278" creationId="{00000000-0000-0000-0000-000000000000}"/>
          </ac:spMkLst>
        </pc:spChg>
        <pc:spChg chg="del">
          <ac:chgData name="Leandro Chamorro Rojas" userId="S::leandro.chamorro.r@mail.pucv.cl::e3266c43-4908-4900-80a3-442f0ccddd51" providerId="AD" clId="Web-{882E8C7D-2876-1916-59F0-D22F26B0C238}" dt="2026-10-22T02:37:28.510" v="17"/>
          <ac:spMkLst>
            <pc:docMk/>
            <pc:sldMk cId="0" sldId="258"/>
            <ac:spMk id="279" creationId="{00000000-0000-0000-0000-000000000000}"/>
          </ac:spMkLst>
        </pc:spChg>
        <pc:spChg chg="del">
          <ac:chgData name="Leandro Chamorro Rojas" userId="S::leandro.chamorro.r@mail.pucv.cl::e3266c43-4908-4900-80a3-442f0ccddd51" providerId="AD" clId="Web-{882E8C7D-2876-1916-59F0-D22F26B0C238}" dt="2026-10-22T02:37:07.353" v="1"/>
          <ac:spMkLst>
            <pc:docMk/>
            <pc:sldMk cId="0" sldId="258"/>
            <ac:spMk id="289" creationId="{00000000-0000-0000-0000-000000000000}"/>
          </ac:spMkLst>
        </pc:spChg>
      </pc:sldChg>
      <pc:sldChg chg="del">
        <pc:chgData name="Leandro Chamorro Rojas" userId="S::leandro.chamorro.r@mail.pucv.cl::e3266c43-4908-4900-80a3-442f0ccddd51" providerId="AD" clId="Web-{882E8C7D-2876-1916-59F0-D22F26B0C238}" dt="2026-10-22T02:24:56.270" v="0"/>
        <pc:sldMkLst>
          <pc:docMk/>
          <pc:sldMk cId="0" sldId="259"/>
        </pc:sldMkLst>
      </pc:sldChg>
      <pc:sldChg chg="modSp">
        <pc:chgData name="Leandro Chamorro Rojas" userId="S::leandro.chamorro.r@mail.pucv.cl::e3266c43-4908-4900-80a3-442f0ccddd51" providerId="AD" clId="Web-{882E8C7D-2876-1916-59F0-D22F26B0C238}" dt="2026-10-22T02:42:40.488" v="22" actId="1076"/>
        <pc:sldMkLst>
          <pc:docMk/>
          <pc:sldMk cId="0" sldId="261"/>
        </pc:sldMkLst>
        <pc:spChg chg="mod">
          <ac:chgData name="Leandro Chamorro Rojas" userId="S::leandro.chamorro.r@mail.pucv.cl::e3266c43-4908-4900-80a3-442f0ccddd51" providerId="AD" clId="Web-{882E8C7D-2876-1916-59F0-D22F26B0C238}" dt="2026-10-22T02:42:22.237" v="20" actId="14100"/>
          <ac:spMkLst>
            <pc:docMk/>
            <pc:sldMk cId="0" sldId="261"/>
            <ac:spMk id="389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882E8C7D-2876-1916-59F0-D22F26B0C238}" dt="2026-10-22T02:42:40.488" v="22" actId="1076"/>
          <ac:spMkLst>
            <pc:docMk/>
            <pc:sldMk cId="0" sldId="261"/>
            <ac:spMk id="418" creationId="{00000000-0000-0000-0000-000000000000}"/>
          </ac:spMkLst>
        </pc:spChg>
      </pc:sldChg>
    </pc:docChg>
  </pc:docChgLst>
  <pc:docChgLst>
    <pc:chgData name="Guest User" userId="S::urn:spo:tenantanon#6e4d5417-163d-4e66-83d7-c68ec7528de3::" providerId="AD" clId="Web-{19887FBB-2E95-1307-0AAC-04868A63639A}"/>
    <pc:docChg chg="modSld">
      <pc:chgData name="Guest User" userId="S::urn:spo:tenantanon#6e4d5417-163d-4e66-83d7-c68ec7528de3::" providerId="AD" clId="Web-{19887FBB-2E95-1307-0AAC-04868A63639A}" dt="2026-10-22T02:42:18.882" v="9"/>
      <pc:docMkLst>
        <pc:docMk/>
      </pc:docMkLst>
      <pc:sldChg chg="delSp">
        <pc:chgData name="Guest User" userId="S::urn:spo:tenantanon#6e4d5417-163d-4e66-83d7-c68ec7528de3::" providerId="AD" clId="Web-{19887FBB-2E95-1307-0AAC-04868A63639A}" dt="2026-10-22T02:42:18.882" v="9"/>
        <pc:sldMkLst>
          <pc:docMk/>
          <pc:sldMk cId="0" sldId="288"/>
        </pc:sldMkLst>
        <pc:spChg chg="del">
          <ac:chgData name="Guest User" userId="S::urn:spo:tenantanon#6e4d5417-163d-4e66-83d7-c68ec7528de3::" providerId="AD" clId="Web-{19887FBB-2E95-1307-0AAC-04868A63639A}" dt="2026-10-22T02:42:18.882" v="9"/>
          <ac:spMkLst>
            <pc:docMk/>
            <pc:sldMk cId="0" sldId="288"/>
            <ac:spMk id="1671" creationId="{00000000-0000-0000-0000-000000000000}"/>
          </ac:spMkLst>
        </pc:spChg>
        <pc:spChg chg="del">
          <ac:chgData name="Guest User" userId="S::urn:spo:tenantanon#6e4d5417-163d-4e66-83d7-c68ec7528de3::" providerId="AD" clId="Web-{19887FBB-2E95-1307-0AAC-04868A63639A}" dt="2026-10-22T02:41:04.692" v="6"/>
          <ac:spMkLst>
            <pc:docMk/>
            <pc:sldMk cId="0" sldId="288"/>
            <ac:spMk id="1673" creationId="{00000000-0000-0000-0000-000000000000}"/>
          </ac:spMkLst>
        </pc:spChg>
        <pc:spChg chg="del">
          <ac:chgData name="Guest User" userId="S::urn:spo:tenantanon#6e4d5417-163d-4e66-83d7-c68ec7528de3::" providerId="AD" clId="Web-{19887FBB-2E95-1307-0AAC-04868A63639A}" dt="2026-10-22T02:42:16.897" v="7"/>
          <ac:spMkLst>
            <pc:docMk/>
            <pc:sldMk cId="0" sldId="288"/>
            <ac:spMk id="1699" creationId="{00000000-0000-0000-0000-000000000000}"/>
          </ac:spMkLst>
        </pc:spChg>
        <pc:spChg chg="del">
          <ac:chgData name="Guest User" userId="S::urn:spo:tenantanon#6e4d5417-163d-4e66-83d7-c68ec7528de3::" providerId="AD" clId="Web-{19887FBB-2E95-1307-0AAC-04868A63639A}" dt="2026-10-22T02:42:17.647" v="8"/>
          <ac:spMkLst>
            <pc:docMk/>
            <pc:sldMk cId="0" sldId="288"/>
            <ac:spMk id="1700" creationId="{00000000-0000-0000-0000-000000000000}"/>
          </ac:spMkLst>
        </pc:spChg>
        <pc:spChg chg="del">
          <ac:chgData name="Guest User" userId="S::urn:spo:tenantanon#6e4d5417-163d-4e66-83d7-c68ec7528de3::" providerId="AD" clId="Web-{19887FBB-2E95-1307-0AAC-04868A63639A}" dt="2026-10-22T02:41:00.020" v="0"/>
          <ac:spMkLst>
            <pc:docMk/>
            <pc:sldMk cId="0" sldId="288"/>
            <ac:spMk id="1725" creationId="{00000000-0000-0000-0000-000000000000}"/>
          </ac:spMkLst>
        </pc:spChg>
        <pc:spChg chg="del">
          <ac:chgData name="Guest User" userId="S::urn:spo:tenantanon#6e4d5417-163d-4e66-83d7-c68ec7528de3::" providerId="AD" clId="Web-{19887FBB-2E95-1307-0AAC-04868A63639A}" dt="2026-10-22T02:41:00.989" v="1"/>
          <ac:spMkLst>
            <pc:docMk/>
            <pc:sldMk cId="0" sldId="288"/>
            <ac:spMk id="1726" creationId="{00000000-0000-0000-0000-000000000000}"/>
          </ac:spMkLst>
        </pc:spChg>
        <pc:spChg chg="del">
          <ac:chgData name="Guest User" userId="S::urn:spo:tenantanon#6e4d5417-163d-4e66-83d7-c68ec7528de3::" providerId="AD" clId="Web-{19887FBB-2E95-1307-0AAC-04868A63639A}" dt="2026-10-22T02:41:01.582" v="2"/>
          <ac:spMkLst>
            <pc:docMk/>
            <pc:sldMk cId="0" sldId="288"/>
            <ac:spMk id="1727" creationId="{00000000-0000-0000-0000-000000000000}"/>
          </ac:spMkLst>
        </pc:spChg>
        <pc:spChg chg="del">
          <ac:chgData name="Guest User" userId="S::urn:spo:tenantanon#6e4d5417-163d-4e66-83d7-c68ec7528de3::" providerId="AD" clId="Web-{19887FBB-2E95-1307-0AAC-04868A63639A}" dt="2026-10-22T02:41:02.410" v="3"/>
          <ac:spMkLst>
            <pc:docMk/>
            <pc:sldMk cId="0" sldId="288"/>
            <ac:spMk id="1728" creationId="{00000000-0000-0000-0000-000000000000}"/>
          </ac:spMkLst>
        </pc:spChg>
        <pc:spChg chg="del">
          <ac:chgData name="Guest User" userId="S::urn:spo:tenantanon#6e4d5417-163d-4e66-83d7-c68ec7528de3::" providerId="AD" clId="Web-{19887FBB-2E95-1307-0AAC-04868A63639A}" dt="2026-10-22T02:41:02.973" v="4"/>
          <ac:spMkLst>
            <pc:docMk/>
            <pc:sldMk cId="0" sldId="288"/>
            <ac:spMk id="1729" creationId="{00000000-0000-0000-0000-000000000000}"/>
          </ac:spMkLst>
        </pc:spChg>
        <pc:spChg chg="del">
          <ac:chgData name="Guest User" userId="S::urn:spo:tenantanon#6e4d5417-163d-4e66-83d7-c68ec7528de3::" providerId="AD" clId="Web-{19887FBB-2E95-1307-0AAC-04868A63639A}" dt="2026-10-22T02:41:03.535" v="5"/>
          <ac:spMkLst>
            <pc:docMk/>
            <pc:sldMk cId="0" sldId="288"/>
            <ac:spMk id="1730" creationId="{00000000-0000-0000-0000-000000000000}"/>
          </ac:spMkLst>
        </pc:spChg>
      </pc:sldChg>
    </pc:docChg>
  </pc:docChgLst>
  <pc:docChgLst>
    <pc:chgData name="Guest User" userId="S::urn:spo:tenantanon#6e4d5417-163d-4e66-83d7-c68ec7528de3::" providerId="AD" clId="Web-{E66A248C-3EB0-2D62-97BD-B389C63C57A7}"/>
    <pc:docChg chg="modSld">
      <pc:chgData name="Guest User" userId="S::urn:spo:tenantanon#6e4d5417-163d-4e66-83d7-c68ec7528de3::" providerId="AD" clId="Web-{E66A248C-3EB0-2D62-97BD-B389C63C57A7}" dt="2026-10-20T22:33:34.384" v="0" actId="1076"/>
      <pc:docMkLst>
        <pc:docMk/>
      </pc:docMkLst>
      <pc:sldChg chg="modSp">
        <pc:chgData name="Guest User" userId="S::urn:spo:tenantanon#6e4d5417-163d-4e66-83d7-c68ec7528de3::" providerId="AD" clId="Web-{E66A248C-3EB0-2D62-97BD-B389C63C57A7}" dt="2026-10-20T22:33:34.384" v="0" actId="1076"/>
        <pc:sldMkLst>
          <pc:docMk/>
          <pc:sldMk cId="0" sldId="256"/>
        </pc:sldMkLst>
        <pc:spChg chg="mod">
          <ac:chgData name="Guest User" userId="S::urn:spo:tenantanon#6e4d5417-163d-4e66-83d7-c68ec7528de3::" providerId="AD" clId="Web-{E66A248C-3EB0-2D62-97BD-B389C63C57A7}" dt="2026-10-20T22:33:34.384" v="0" actId="1076"/>
          <ac:spMkLst>
            <pc:docMk/>
            <pc:sldMk cId="0" sldId="256"/>
            <ac:spMk id="239" creationId="{00000000-0000-0000-0000-000000000000}"/>
          </ac:spMkLst>
        </pc:spChg>
      </pc:sldChg>
    </pc:docChg>
  </pc:docChgLst>
  <pc:docChgLst>
    <pc:chgData name="Leandro Chamorro Rojas" userId="S::leandro.chamorro.r@mail.pucv.cl::e3266c43-4908-4900-80a3-442f0ccddd51" providerId="AD" clId="Web-{B4D353A1-8446-1601-325E-45018A9A3BA4}"/>
    <pc:docChg chg="modSld">
      <pc:chgData name="Leandro Chamorro Rojas" userId="S::leandro.chamorro.r@mail.pucv.cl::e3266c43-4908-4900-80a3-442f0ccddd51" providerId="AD" clId="Web-{B4D353A1-8446-1601-325E-45018A9A3BA4}" dt="2026-10-22T00:58:37.339" v="648" actId="1076"/>
      <pc:docMkLst>
        <pc:docMk/>
      </pc:docMkLst>
      <pc:sldChg chg="modSp">
        <pc:chgData name="Leandro Chamorro Rojas" userId="S::leandro.chamorro.r@mail.pucv.cl::e3266c43-4908-4900-80a3-442f0ccddd51" providerId="AD" clId="Web-{B4D353A1-8446-1601-325E-45018A9A3BA4}" dt="2026-10-22T00:41:06.023" v="11" actId="20577"/>
        <pc:sldMkLst>
          <pc:docMk/>
          <pc:sldMk cId="0" sldId="258"/>
        </pc:sldMkLst>
        <pc:spChg chg="mod">
          <ac:chgData name="Leandro Chamorro Rojas" userId="S::leandro.chamorro.r@mail.pucv.cl::e3266c43-4908-4900-80a3-442f0ccddd51" providerId="AD" clId="Web-{B4D353A1-8446-1601-325E-45018A9A3BA4}" dt="2026-10-22T00:39:57.333" v="5" actId="20577"/>
          <ac:spMkLst>
            <pc:docMk/>
            <pc:sldMk cId="0" sldId="258"/>
            <ac:spMk id="289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40:02.115" v="7" actId="20577"/>
          <ac:spMkLst>
            <pc:docMk/>
            <pc:sldMk cId="0" sldId="258"/>
            <ac:spMk id="295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41:06.023" v="11" actId="20577"/>
          <ac:spMkLst>
            <pc:docMk/>
            <pc:sldMk cId="0" sldId="258"/>
            <ac:spMk id="301" creationId="{00000000-0000-0000-0000-000000000000}"/>
          </ac:spMkLst>
        </pc:spChg>
      </pc:sldChg>
      <pc:sldChg chg="modSp">
        <pc:chgData name="Leandro Chamorro Rojas" userId="S::leandro.chamorro.r@mail.pucv.cl::e3266c43-4908-4900-80a3-442f0ccddd51" providerId="AD" clId="Web-{B4D353A1-8446-1601-325E-45018A9A3BA4}" dt="2026-10-22T00:42:59.074" v="21" actId="1076"/>
        <pc:sldMkLst>
          <pc:docMk/>
          <pc:sldMk cId="0" sldId="259"/>
        </pc:sldMkLst>
        <pc:spChg chg="mod">
          <ac:chgData name="Leandro Chamorro Rojas" userId="S::leandro.chamorro.r@mail.pucv.cl::e3266c43-4908-4900-80a3-442f0ccddd51" providerId="AD" clId="Web-{B4D353A1-8446-1601-325E-45018A9A3BA4}" dt="2026-10-22T00:42:59.074" v="21" actId="1076"/>
          <ac:spMkLst>
            <pc:docMk/>
            <pc:sldMk cId="0" sldId="259"/>
            <ac:spMk id="326" creationId="{00000000-0000-0000-0000-000000000000}"/>
          </ac:spMkLst>
        </pc:spChg>
      </pc:sldChg>
      <pc:sldChg chg="addSp delSp modSp">
        <pc:chgData name="Leandro Chamorro Rojas" userId="S::leandro.chamorro.r@mail.pucv.cl::e3266c43-4908-4900-80a3-442f0ccddd51" providerId="AD" clId="Web-{B4D353A1-8446-1601-325E-45018A9A3BA4}" dt="2026-10-22T00:58:37.339" v="648" actId="1076"/>
        <pc:sldMkLst>
          <pc:docMk/>
          <pc:sldMk cId="0" sldId="261"/>
        </pc:sldMkLst>
        <pc:spChg chg="mod">
          <ac:chgData name="Leandro Chamorro Rojas" userId="S::leandro.chamorro.r@mail.pucv.cl::e3266c43-4908-4900-80a3-442f0ccddd51" providerId="AD" clId="Web-{B4D353A1-8446-1601-325E-45018A9A3BA4}" dt="2026-10-22T00:55:01.223" v="326" actId="1076"/>
          <ac:spMkLst>
            <pc:docMk/>
            <pc:sldMk cId="0" sldId="261"/>
            <ac:spMk id="372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3:46.517" v="288" actId="1076"/>
          <ac:spMkLst>
            <pc:docMk/>
            <pc:sldMk cId="0" sldId="261"/>
            <ac:spMk id="374" creationId="{00000000-0000-0000-0000-000000000000}"/>
          </ac:spMkLst>
        </pc:spChg>
        <pc:spChg chg="del">
          <ac:chgData name="Leandro Chamorro Rojas" userId="S::leandro.chamorro.r@mail.pucv.cl::e3266c43-4908-4900-80a3-442f0ccddd51" providerId="AD" clId="Web-{B4D353A1-8446-1601-325E-45018A9A3BA4}" dt="2026-10-22T00:46:59.332" v="29"/>
          <ac:spMkLst>
            <pc:docMk/>
            <pc:sldMk cId="0" sldId="261"/>
            <ac:spMk id="375" creationId="{00000000-0000-0000-0000-000000000000}"/>
          </ac:spMkLst>
        </pc:spChg>
        <pc:spChg chg="del">
          <ac:chgData name="Leandro Chamorro Rojas" userId="S::leandro.chamorro.r@mail.pucv.cl::e3266c43-4908-4900-80a3-442f0ccddd51" providerId="AD" clId="Web-{B4D353A1-8446-1601-325E-45018A9A3BA4}" dt="2026-10-22T00:46:57.441" v="28"/>
          <ac:spMkLst>
            <pc:docMk/>
            <pc:sldMk cId="0" sldId="261"/>
            <ac:spMk id="376" creationId="{00000000-0000-0000-0000-000000000000}"/>
          </ac:spMkLst>
        </pc:spChg>
        <pc:spChg chg="add del mod">
          <ac:chgData name="Leandro Chamorro Rojas" userId="S::leandro.chamorro.r@mail.pucv.cl::e3266c43-4908-4900-80a3-442f0ccddd51" providerId="AD" clId="Web-{B4D353A1-8446-1601-325E-45018A9A3BA4}" dt="2026-10-22T00:58:37.339" v="648" actId="1076"/>
          <ac:spMkLst>
            <pc:docMk/>
            <pc:sldMk cId="0" sldId="261"/>
            <ac:spMk id="377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8:14.839" v="634" actId="1076"/>
          <ac:spMkLst>
            <pc:docMk/>
            <pc:sldMk cId="0" sldId="261"/>
            <ac:spMk id="378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8:14.901" v="635" actId="1076"/>
          <ac:spMkLst>
            <pc:docMk/>
            <pc:sldMk cId="0" sldId="261"/>
            <ac:spMk id="379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8:14.979" v="636" actId="1076"/>
          <ac:spMkLst>
            <pc:docMk/>
            <pc:sldMk cId="0" sldId="261"/>
            <ac:spMk id="380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8:15.042" v="637" actId="1076"/>
          <ac:spMkLst>
            <pc:docMk/>
            <pc:sldMk cId="0" sldId="261"/>
            <ac:spMk id="381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8:15.120" v="638" actId="1076"/>
          <ac:spMkLst>
            <pc:docMk/>
            <pc:sldMk cId="0" sldId="261"/>
            <ac:spMk id="382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8:15.182" v="639" actId="1076"/>
          <ac:spMkLst>
            <pc:docMk/>
            <pc:sldMk cId="0" sldId="261"/>
            <ac:spMk id="383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8:15.260" v="640" actId="1076"/>
          <ac:spMkLst>
            <pc:docMk/>
            <pc:sldMk cId="0" sldId="261"/>
            <ac:spMk id="384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8:15.323" v="641" actId="1076"/>
          <ac:spMkLst>
            <pc:docMk/>
            <pc:sldMk cId="0" sldId="261"/>
            <ac:spMk id="385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17" v="576"/>
          <ac:spMkLst>
            <pc:docMk/>
            <pc:sldMk cId="0" sldId="261"/>
            <ac:spMk id="387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10.053" v="494"/>
          <ac:spMkLst>
            <pc:docMk/>
            <pc:sldMk cId="0" sldId="261"/>
            <ac:spMk id="388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17" v="577"/>
          <ac:spMkLst>
            <pc:docMk/>
            <pc:sldMk cId="0" sldId="261"/>
            <ac:spMk id="389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33" v="578"/>
          <ac:spMkLst>
            <pc:docMk/>
            <pc:sldMk cId="0" sldId="261"/>
            <ac:spMk id="390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33" v="579"/>
          <ac:spMkLst>
            <pc:docMk/>
            <pc:sldMk cId="0" sldId="261"/>
            <ac:spMk id="391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33" v="580"/>
          <ac:spMkLst>
            <pc:docMk/>
            <pc:sldMk cId="0" sldId="261"/>
            <ac:spMk id="393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33" v="581"/>
          <ac:spMkLst>
            <pc:docMk/>
            <pc:sldMk cId="0" sldId="261"/>
            <ac:spMk id="394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33" v="582"/>
          <ac:spMkLst>
            <pc:docMk/>
            <pc:sldMk cId="0" sldId="261"/>
            <ac:spMk id="395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33" v="583"/>
          <ac:spMkLst>
            <pc:docMk/>
            <pc:sldMk cId="0" sldId="261"/>
            <ac:spMk id="397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33" v="584"/>
          <ac:spMkLst>
            <pc:docMk/>
            <pc:sldMk cId="0" sldId="261"/>
            <ac:spMk id="398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33" v="585"/>
          <ac:spMkLst>
            <pc:docMk/>
            <pc:sldMk cId="0" sldId="261"/>
            <ac:spMk id="399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33" v="586"/>
          <ac:spMkLst>
            <pc:docMk/>
            <pc:sldMk cId="0" sldId="261"/>
            <ac:spMk id="401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33" v="587"/>
          <ac:spMkLst>
            <pc:docMk/>
            <pc:sldMk cId="0" sldId="261"/>
            <ac:spMk id="402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48" v="588"/>
          <ac:spMkLst>
            <pc:docMk/>
            <pc:sldMk cId="0" sldId="261"/>
            <ac:spMk id="403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48" v="589"/>
          <ac:spMkLst>
            <pc:docMk/>
            <pc:sldMk cId="0" sldId="261"/>
            <ac:spMk id="405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48" v="590"/>
          <ac:spMkLst>
            <pc:docMk/>
            <pc:sldMk cId="0" sldId="261"/>
            <ac:spMk id="406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48" v="591"/>
          <ac:spMkLst>
            <pc:docMk/>
            <pc:sldMk cId="0" sldId="261"/>
            <ac:spMk id="407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48" v="592"/>
          <ac:spMkLst>
            <pc:docMk/>
            <pc:sldMk cId="0" sldId="261"/>
            <ac:spMk id="409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10.053" v="477"/>
          <ac:spMkLst>
            <pc:docMk/>
            <pc:sldMk cId="0" sldId="261"/>
            <ac:spMk id="410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48" v="593"/>
          <ac:spMkLst>
            <pc:docMk/>
            <pc:sldMk cId="0" sldId="261"/>
            <ac:spMk id="411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48" v="594"/>
          <ac:spMkLst>
            <pc:docMk/>
            <pc:sldMk cId="0" sldId="261"/>
            <ac:spMk id="412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8.305" v="595"/>
          <ac:spMkLst>
            <pc:docMk/>
            <pc:sldMk cId="0" sldId="261"/>
            <ac:spMk id="413" creationId="{00000000-0000-0000-0000-000000000000}"/>
          </ac:spMkLst>
        </pc:spChg>
        <pc:spChg chg="del mod">
          <ac:chgData name="Leandro Chamorro Rojas" userId="S::leandro.chamorro.r@mail.pucv.cl::e3266c43-4908-4900-80a3-442f0ccddd51" providerId="AD" clId="Web-{B4D353A1-8446-1601-325E-45018A9A3BA4}" dt="2026-10-22T00:46:55.316" v="27"/>
          <ac:spMkLst>
            <pc:docMk/>
            <pc:sldMk cId="0" sldId="261"/>
            <ac:spMk id="415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28.368" v="620" actId="14100"/>
          <ac:spMkLst>
            <pc:docMk/>
            <pc:sldMk cId="0" sldId="261"/>
            <ac:spMk id="416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10.053" v="472"/>
          <ac:spMkLst>
            <pc:docMk/>
            <pc:sldMk cId="0" sldId="261"/>
            <ac:spMk id="417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27" v="597"/>
          <ac:spMkLst>
            <pc:docMk/>
            <pc:sldMk cId="0" sldId="261"/>
            <ac:spMk id="418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27" v="598"/>
          <ac:spMkLst>
            <pc:docMk/>
            <pc:sldMk cId="0" sldId="261"/>
            <ac:spMk id="419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27" v="599"/>
          <ac:spMkLst>
            <pc:docMk/>
            <pc:sldMk cId="0" sldId="261"/>
            <ac:spMk id="420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27" v="600"/>
          <ac:spMkLst>
            <pc:docMk/>
            <pc:sldMk cId="0" sldId="261"/>
            <ac:spMk id="422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27" v="601"/>
          <ac:spMkLst>
            <pc:docMk/>
            <pc:sldMk cId="0" sldId="261"/>
            <ac:spMk id="423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27" v="602"/>
          <ac:spMkLst>
            <pc:docMk/>
            <pc:sldMk cId="0" sldId="261"/>
            <ac:spMk id="424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27" v="603"/>
          <ac:spMkLst>
            <pc:docMk/>
            <pc:sldMk cId="0" sldId="261"/>
            <ac:spMk id="426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42" v="604"/>
          <ac:spMkLst>
            <pc:docMk/>
            <pc:sldMk cId="0" sldId="261"/>
            <ac:spMk id="427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42" v="605"/>
          <ac:spMkLst>
            <pc:docMk/>
            <pc:sldMk cId="0" sldId="261"/>
            <ac:spMk id="428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18.212" v="617" actId="14100"/>
          <ac:spMkLst>
            <pc:docMk/>
            <pc:sldMk cId="0" sldId="261"/>
            <ac:spMk id="430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42" v="607"/>
          <ac:spMkLst>
            <pc:docMk/>
            <pc:sldMk cId="0" sldId="261"/>
            <ac:spMk id="431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21.071" v="618" actId="14100"/>
          <ac:spMkLst>
            <pc:docMk/>
            <pc:sldMk cId="0" sldId="261"/>
            <ac:spMk id="432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42" v="609"/>
          <ac:spMkLst>
            <pc:docMk/>
            <pc:sldMk cId="0" sldId="261"/>
            <ac:spMk id="434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10.037" v="458"/>
          <ac:spMkLst>
            <pc:docMk/>
            <pc:sldMk cId="0" sldId="261"/>
            <ac:spMk id="435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42" v="610"/>
          <ac:spMkLst>
            <pc:docMk/>
            <pc:sldMk cId="0" sldId="261"/>
            <ac:spMk id="436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42" v="611"/>
          <ac:spMkLst>
            <pc:docMk/>
            <pc:sldMk cId="0" sldId="261"/>
            <ac:spMk id="437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58" v="612"/>
          <ac:spMkLst>
            <pc:docMk/>
            <pc:sldMk cId="0" sldId="261"/>
            <ac:spMk id="438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58" v="613"/>
          <ac:spMkLst>
            <pc:docMk/>
            <pc:sldMk cId="0" sldId="261"/>
            <ac:spMk id="440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58" v="614"/>
          <ac:spMkLst>
            <pc:docMk/>
            <pc:sldMk cId="0" sldId="261"/>
            <ac:spMk id="441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7.321" v="615"/>
          <ac:spMkLst>
            <pc:docMk/>
            <pc:sldMk cId="0" sldId="261"/>
            <ac:spMk id="442" creationId="{00000000-0000-0000-0000-000000000000}"/>
          </ac:spMkLst>
        </pc:spChg>
        <pc:spChg chg="del">
          <ac:chgData name="Leandro Chamorro Rojas" userId="S::leandro.chamorro.r@mail.pucv.cl::e3266c43-4908-4900-80a3-442f0ccddd51" providerId="AD" clId="Web-{B4D353A1-8446-1601-325E-45018A9A3BA4}" dt="2026-10-22T00:46:50.972" v="24"/>
          <ac:spMkLst>
            <pc:docMk/>
            <pc:sldMk cId="0" sldId="261"/>
            <ac:spMk id="444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8:07.370" v="633" actId="1076"/>
          <ac:spMkLst>
            <pc:docMk/>
            <pc:sldMk cId="0" sldId="261"/>
            <ac:spMk id="452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8:01.979" v="627" actId="1076"/>
          <ac:spMkLst>
            <pc:docMk/>
            <pc:sldMk cId="0" sldId="261"/>
            <ac:spMk id="453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8:02.104" v="629" actId="1076"/>
          <ac:spMkLst>
            <pc:docMk/>
            <pc:sldMk cId="0" sldId="261"/>
            <ac:spMk id="455" creationId="{00000000-0000-0000-0000-000000000000}"/>
          </ac:spMkLst>
        </pc:spChg>
        <pc:spChg chg="del">
          <ac:chgData name="Leandro Chamorro Rojas" userId="S::leandro.chamorro.r@mail.pucv.cl::e3266c43-4908-4900-80a3-442f0ccddd51" providerId="AD" clId="Web-{B4D353A1-8446-1601-325E-45018A9A3BA4}" dt="2026-10-22T00:46:45.862" v="22"/>
          <ac:spMkLst>
            <pc:docMk/>
            <pc:sldMk cId="0" sldId="261"/>
            <ac:spMk id="457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8:02.322" v="632" actId="1076"/>
          <ac:spMkLst>
            <pc:docMk/>
            <pc:sldMk cId="0" sldId="261"/>
            <ac:spMk id="460" creationId="{00000000-0000-0000-0000-000000000000}"/>
          </ac:spMkLst>
        </pc:spChg>
        <pc:spChg chg="del">
          <ac:chgData name="Leandro Chamorro Rojas" userId="S::leandro.chamorro.r@mail.pucv.cl::e3266c43-4908-4900-80a3-442f0ccddd51" providerId="AD" clId="Web-{B4D353A1-8446-1601-325E-45018A9A3BA4}" dt="2026-10-22T00:46:46.800" v="23"/>
          <ac:spMkLst>
            <pc:docMk/>
            <pc:sldMk cId="0" sldId="261"/>
            <ac:spMk id="461" creationId="{00000000-0000-0000-0000-000000000000}"/>
          </ac:spMkLst>
        </pc:spChg>
        <pc:cxnChg chg="mod">
          <ac:chgData name="Leandro Chamorro Rojas" userId="S::leandro.chamorro.r@mail.pucv.cl::e3266c43-4908-4900-80a3-442f0ccddd51" providerId="AD" clId="Web-{B4D353A1-8446-1601-325E-45018A9A3BA4}" dt="2026-10-22T00:58:19.057" v="643" actId="14100"/>
          <ac:cxnSpMkLst>
            <pc:docMk/>
            <pc:sldMk cId="0" sldId="261"/>
            <ac:cxnSpMk id="386" creationId="{00000000-0000-0000-0000-000000000000}"/>
          </ac:cxnSpMkLst>
        </pc:cxnChg>
        <pc:cxnChg chg="del">
          <ac:chgData name="Leandro Chamorro Rojas" userId="S::leandro.chamorro.r@mail.pucv.cl::e3266c43-4908-4900-80a3-442f0ccddd51" providerId="AD" clId="Web-{B4D353A1-8446-1601-325E-45018A9A3BA4}" dt="2026-10-22T00:48:37.851" v="65"/>
          <ac:cxnSpMkLst>
            <pc:docMk/>
            <pc:sldMk cId="0" sldId="261"/>
            <ac:cxnSpMk id="445" creationId="{00000000-0000-0000-0000-000000000000}"/>
          </ac:cxnSpMkLst>
        </pc:cxnChg>
        <pc:cxnChg chg="del">
          <ac:chgData name="Leandro Chamorro Rojas" userId="S::leandro.chamorro.r@mail.pucv.cl::e3266c43-4908-4900-80a3-442f0ccddd51" providerId="AD" clId="Web-{B4D353A1-8446-1601-325E-45018A9A3BA4}" dt="2026-10-22T00:48:36.569" v="64"/>
          <ac:cxnSpMkLst>
            <pc:docMk/>
            <pc:sldMk cId="0" sldId="261"/>
            <ac:cxnSpMk id="446" creationId="{00000000-0000-0000-0000-000000000000}"/>
          </ac:cxnSpMkLst>
        </pc:cxnChg>
        <pc:cxnChg chg="del">
          <ac:chgData name="Leandro Chamorro Rojas" userId="S::leandro.chamorro.r@mail.pucv.cl::e3266c43-4908-4900-80a3-442f0ccddd51" providerId="AD" clId="Web-{B4D353A1-8446-1601-325E-45018A9A3BA4}" dt="2026-10-22T00:48:38.960" v="66"/>
          <ac:cxnSpMkLst>
            <pc:docMk/>
            <pc:sldMk cId="0" sldId="261"/>
            <ac:cxnSpMk id="447" creationId="{00000000-0000-0000-0000-000000000000}"/>
          </ac:cxnSpMkLst>
        </pc:cxnChg>
        <pc:cxnChg chg="del">
          <ac:chgData name="Leandro Chamorro Rojas" userId="S::leandro.chamorro.r@mail.pucv.cl::e3266c43-4908-4900-80a3-442f0ccddd51" providerId="AD" clId="Web-{B4D353A1-8446-1601-325E-45018A9A3BA4}" dt="2026-10-22T00:48:40.257" v="67"/>
          <ac:cxnSpMkLst>
            <pc:docMk/>
            <pc:sldMk cId="0" sldId="261"/>
            <ac:cxnSpMk id="448" creationId="{00000000-0000-0000-0000-000000000000}"/>
          </ac:cxnSpMkLst>
        </pc:cxnChg>
        <pc:cxnChg chg="del">
          <ac:chgData name="Leandro Chamorro Rojas" userId="S::leandro.chamorro.r@mail.pucv.cl::e3266c43-4908-4900-80a3-442f0ccddd51" providerId="AD" clId="Web-{B4D353A1-8446-1601-325E-45018A9A3BA4}" dt="2026-10-22T00:48:41.788" v="68"/>
          <ac:cxnSpMkLst>
            <pc:docMk/>
            <pc:sldMk cId="0" sldId="261"/>
            <ac:cxnSpMk id="449" creationId="{00000000-0000-0000-0000-000000000000}"/>
          </ac:cxnSpMkLst>
        </pc:cxnChg>
        <pc:cxnChg chg="del">
          <ac:chgData name="Leandro Chamorro Rojas" userId="S::leandro.chamorro.r@mail.pucv.cl::e3266c43-4908-4900-80a3-442f0ccddd51" providerId="AD" clId="Web-{B4D353A1-8446-1601-325E-45018A9A3BA4}" dt="2026-10-22T00:47:49.193" v="51"/>
          <ac:cxnSpMkLst>
            <pc:docMk/>
            <pc:sldMk cId="0" sldId="261"/>
            <ac:cxnSpMk id="450" creationId="{00000000-0000-0000-0000-000000000000}"/>
          </ac:cxnSpMkLst>
        </pc:cxnChg>
        <pc:cxnChg chg="mod">
          <ac:chgData name="Leandro Chamorro Rojas" userId="S::leandro.chamorro.r@mail.pucv.cl::e3266c43-4908-4900-80a3-442f0ccddd51" providerId="AD" clId="Web-{B4D353A1-8446-1601-325E-45018A9A3BA4}" dt="2026-10-22T00:58:02.041" v="628" actId="1076"/>
          <ac:cxnSpMkLst>
            <pc:docMk/>
            <pc:sldMk cId="0" sldId="261"/>
            <ac:cxnSpMk id="454" creationId="{00000000-0000-0000-0000-000000000000}"/>
          </ac:cxnSpMkLst>
        </pc:cxnChg>
        <pc:cxnChg chg="mod">
          <ac:chgData name="Leandro Chamorro Rojas" userId="S::leandro.chamorro.r@mail.pucv.cl::e3266c43-4908-4900-80a3-442f0ccddd51" providerId="AD" clId="Web-{B4D353A1-8446-1601-325E-45018A9A3BA4}" dt="2026-10-22T00:58:02.182" v="630" actId="1076"/>
          <ac:cxnSpMkLst>
            <pc:docMk/>
            <pc:sldMk cId="0" sldId="261"/>
            <ac:cxnSpMk id="456" creationId="{00000000-0000-0000-0000-000000000000}"/>
          </ac:cxnSpMkLst>
        </pc:cxnChg>
        <pc:cxnChg chg="mod">
          <ac:chgData name="Leandro Chamorro Rojas" userId="S::leandro.chamorro.r@mail.pucv.cl::e3266c43-4908-4900-80a3-442f0ccddd51" providerId="AD" clId="Web-{B4D353A1-8446-1601-325E-45018A9A3BA4}" dt="2026-10-22T00:58:02.244" v="631" actId="1076"/>
          <ac:cxnSpMkLst>
            <pc:docMk/>
            <pc:sldMk cId="0" sldId="261"/>
            <ac:cxnSpMk id="458" creationId="{00000000-0000-0000-0000-000000000000}"/>
          </ac:cxnSpMkLst>
        </pc:cxnChg>
      </pc:sldChg>
    </pc:docChg>
  </pc:docChgLst>
  <pc:docChgLst>
    <pc:chgData name="Guest User" userId="S::urn:spo:tenantanon#6e4d5417-163d-4e66-83d7-c68ec7528de3::" providerId="AD" clId="Web-{6E77489C-9C97-D8B2-E502-9AD454A1A150}"/>
    <pc:docChg chg="modSld">
      <pc:chgData name="Guest User" userId="S::urn:spo:tenantanon#6e4d5417-163d-4e66-83d7-c68ec7528de3::" providerId="AD" clId="Web-{6E77489C-9C97-D8B2-E502-9AD454A1A150}" dt="2026-10-21T01:26:52.020" v="111"/>
      <pc:docMkLst>
        <pc:docMk/>
      </pc:docMkLst>
      <pc:sldChg chg="addSp delSp modSp">
        <pc:chgData name="Guest User" userId="S::urn:spo:tenantanon#6e4d5417-163d-4e66-83d7-c68ec7528de3::" providerId="AD" clId="Web-{6E77489C-9C97-D8B2-E502-9AD454A1A150}" dt="2026-10-21T01:26:52.020" v="111"/>
        <pc:sldMkLst>
          <pc:docMk/>
          <pc:sldMk cId="0" sldId="292"/>
        </pc:sldMkLst>
        <pc:spChg chg="del">
          <ac:chgData name="Guest User" userId="S::urn:spo:tenantanon#6e4d5417-163d-4e66-83d7-c68ec7528de3::" providerId="AD" clId="Web-{6E77489C-9C97-D8B2-E502-9AD454A1A150}" dt="2026-10-21T01:26:52.020" v="111"/>
          <ac:spMkLst>
            <pc:docMk/>
            <pc:sldMk cId="0" sldId="292"/>
            <ac:spMk id="1827" creationId="{00000000-0000-0000-0000-000000000000}"/>
          </ac:spMkLst>
        </pc:spChg>
        <pc:spChg chg="del">
          <ac:chgData name="Guest User" userId="S::urn:spo:tenantanon#6e4d5417-163d-4e66-83d7-c68ec7528de3::" providerId="AD" clId="Web-{6E77489C-9C97-D8B2-E502-9AD454A1A150}" dt="2026-10-21T01:26:52.020" v="110"/>
          <ac:spMkLst>
            <pc:docMk/>
            <pc:sldMk cId="0" sldId="292"/>
            <ac:spMk id="1828" creationId="{00000000-0000-0000-0000-000000000000}"/>
          </ac:spMkLst>
        </pc:spChg>
        <pc:spChg chg="del">
          <ac:chgData name="Guest User" userId="S::urn:spo:tenantanon#6e4d5417-163d-4e66-83d7-c68ec7528de3::" providerId="AD" clId="Web-{6E77489C-9C97-D8B2-E502-9AD454A1A150}" dt="2026-10-21T01:26:52.020" v="109"/>
          <ac:spMkLst>
            <pc:docMk/>
            <pc:sldMk cId="0" sldId="292"/>
            <ac:spMk id="1829" creationId="{00000000-0000-0000-0000-000000000000}"/>
          </ac:spMkLst>
        </pc:spChg>
        <pc:spChg chg="del">
          <ac:chgData name="Guest User" userId="S::urn:spo:tenantanon#6e4d5417-163d-4e66-83d7-c68ec7528de3::" providerId="AD" clId="Web-{6E77489C-9C97-D8B2-E502-9AD454A1A150}" dt="2026-10-21T01:26:52.020" v="108"/>
          <ac:spMkLst>
            <pc:docMk/>
            <pc:sldMk cId="0" sldId="292"/>
            <ac:spMk id="1830" creationId="{00000000-0000-0000-0000-000000000000}"/>
          </ac:spMkLst>
        </pc:spChg>
        <pc:spChg chg="mod">
          <ac:chgData name="Guest User" userId="S::urn:spo:tenantanon#6e4d5417-163d-4e66-83d7-c68ec7528de3::" providerId="AD" clId="Web-{6E77489C-9C97-D8B2-E502-9AD454A1A150}" dt="2026-10-20T22:43:06.048" v="8" actId="20577"/>
          <ac:spMkLst>
            <pc:docMk/>
            <pc:sldMk cId="0" sldId="292"/>
            <ac:spMk id="1839" creationId="{00000000-0000-0000-0000-000000000000}"/>
          </ac:spMkLst>
        </pc:spChg>
        <pc:spChg chg="del">
          <ac:chgData name="Guest User" userId="S::urn:spo:tenantanon#6e4d5417-163d-4e66-83d7-c68ec7528de3::" providerId="AD" clId="Web-{6E77489C-9C97-D8B2-E502-9AD454A1A150}" dt="2026-10-21T01:20:25.633" v="107"/>
          <ac:spMkLst>
            <pc:docMk/>
            <pc:sldMk cId="0" sldId="292"/>
            <ac:spMk id="1844" creationId="{00000000-0000-0000-0000-000000000000}"/>
          </ac:spMkLst>
        </pc:spChg>
        <pc:spChg chg="mod">
          <ac:chgData name="Guest User" userId="S::urn:spo:tenantanon#6e4d5417-163d-4e66-83d7-c68ec7528de3::" providerId="AD" clId="Web-{6E77489C-9C97-D8B2-E502-9AD454A1A150}" dt="2026-10-20T22:43:12.657" v="16" actId="20577"/>
          <ac:spMkLst>
            <pc:docMk/>
            <pc:sldMk cId="0" sldId="292"/>
            <ac:spMk id="1848" creationId="{00000000-0000-0000-0000-000000000000}"/>
          </ac:spMkLst>
        </pc:spChg>
        <pc:spChg chg="add del">
          <ac:chgData name="Guest User" userId="S::urn:spo:tenantanon#6e4d5417-163d-4e66-83d7-c68ec7528de3::" providerId="AD" clId="Web-{6E77489C-9C97-D8B2-E502-9AD454A1A150}" dt="2026-10-21T01:20:24.461" v="106"/>
          <ac:spMkLst>
            <pc:docMk/>
            <pc:sldMk cId="0" sldId="292"/>
            <ac:spMk id="1853" creationId="{00000000-0000-0000-0000-000000000000}"/>
          </ac:spMkLst>
        </pc:spChg>
        <pc:spChg chg="mod">
          <ac:chgData name="Guest User" userId="S::urn:spo:tenantanon#6e4d5417-163d-4e66-83d7-c68ec7528de3::" providerId="AD" clId="Web-{6E77489C-9C97-D8B2-E502-9AD454A1A150}" dt="2026-10-20T22:43:31.517" v="24" actId="20577"/>
          <ac:spMkLst>
            <pc:docMk/>
            <pc:sldMk cId="0" sldId="292"/>
            <ac:spMk id="1857" creationId="{00000000-0000-0000-0000-000000000000}"/>
          </ac:spMkLst>
        </pc:spChg>
        <pc:spChg chg="add del">
          <ac:chgData name="Guest User" userId="S::urn:spo:tenantanon#6e4d5417-163d-4e66-83d7-c68ec7528de3::" providerId="AD" clId="Web-{6E77489C-9C97-D8B2-E502-9AD454A1A150}" dt="2026-10-21T01:20:23.758" v="105"/>
          <ac:spMkLst>
            <pc:docMk/>
            <pc:sldMk cId="0" sldId="292"/>
            <ac:spMk id="1862" creationId="{00000000-0000-0000-0000-000000000000}"/>
          </ac:spMkLst>
        </pc:spChg>
        <pc:spChg chg="mod">
          <ac:chgData name="Guest User" userId="S::urn:spo:tenantanon#6e4d5417-163d-4e66-83d7-c68ec7528de3::" providerId="AD" clId="Web-{6E77489C-9C97-D8B2-E502-9AD454A1A150}" dt="2026-10-20T22:43:43.799" v="32" actId="20577"/>
          <ac:spMkLst>
            <pc:docMk/>
            <pc:sldMk cId="0" sldId="292"/>
            <ac:spMk id="1866" creationId="{00000000-0000-0000-0000-000000000000}"/>
          </ac:spMkLst>
        </pc:spChg>
        <pc:spChg chg="add del">
          <ac:chgData name="Guest User" userId="S::urn:spo:tenantanon#6e4d5417-163d-4e66-83d7-c68ec7528de3::" providerId="AD" clId="Web-{6E77489C-9C97-D8B2-E502-9AD454A1A150}" dt="2026-10-21T01:20:23.070" v="104"/>
          <ac:spMkLst>
            <pc:docMk/>
            <pc:sldMk cId="0" sldId="292"/>
            <ac:spMk id="1871" creationId="{00000000-0000-0000-0000-000000000000}"/>
          </ac:spMkLst>
        </pc:spChg>
        <pc:spChg chg="mod">
          <ac:chgData name="Guest User" userId="S::urn:spo:tenantanon#6e4d5417-163d-4e66-83d7-c68ec7528de3::" providerId="AD" clId="Web-{6E77489C-9C97-D8B2-E502-9AD454A1A150}" dt="2026-10-20T22:43:46.252" v="37" actId="20577"/>
          <ac:spMkLst>
            <pc:docMk/>
            <pc:sldMk cId="0" sldId="292"/>
            <ac:spMk id="1875" creationId="{00000000-0000-0000-0000-000000000000}"/>
          </ac:spMkLst>
        </pc:spChg>
        <pc:spChg chg="add del">
          <ac:chgData name="Guest User" userId="S::urn:spo:tenantanon#6e4d5417-163d-4e66-83d7-c68ec7528de3::" providerId="AD" clId="Web-{6E77489C-9C97-D8B2-E502-9AD454A1A150}" dt="2026-10-21T01:20:22.367" v="103"/>
          <ac:spMkLst>
            <pc:docMk/>
            <pc:sldMk cId="0" sldId="292"/>
            <ac:spMk id="1880" creationId="{00000000-0000-0000-0000-000000000000}"/>
          </ac:spMkLst>
        </pc:spChg>
        <pc:spChg chg="mod">
          <ac:chgData name="Guest User" userId="S::urn:spo:tenantanon#6e4d5417-163d-4e66-83d7-c68ec7528de3::" providerId="AD" clId="Web-{6E77489C-9C97-D8B2-E502-9AD454A1A150}" dt="2026-10-20T22:44:00.878" v="45" actId="20577"/>
          <ac:spMkLst>
            <pc:docMk/>
            <pc:sldMk cId="0" sldId="292"/>
            <ac:spMk id="1884" creationId="{00000000-0000-0000-0000-000000000000}"/>
          </ac:spMkLst>
        </pc:spChg>
        <pc:spChg chg="add del">
          <ac:chgData name="Guest User" userId="S::urn:spo:tenantanon#6e4d5417-163d-4e66-83d7-c68ec7528de3::" providerId="AD" clId="Web-{6E77489C-9C97-D8B2-E502-9AD454A1A150}" dt="2026-10-21T01:20:21.758" v="102"/>
          <ac:spMkLst>
            <pc:docMk/>
            <pc:sldMk cId="0" sldId="292"/>
            <ac:spMk id="1889" creationId="{00000000-0000-0000-0000-000000000000}"/>
          </ac:spMkLst>
        </pc:spChg>
        <pc:spChg chg="mod">
          <ac:chgData name="Guest User" userId="S::urn:spo:tenantanon#6e4d5417-163d-4e66-83d7-c68ec7528de3::" providerId="AD" clId="Web-{6E77489C-9C97-D8B2-E502-9AD454A1A150}" dt="2026-10-20T22:44:09.003" v="55" actId="20577"/>
          <ac:spMkLst>
            <pc:docMk/>
            <pc:sldMk cId="0" sldId="292"/>
            <ac:spMk id="1893" creationId="{00000000-0000-0000-0000-000000000000}"/>
          </ac:spMkLst>
        </pc:spChg>
        <pc:spChg chg="add del">
          <ac:chgData name="Guest User" userId="S::urn:spo:tenantanon#6e4d5417-163d-4e66-83d7-c68ec7528de3::" providerId="AD" clId="Web-{6E77489C-9C97-D8B2-E502-9AD454A1A150}" dt="2026-10-21T01:20:20.679" v="101"/>
          <ac:spMkLst>
            <pc:docMk/>
            <pc:sldMk cId="0" sldId="292"/>
            <ac:spMk id="1898" creationId="{00000000-0000-0000-0000-000000000000}"/>
          </ac:spMkLst>
        </pc:spChg>
        <pc:spChg chg="mod">
          <ac:chgData name="Guest User" userId="S::urn:spo:tenantanon#6e4d5417-163d-4e66-83d7-c68ec7528de3::" providerId="AD" clId="Web-{6E77489C-9C97-D8B2-E502-9AD454A1A150}" dt="2026-10-20T22:44:26.488" v="65" actId="20577"/>
          <ac:spMkLst>
            <pc:docMk/>
            <pc:sldMk cId="0" sldId="292"/>
            <ac:spMk id="1902" creationId="{00000000-0000-0000-0000-000000000000}"/>
          </ac:spMkLst>
        </pc:spChg>
        <pc:spChg chg="add del">
          <ac:chgData name="Guest User" userId="S::urn:spo:tenantanon#6e4d5417-163d-4e66-83d7-c68ec7528de3::" providerId="AD" clId="Web-{6E77489C-9C97-D8B2-E502-9AD454A1A150}" dt="2026-10-21T01:20:19.992" v="100"/>
          <ac:spMkLst>
            <pc:docMk/>
            <pc:sldMk cId="0" sldId="292"/>
            <ac:spMk id="1907" creationId="{00000000-0000-0000-0000-000000000000}"/>
          </ac:spMkLst>
        </pc:spChg>
        <pc:spChg chg="mod">
          <ac:chgData name="Guest User" userId="S::urn:spo:tenantanon#6e4d5417-163d-4e66-83d7-c68ec7528de3::" providerId="AD" clId="Web-{6E77489C-9C97-D8B2-E502-9AD454A1A150}" dt="2026-10-20T22:44:32.957" v="73" actId="20577"/>
          <ac:spMkLst>
            <pc:docMk/>
            <pc:sldMk cId="0" sldId="292"/>
            <ac:spMk id="1911" creationId="{00000000-0000-0000-0000-000000000000}"/>
          </ac:spMkLst>
        </pc:spChg>
        <pc:spChg chg="add del">
          <ac:chgData name="Guest User" userId="S::urn:spo:tenantanon#6e4d5417-163d-4e66-83d7-c68ec7528de3::" providerId="AD" clId="Web-{6E77489C-9C97-D8B2-E502-9AD454A1A150}" dt="2026-10-21T01:20:19.336" v="99"/>
          <ac:spMkLst>
            <pc:docMk/>
            <pc:sldMk cId="0" sldId="292"/>
            <ac:spMk id="1916" creationId="{00000000-0000-0000-0000-000000000000}"/>
          </ac:spMkLst>
        </pc:spChg>
        <pc:spChg chg="mod">
          <ac:chgData name="Guest User" userId="S::urn:spo:tenantanon#6e4d5417-163d-4e66-83d7-c68ec7528de3::" providerId="AD" clId="Web-{6E77489C-9C97-D8B2-E502-9AD454A1A150}" dt="2026-10-20T22:44:37.957" v="79" actId="20577"/>
          <ac:spMkLst>
            <pc:docMk/>
            <pc:sldMk cId="0" sldId="292"/>
            <ac:spMk id="1920" creationId="{00000000-0000-0000-0000-000000000000}"/>
          </ac:spMkLst>
        </pc:spChg>
        <pc:spChg chg="add del">
          <ac:chgData name="Guest User" userId="S::urn:spo:tenantanon#6e4d5417-163d-4e66-83d7-c68ec7528de3::" providerId="AD" clId="Web-{6E77489C-9C97-D8B2-E502-9AD454A1A150}" dt="2026-10-21T01:20:18.242" v="98"/>
          <ac:spMkLst>
            <pc:docMk/>
            <pc:sldMk cId="0" sldId="292"/>
            <ac:spMk id="1925" creationId="{00000000-0000-0000-0000-000000000000}"/>
          </ac:spMkLst>
        </pc:spChg>
      </pc:sldChg>
    </pc:docChg>
  </pc:docChgLst>
  <pc:docChgLst>
    <pc:chgData name="Patricio Henríquez Tapia" userId="4f189ec0-b5da-4dd3-b70a-6f9a76bc763e" providerId="ADAL" clId="{2A6394DD-8411-431D-8451-C5B24C4EE61F}"/>
    <pc:docChg chg="undo custSel modSld sldOrd">
      <pc:chgData name="Patricio Henríquez Tapia" userId="4f189ec0-b5da-4dd3-b70a-6f9a76bc763e" providerId="ADAL" clId="{2A6394DD-8411-431D-8451-C5B24C4EE61F}" dt="2026-10-22T02:33:04.967" v="321" actId="478"/>
      <pc:docMkLst>
        <pc:docMk/>
      </pc:docMkLst>
      <pc:sldChg chg="ord">
        <pc:chgData name="Patricio Henríquez Tapia" userId="4f189ec0-b5da-4dd3-b70a-6f9a76bc763e" providerId="ADAL" clId="{2A6394DD-8411-431D-8451-C5B24C4EE61F}" dt="2026-10-21T00:05:11.460" v="1"/>
        <pc:sldMkLst>
          <pc:docMk/>
          <pc:sldMk cId="0" sldId="257"/>
        </pc:sldMkLst>
      </pc:sldChg>
      <pc:sldChg chg="modSp mod">
        <pc:chgData name="Patricio Henríquez Tapia" userId="4f189ec0-b5da-4dd3-b70a-6f9a76bc763e" providerId="ADAL" clId="{2A6394DD-8411-431D-8451-C5B24C4EE61F}" dt="2026-10-21T00:06:22.792" v="5" actId="1076"/>
        <pc:sldMkLst>
          <pc:docMk/>
          <pc:sldMk cId="0" sldId="261"/>
        </pc:sldMkLst>
        <pc:spChg chg="mod">
          <ac:chgData name="Patricio Henríquez Tapia" userId="4f189ec0-b5da-4dd3-b70a-6f9a76bc763e" providerId="ADAL" clId="{2A6394DD-8411-431D-8451-C5B24C4EE61F}" dt="2026-10-21T00:06:22.792" v="5" actId="1076"/>
          <ac:spMkLst>
            <pc:docMk/>
            <pc:sldMk cId="0" sldId="261"/>
            <ac:spMk id="457" creationId="{00000000-0000-0000-0000-000000000000}"/>
          </ac:spMkLst>
        </pc:spChg>
      </pc:sldChg>
      <pc:sldChg chg="ord">
        <pc:chgData name="Patricio Henríquez Tapia" userId="4f189ec0-b5da-4dd3-b70a-6f9a76bc763e" providerId="ADAL" clId="{2A6394DD-8411-431D-8451-C5B24C4EE61F}" dt="2026-10-22T02:19:27.636" v="317"/>
        <pc:sldMkLst>
          <pc:docMk/>
          <pc:sldMk cId="0" sldId="274"/>
        </pc:sldMkLst>
      </pc:sldChg>
      <pc:sldChg chg="modSp mod ord">
        <pc:chgData name="Patricio Henríquez Tapia" userId="4f189ec0-b5da-4dd3-b70a-6f9a76bc763e" providerId="ADAL" clId="{2A6394DD-8411-431D-8451-C5B24C4EE61F}" dt="2026-10-22T02:19:29.406" v="319"/>
        <pc:sldMkLst>
          <pc:docMk/>
          <pc:sldMk cId="0" sldId="275"/>
        </pc:sldMkLst>
        <pc:spChg chg="mod">
          <ac:chgData name="Patricio Henríquez Tapia" userId="4f189ec0-b5da-4dd3-b70a-6f9a76bc763e" providerId="ADAL" clId="{2A6394DD-8411-431D-8451-C5B24C4EE61F}" dt="2026-10-22T02:17:24.848" v="309" actId="1076"/>
          <ac:spMkLst>
            <pc:docMk/>
            <pc:sldMk cId="0" sldId="275"/>
            <ac:spMk id="808" creationId="{00000000-0000-0000-0000-000000000000}"/>
          </ac:spMkLst>
        </pc:spChg>
      </pc:sldChg>
      <pc:sldChg chg="delSp mod">
        <pc:chgData name="Patricio Henríquez Tapia" userId="4f189ec0-b5da-4dd3-b70a-6f9a76bc763e" providerId="ADAL" clId="{2A6394DD-8411-431D-8451-C5B24C4EE61F}" dt="2026-10-22T02:16:23.253" v="302" actId="478"/>
        <pc:sldMkLst>
          <pc:docMk/>
          <pc:sldMk cId="0" sldId="276"/>
        </pc:sldMkLst>
        <pc:spChg chg="del">
          <ac:chgData name="Patricio Henríquez Tapia" userId="4f189ec0-b5da-4dd3-b70a-6f9a76bc763e" providerId="ADAL" clId="{2A6394DD-8411-431D-8451-C5B24C4EE61F}" dt="2026-10-22T02:16:23.253" v="302" actId="478"/>
          <ac:spMkLst>
            <pc:docMk/>
            <pc:sldMk cId="0" sldId="276"/>
            <ac:spMk id="939" creationId="{00000000-0000-0000-0000-000000000000}"/>
          </ac:spMkLst>
        </pc:spChg>
      </pc:sldChg>
      <pc:sldChg chg="modSp mod">
        <pc:chgData name="Patricio Henríquez Tapia" userId="4f189ec0-b5da-4dd3-b70a-6f9a76bc763e" providerId="ADAL" clId="{2A6394DD-8411-431D-8451-C5B24C4EE61F}" dt="2026-10-22T02:16:34.625" v="305" actId="20577"/>
        <pc:sldMkLst>
          <pc:docMk/>
          <pc:sldMk cId="0" sldId="277"/>
        </pc:sldMkLst>
        <pc:spChg chg="mod">
          <ac:chgData name="Patricio Henríquez Tapia" userId="4f189ec0-b5da-4dd3-b70a-6f9a76bc763e" providerId="ADAL" clId="{2A6394DD-8411-431D-8451-C5B24C4EE61F}" dt="2026-10-22T02:16:34.625" v="305" actId="20577"/>
          <ac:spMkLst>
            <pc:docMk/>
            <pc:sldMk cId="0" sldId="277"/>
            <ac:spMk id="928" creationId="{00000000-0000-0000-0000-000000000000}"/>
          </ac:spMkLst>
        </pc:spChg>
      </pc:sldChg>
      <pc:sldChg chg="modSp">
        <pc:chgData name="Patricio Henríquez Tapia" userId="4f189ec0-b5da-4dd3-b70a-6f9a76bc763e" providerId="ADAL" clId="{2A6394DD-8411-431D-8451-C5B24C4EE61F}" dt="2026-10-22T02:16:40.994" v="306"/>
        <pc:sldMkLst>
          <pc:docMk/>
          <pc:sldMk cId="0" sldId="278"/>
        </pc:sldMkLst>
        <pc:spChg chg="mod">
          <ac:chgData name="Patricio Henríquez Tapia" userId="4f189ec0-b5da-4dd3-b70a-6f9a76bc763e" providerId="ADAL" clId="{2A6394DD-8411-431D-8451-C5B24C4EE61F}" dt="2026-10-22T02:16:40.994" v="306"/>
          <ac:spMkLst>
            <pc:docMk/>
            <pc:sldMk cId="0" sldId="278"/>
            <ac:spMk id="1002" creationId="{00000000-0000-0000-0000-000000000000}"/>
          </ac:spMkLst>
        </pc:spChg>
      </pc:sldChg>
      <pc:sldChg chg="modSp">
        <pc:chgData name="Patricio Henríquez Tapia" userId="4f189ec0-b5da-4dd3-b70a-6f9a76bc763e" providerId="ADAL" clId="{2A6394DD-8411-431D-8451-C5B24C4EE61F}" dt="2026-10-22T02:16:44.962" v="307"/>
        <pc:sldMkLst>
          <pc:docMk/>
          <pc:sldMk cId="0" sldId="279"/>
        </pc:sldMkLst>
        <pc:spChg chg="mod">
          <ac:chgData name="Patricio Henríquez Tapia" userId="4f189ec0-b5da-4dd3-b70a-6f9a76bc763e" providerId="ADAL" clId="{2A6394DD-8411-431D-8451-C5B24C4EE61F}" dt="2026-10-22T02:16:44.962" v="307"/>
          <ac:spMkLst>
            <pc:docMk/>
            <pc:sldMk cId="0" sldId="279"/>
            <ac:spMk id="1081" creationId="{00000000-0000-0000-0000-000000000000}"/>
          </ac:spMkLst>
        </pc:spChg>
      </pc:sldChg>
      <pc:sldChg chg="modSp">
        <pc:chgData name="Patricio Henríquez Tapia" userId="4f189ec0-b5da-4dd3-b70a-6f9a76bc763e" providerId="ADAL" clId="{2A6394DD-8411-431D-8451-C5B24C4EE61F}" dt="2026-10-22T02:18:09.947" v="310"/>
        <pc:sldMkLst>
          <pc:docMk/>
          <pc:sldMk cId="0" sldId="280"/>
        </pc:sldMkLst>
        <pc:spChg chg="mod">
          <ac:chgData name="Patricio Henríquez Tapia" userId="4f189ec0-b5da-4dd3-b70a-6f9a76bc763e" providerId="ADAL" clId="{2A6394DD-8411-431D-8451-C5B24C4EE61F}" dt="2026-10-22T02:18:09.947" v="310"/>
          <ac:spMkLst>
            <pc:docMk/>
            <pc:sldMk cId="0" sldId="280"/>
            <ac:spMk id="1152" creationId="{00000000-0000-0000-0000-000000000000}"/>
          </ac:spMkLst>
        </pc:spChg>
      </pc:sldChg>
      <pc:sldChg chg="modSp">
        <pc:chgData name="Patricio Henríquez Tapia" userId="4f189ec0-b5da-4dd3-b70a-6f9a76bc763e" providerId="ADAL" clId="{2A6394DD-8411-431D-8451-C5B24C4EE61F}" dt="2026-10-22T02:18:12.803" v="311"/>
        <pc:sldMkLst>
          <pc:docMk/>
          <pc:sldMk cId="0" sldId="281"/>
        </pc:sldMkLst>
        <pc:spChg chg="mod">
          <ac:chgData name="Patricio Henríquez Tapia" userId="4f189ec0-b5da-4dd3-b70a-6f9a76bc763e" providerId="ADAL" clId="{2A6394DD-8411-431D-8451-C5B24C4EE61F}" dt="2026-10-22T02:18:12.803" v="311"/>
          <ac:spMkLst>
            <pc:docMk/>
            <pc:sldMk cId="0" sldId="281"/>
            <ac:spMk id="1224" creationId="{00000000-0000-0000-0000-000000000000}"/>
          </ac:spMkLst>
        </pc:spChg>
      </pc:sldChg>
      <pc:sldChg chg="modSp">
        <pc:chgData name="Patricio Henríquez Tapia" userId="4f189ec0-b5da-4dd3-b70a-6f9a76bc763e" providerId="ADAL" clId="{2A6394DD-8411-431D-8451-C5B24C4EE61F}" dt="2026-10-22T02:18:15.596" v="312"/>
        <pc:sldMkLst>
          <pc:docMk/>
          <pc:sldMk cId="0" sldId="282"/>
        </pc:sldMkLst>
        <pc:spChg chg="mod">
          <ac:chgData name="Patricio Henríquez Tapia" userId="4f189ec0-b5da-4dd3-b70a-6f9a76bc763e" providerId="ADAL" clId="{2A6394DD-8411-431D-8451-C5B24C4EE61F}" dt="2026-10-22T02:18:15.596" v="312"/>
          <ac:spMkLst>
            <pc:docMk/>
            <pc:sldMk cId="0" sldId="282"/>
            <ac:spMk id="1298" creationId="{00000000-0000-0000-0000-000000000000}"/>
          </ac:spMkLst>
        </pc:spChg>
      </pc:sldChg>
      <pc:sldChg chg="modSp">
        <pc:chgData name="Patricio Henríquez Tapia" userId="4f189ec0-b5da-4dd3-b70a-6f9a76bc763e" providerId="ADAL" clId="{2A6394DD-8411-431D-8451-C5B24C4EE61F}" dt="2026-10-22T02:18:18.468" v="313"/>
        <pc:sldMkLst>
          <pc:docMk/>
          <pc:sldMk cId="0" sldId="283"/>
        </pc:sldMkLst>
        <pc:spChg chg="mod">
          <ac:chgData name="Patricio Henríquez Tapia" userId="4f189ec0-b5da-4dd3-b70a-6f9a76bc763e" providerId="ADAL" clId="{2A6394DD-8411-431D-8451-C5B24C4EE61F}" dt="2026-10-22T02:18:18.468" v="313"/>
          <ac:spMkLst>
            <pc:docMk/>
            <pc:sldMk cId="0" sldId="283"/>
            <ac:spMk id="1369" creationId="{00000000-0000-0000-0000-000000000000}"/>
          </ac:spMkLst>
        </pc:spChg>
      </pc:sldChg>
      <pc:sldChg chg="modSp">
        <pc:chgData name="Patricio Henríquez Tapia" userId="4f189ec0-b5da-4dd3-b70a-6f9a76bc763e" providerId="ADAL" clId="{2A6394DD-8411-431D-8451-C5B24C4EE61F}" dt="2026-10-22T02:18:23.788" v="314"/>
        <pc:sldMkLst>
          <pc:docMk/>
          <pc:sldMk cId="0" sldId="284"/>
        </pc:sldMkLst>
        <pc:spChg chg="mod">
          <ac:chgData name="Patricio Henríquez Tapia" userId="4f189ec0-b5da-4dd3-b70a-6f9a76bc763e" providerId="ADAL" clId="{2A6394DD-8411-431D-8451-C5B24C4EE61F}" dt="2026-10-22T02:18:23.788" v="314"/>
          <ac:spMkLst>
            <pc:docMk/>
            <pc:sldMk cId="0" sldId="284"/>
            <ac:spMk id="1442" creationId="{00000000-0000-0000-0000-000000000000}"/>
          </ac:spMkLst>
        </pc:spChg>
      </pc:sldChg>
      <pc:sldChg chg="modSp">
        <pc:chgData name="Patricio Henríquez Tapia" userId="4f189ec0-b5da-4dd3-b70a-6f9a76bc763e" providerId="ADAL" clId="{2A6394DD-8411-431D-8451-C5B24C4EE61F}" dt="2026-10-22T02:18:28.179" v="315"/>
        <pc:sldMkLst>
          <pc:docMk/>
          <pc:sldMk cId="0" sldId="285"/>
        </pc:sldMkLst>
        <pc:spChg chg="mod">
          <ac:chgData name="Patricio Henríquez Tapia" userId="4f189ec0-b5da-4dd3-b70a-6f9a76bc763e" providerId="ADAL" clId="{2A6394DD-8411-431D-8451-C5B24C4EE61F}" dt="2026-10-22T02:18:28.179" v="315"/>
          <ac:spMkLst>
            <pc:docMk/>
            <pc:sldMk cId="0" sldId="285"/>
            <ac:spMk id="1512" creationId="{00000000-0000-0000-0000-000000000000}"/>
          </ac:spMkLst>
        </pc:spChg>
      </pc:sldChg>
      <pc:sldChg chg="modSp mod">
        <pc:chgData name="Patricio Henríquez Tapia" userId="4f189ec0-b5da-4dd3-b70a-6f9a76bc763e" providerId="ADAL" clId="{2A6394DD-8411-431D-8451-C5B24C4EE61F}" dt="2026-10-22T02:14:12.707" v="301" actId="14100"/>
        <pc:sldMkLst>
          <pc:docMk/>
          <pc:sldMk cId="0" sldId="286"/>
        </pc:sldMkLst>
        <pc:spChg chg="mod">
          <ac:chgData name="Patricio Henríquez Tapia" userId="4f189ec0-b5da-4dd3-b70a-6f9a76bc763e" providerId="ADAL" clId="{2A6394DD-8411-431D-8451-C5B24C4EE61F}" dt="2026-10-22T02:14:12.707" v="301" actId="14100"/>
          <ac:spMkLst>
            <pc:docMk/>
            <pc:sldMk cId="0" sldId="286"/>
            <ac:spMk id="1516" creationId="{00000000-0000-0000-0000-000000000000}"/>
          </ac:spMkLst>
        </pc:spChg>
      </pc:sldChg>
      <pc:sldChg chg="delSp modSp mod">
        <pc:chgData name="Patricio Henríquez Tapia" userId="4f189ec0-b5da-4dd3-b70a-6f9a76bc763e" providerId="ADAL" clId="{2A6394DD-8411-431D-8451-C5B24C4EE61F}" dt="2026-10-22T02:33:04.967" v="321" actId="478"/>
        <pc:sldMkLst>
          <pc:docMk/>
          <pc:sldMk cId="0" sldId="288"/>
        </pc:sldMkLst>
        <pc:spChg chg="del mod">
          <ac:chgData name="Patricio Henríquez Tapia" userId="4f189ec0-b5da-4dd3-b70a-6f9a76bc763e" providerId="ADAL" clId="{2A6394DD-8411-431D-8451-C5B24C4EE61F}" dt="2026-10-22T02:33:04.967" v="321" actId="478"/>
          <ac:spMkLst>
            <pc:docMk/>
            <pc:sldMk cId="0" sldId="288"/>
            <ac:spMk id="1731" creationId="{00000000-0000-0000-0000-000000000000}"/>
          </ac:spMkLst>
        </pc:spChg>
      </pc:sldChg>
      <pc:sldChg chg="delSp modSp mod">
        <pc:chgData name="Patricio Henríquez Tapia" userId="4f189ec0-b5da-4dd3-b70a-6f9a76bc763e" providerId="ADAL" clId="{2A6394DD-8411-431D-8451-C5B24C4EE61F}" dt="2026-10-21T00:13:46.895" v="7" actId="478"/>
        <pc:sldMkLst>
          <pc:docMk/>
          <pc:sldMk cId="0" sldId="295"/>
        </pc:sldMkLst>
        <pc:spChg chg="del mod">
          <ac:chgData name="Patricio Henríquez Tapia" userId="4f189ec0-b5da-4dd3-b70a-6f9a76bc763e" providerId="ADAL" clId="{2A6394DD-8411-431D-8451-C5B24C4EE61F}" dt="2026-10-21T00:13:46.895" v="7" actId="478"/>
          <ac:spMkLst>
            <pc:docMk/>
            <pc:sldMk cId="0" sldId="295"/>
            <ac:spMk id="1886" creationId="{00000000-0000-0000-0000-000000000000}"/>
          </ac:spMkLst>
        </pc:spChg>
      </pc:sldChg>
      <pc:sldChg chg="delSp modSp mod">
        <pc:chgData name="Patricio Henríquez Tapia" userId="4f189ec0-b5da-4dd3-b70a-6f9a76bc763e" providerId="ADAL" clId="{2A6394DD-8411-431D-8451-C5B24C4EE61F}" dt="2026-10-21T01:09:00.973" v="17"/>
        <pc:sldMkLst>
          <pc:docMk/>
          <pc:sldMk cId="0" sldId="297"/>
        </pc:sldMkLst>
        <pc:spChg chg="del">
          <ac:chgData name="Patricio Henríquez Tapia" userId="4f189ec0-b5da-4dd3-b70a-6f9a76bc763e" providerId="ADAL" clId="{2A6394DD-8411-431D-8451-C5B24C4EE61F}" dt="2026-10-21T00:55:28.372" v="8" actId="478"/>
          <ac:spMkLst>
            <pc:docMk/>
            <pc:sldMk cId="0" sldId="297"/>
            <ac:spMk id="1980" creationId="{00000000-0000-0000-0000-000000000000}"/>
          </ac:spMkLst>
        </pc:spChg>
        <pc:spChg chg="mod">
          <ac:chgData name="Patricio Henríquez Tapia" userId="4f189ec0-b5da-4dd3-b70a-6f9a76bc763e" providerId="ADAL" clId="{2A6394DD-8411-431D-8451-C5B24C4EE61F}" dt="2026-10-21T01:09:00.973" v="17"/>
          <ac:spMkLst>
            <pc:docMk/>
            <pc:sldMk cId="0" sldId="297"/>
            <ac:spMk id="2007" creationId="{00000000-0000-0000-0000-000000000000}"/>
          </ac:spMkLst>
        </pc:spChg>
      </pc:sldChg>
      <pc:sldChg chg="modSp mod">
        <pc:chgData name="Patricio Henríquez Tapia" userId="4f189ec0-b5da-4dd3-b70a-6f9a76bc763e" providerId="ADAL" clId="{2A6394DD-8411-431D-8451-C5B24C4EE61F}" dt="2026-10-21T01:13:12.471" v="137" actId="1076"/>
        <pc:sldMkLst>
          <pc:docMk/>
          <pc:sldMk cId="0" sldId="298"/>
        </pc:sldMkLst>
        <pc:spChg chg="mod">
          <ac:chgData name="Patricio Henríquez Tapia" userId="4f189ec0-b5da-4dd3-b70a-6f9a76bc763e" providerId="ADAL" clId="{2A6394DD-8411-431D-8451-C5B24C4EE61F}" dt="2026-10-21T01:13:12.471" v="137" actId="1076"/>
          <ac:spMkLst>
            <pc:docMk/>
            <pc:sldMk cId="0" sldId="298"/>
            <ac:spMk id="2049" creationId="{00000000-0000-0000-0000-000000000000}"/>
          </ac:spMkLst>
        </pc:spChg>
      </pc:sldChg>
      <pc:sldChg chg="modSp mod">
        <pc:chgData name="Patricio Henríquez Tapia" userId="4f189ec0-b5da-4dd3-b70a-6f9a76bc763e" providerId="ADAL" clId="{2A6394DD-8411-431D-8451-C5B24C4EE61F}" dt="2026-10-22T01:38:28.134" v="300" actId="1076"/>
        <pc:sldMkLst>
          <pc:docMk/>
          <pc:sldMk cId="0" sldId="299"/>
        </pc:sldMkLst>
        <pc:spChg chg="mod">
          <ac:chgData name="Patricio Henríquez Tapia" userId="4f189ec0-b5da-4dd3-b70a-6f9a76bc763e" providerId="ADAL" clId="{2A6394DD-8411-431D-8451-C5B24C4EE61F}" dt="2026-10-22T01:38:07.880" v="297" actId="14100"/>
          <ac:spMkLst>
            <pc:docMk/>
            <pc:sldMk cId="0" sldId="299"/>
            <ac:spMk id="2070" creationId="{00000000-0000-0000-0000-000000000000}"/>
          </ac:spMkLst>
        </pc:spChg>
        <pc:spChg chg="mod">
          <ac:chgData name="Patricio Henríquez Tapia" userId="4f189ec0-b5da-4dd3-b70a-6f9a76bc763e" providerId="ADAL" clId="{2A6394DD-8411-431D-8451-C5B24C4EE61F}" dt="2026-10-21T01:13:57.571" v="149" actId="20577"/>
          <ac:spMkLst>
            <pc:docMk/>
            <pc:sldMk cId="0" sldId="299"/>
            <ac:spMk id="2072" creationId="{00000000-0000-0000-0000-000000000000}"/>
          </ac:spMkLst>
        </pc:spChg>
        <pc:spChg chg="mod">
          <ac:chgData name="Patricio Henríquez Tapia" userId="4f189ec0-b5da-4dd3-b70a-6f9a76bc763e" providerId="ADAL" clId="{2A6394DD-8411-431D-8451-C5B24C4EE61F}" dt="2026-10-22T01:38:01.454" v="296" actId="1076"/>
          <ac:spMkLst>
            <pc:docMk/>
            <pc:sldMk cId="0" sldId="299"/>
            <ac:spMk id="2074" creationId="{00000000-0000-0000-0000-000000000000}"/>
          </ac:spMkLst>
        </pc:spChg>
        <pc:spChg chg="mod">
          <ac:chgData name="Patricio Henríquez Tapia" userId="4f189ec0-b5da-4dd3-b70a-6f9a76bc763e" providerId="ADAL" clId="{2A6394DD-8411-431D-8451-C5B24C4EE61F}" dt="2026-10-21T01:14:24.730" v="222" actId="20577"/>
          <ac:spMkLst>
            <pc:docMk/>
            <pc:sldMk cId="0" sldId="299"/>
            <ac:spMk id="2076" creationId="{00000000-0000-0000-0000-000000000000}"/>
          </ac:spMkLst>
        </pc:spChg>
        <pc:spChg chg="mod">
          <ac:chgData name="Patricio Henríquez Tapia" userId="4f189ec0-b5da-4dd3-b70a-6f9a76bc763e" providerId="ADAL" clId="{2A6394DD-8411-431D-8451-C5B24C4EE61F}" dt="2026-10-22T01:38:28.134" v="300" actId="1076"/>
          <ac:spMkLst>
            <pc:docMk/>
            <pc:sldMk cId="0" sldId="299"/>
            <ac:spMk id="2078" creationId="{00000000-0000-0000-0000-000000000000}"/>
          </ac:spMkLst>
        </pc:spChg>
        <pc:spChg chg="mod">
          <ac:chgData name="Patricio Henríquez Tapia" userId="4f189ec0-b5da-4dd3-b70a-6f9a76bc763e" providerId="ADAL" clId="{2A6394DD-8411-431D-8451-C5B24C4EE61F}" dt="2026-10-21T01:15:17.838" v="279" actId="20577"/>
          <ac:spMkLst>
            <pc:docMk/>
            <pc:sldMk cId="0" sldId="299"/>
            <ac:spMk id="2080" creationId="{00000000-0000-0000-0000-000000000000}"/>
          </ac:spMkLst>
        </pc:spChg>
        <pc:spChg chg="mod">
          <ac:chgData name="Patricio Henríquez Tapia" userId="4f189ec0-b5da-4dd3-b70a-6f9a76bc763e" providerId="ADAL" clId="{2A6394DD-8411-431D-8451-C5B24C4EE61F}" dt="2026-10-22T01:38:01.454" v="296" actId="1076"/>
          <ac:spMkLst>
            <pc:docMk/>
            <pc:sldMk cId="0" sldId="299"/>
            <ac:spMk id="2082" creationId="{00000000-0000-0000-0000-000000000000}"/>
          </ac:spMkLst>
        </pc:spChg>
        <pc:spChg chg="mod">
          <ac:chgData name="Patricio Henríquez Tapia" userId="4f189ec0-b5da-4dd3-b70a-6f9a76bc763e" providerId="ADAL" clId="{2A6394DD-8411-431D-8451-C5B24C4EE61F}" dt="2026-10-21T01:15:34.265" v="294" actId="20577"/>
          <ac:spMkLst>
            <pc:docMk/>
            <pc:sldMk cId="0" sldId="299"/>
            <ac:spMk id="2084" creationId="{00000000-0000-0000-0000-000000000000}"/>
          </ac:spMkLst>
        </pc:spChg>
        <pc:spChg chg="mod">
          <ac:chgData name="Patricio Henríquez Tapia" userId="4f189ec0-b5da-4dd3-b70a-6f9a76bc763e" providerId="ADAL" clId="{2A6394DD-8411-431D-8451-C5B24C4EE61F}" dt="2026-10-22T01:38:01.454" v="296" actId="1076"/>
          <ac:spMkLst>
            <pc:docMk/>
            <pc:sldMk cId="0" sldId="299"/>
            <ac:spMk id="2086" creationId="{00000000-0000-0000-0000-000000000000}"/>
          </ac:spMkLst>
        </pc:spChg>
      </pc:sldChg>
      <pc:sldChg chg="ord">
        <pc:chgData name="Patricio Henríquez Tapia" userId="4f189ec0-b5da-4dd3-b70a-6f9a76bc763e" providerId="ADAL" clId="{2A6394DD-8411-431D-8451-C5B24C4EE61F}" dt="2026-10-21T00:05:31.618" v="3"/>
        <pc:sldMkLst>
          <pc:docMk/>
          <pc:sldMk cId="0" sldId="300"/>
        </pc:sldMkLst>
      </pc:sldChg>
    </pc:docChg>
  </pc:docChgLst>
  <pc:docChgLst>
    <pc:chgData name="Guest User" userId="S::urn:spo:tenantanon#6e4d5417-163d-4e66-83d7-c68ec7528de3::" providerId="AD" clId="Web-{09D02B70-182A-7A0A-56DE-9E4175509914}"/>
    <pc:docChg chg="modSld sldOrd">
      <pc:chgData name="Guest User" userId="S::urn:spo:tenantanon#6e4d5417-163d-4e66-83d7-c68ec7528de3::" providerId="AD" clId="Web-{09D02B70-182A-7A0A-56DE-9E4175509914}" dt="2026-10-21T00:05:56.530" v="58"/>
      <pc:docMkLst>
        <pc:docMk/>
      </pc:docMkLst>
      <pc:sldChg chg="delSp">
        <pc:chgData name="Guest User" userId="S::urn:spo:tenantanon#6e4d5417-163d-4e66-83d7-c68ec7528de3::" providerId="AD" clId="Web-{09D02B70-182A-7A0A-56DE-9E4175509914}" dt="2026-10-20T23:27:23.555" v="1"/>
        <pc:sldMkLst>
          <pc:docMk/>
          <pc:sldMk cId="0" sldId="257"/>
        </pc:sldMkLst>
      </pc:sldChg>
      <pc:sldChg chg="ord">
        <pc:chgData name="Guest User" userId="S::urn:spo:tenantanon#6e4d5417-163d-4e66-83d7-c68ec7528de3::" providerId="AD" clId="Web-{09D02B70-182A-7A0A-56DE-9E4175509914}" dt="2026-10-21T00:05:56.530" v="58"/>
        <pc:sldMkLst>
          <pc:docMk/>
          <pc:sldMk cId="0" sldId="260"/>
        </pc:sldMkLst>
      </pc:sldChg>
      <pc:sldChg chg="addSp delSp modSp">
        <pc:chgData name="Guest User" userId="S::urn:spo:tenantanon#6e4d5417-163d-4e66-83d7-c68ec7528de3::" providerId="AD" clId="Web-{09D02B70-182A-7A0A-56DE-9E4175509914}" dt="2026-10-20T23:40:16.005" v="57"/>
        <pc:sldMkLst>
          <pc:docMk/>
          <pc:sldMk cId="0" sldId="261"/>
        </pc:sldMkLst>
        <pc:spChg chg="mod">
          <ac:chgData name="Guest User" userId="S::urn:spo:tenantanon#6e4d5417-163d-4e66-83d7-c68ec7528de3::" providerId="AD" clId="Web-{09D02B70-182A-7A0A-56DE-9E4175509914}" dt="2026-10-20T23:34:24.367" v="15" actId="20577"/>
          <ac:spMkLst>
            <pc:docMk/>
            <pc:sldMk cId="0" sldId="261"/>
            <ac:spMk id="372" creationId="{00000000-0000-0000-0000-000000000000}"/>
          </ac:spMkLst>
        </pc:spChg>
        <pc:spChg chg="mod">
          <ac:chgData name="Guest User" userId="S::urn:spo:tenantanon#6e4d5417-163d-4e66-83d7-c68ec7528de3::" providerId="AD" clId="Web-{09D02B70-182A-7A0A-56DE-9E4175509914}" dt="2026-10-20T23:36:14.965" v="51" actId="1076"/>
          <ac:spMkLst>
            <pc:docMk/>
            <pc:sldMk cId="0" sldId="261"/>
            <ac:spMk id="377" creationId="{00000000-0000-0000-0000-000000000000}"/>
          </ac:spMkLst>
        </pc:spChg>
      </pc:sldChg>
      <pc:sldChg chg="ord">
        <pc:chgData name="Guest User" userId="S::urn:spo:tenantanon#6e4d5417-163d-4e66-83d7-c68ec7528de3::" providerId="AD" clId="Web-{09D02B70-182A-7A0A-56DE-9E4175509914}" dt="2026-10-20T23:35:57.605" v="46"/>
        <pc:sldMkLst>
          <pc:docMk/>
          <pc:sldMk cId="0" sldId="300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r>
              <a:rPr lang="es-CL" sz="1800" b="1" noProof="0">
                <a:solidFill>
                  <a:srgbClr val="111111"/>
                </a:solidFill>
                <a:latin typeface="Inter SemiBold"/>
              </a:rPr>
              <a:t>Horas-hombre por mes</a:t>
            </a:r>
          </a:p>
        </c:rich>
      </c:tx>
      <c:overlay val="0"/>
    </c:title>
    <c:autoTitleDeleted val="0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E1 desarrollo</c:v>
                </c:pt>
              </c:strCache>
            </c:strRef>
          </c:tx>
          <c:spPr>
            <a:solidFill>
              <a:srgbClr val="E8641B"/>
            </a:solidFill>
          </c:spPr>
          <c:invertIfNegative val="1"/>
          <c:cat>
            <c:strRef>
              <c:f>Sheet1!$A$2:$A$57</c:f>
              <c:strCache>
                <c:ptCount val="5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</c:strCache>
            </c:strRef>
          </c:cat>
          <c:val>
            <c:numRef>
              <c:f>Sheet1!$B$2:$B$57</c:f>
              <c:numCache>
                <c:formatCode>General</c:formatCode>
                <c:ptCount val="56"/>
                <c:pt idx="0">
                  <c:v>1415.81</c:v>
                </c:pt>
                <c:pt idx="1">
                  <c:v>2909.52</c:v>
                </c:pt>
                <c:pt idx="2">
                  <c:v>2361.67</c:v>
                </c:pt>
                <c:pt idx="3">
                  <c:v>3142.78</c:v>
                </c:pt>
                <c:pt idx="4">
                  <c:v>5039.21</c:v>
                </c:pt>
                <c:pt idx="5">
                  <c:v>5335.52</c:v>
                </c:pt>
                <c:pt idx="6">
                  <c:v>5107.82</c:v>
                </c:pt>
                <c:pt idx="7">
                  <c:v>4640.8599999999997</c:v>
                </c:pt>
                <c:pt idx="8">
                  <c:v>3151.92</c:v>
                </c:pt>
                <c:pt idx="9">
                  <c:v>2060.5700000000002</c:v>
                </c:pt>
                <c:pt idx="10">
                  <c:v>1676.35</c:v>
                </c:pt>
                <c:pt idx="11">
                  <c:v>1299.1400000000001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D55E-4811-90CF-DADE352C388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E1 marcha blanca</c:v>
                </c:pt>
              </c:strCache>
            </c:strRef>
          </c:tx>
          <c:spPr>
            <a:solidFill>
              <a:srgbClr val="F29A5E"/>
            </a:solidFill>
          </c:spPr>
          <c:invertIfNegative val="1"/>
          <c:cat>
            <c:strRef>
              <c:f>Sheet1!$A$2:$A$57</c:f>
              <c:strCache>
                <c:ptCount val="5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</c:strCache>
            </c:strRef>
          </c:cat>
          <c:val>
            <c:numRef>
              <c:f>Sheet1!$C$2:$C$57</c:f>
              <c:numCache>
                <c:formatCode>General</c:formatCode>
                <c:ptCount val="5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3952.7</c:v>
                </c:pt>
                <c:pt idx="13">
                  <c:v>4333.79</c:v>
                </c:pt>
                <c:pt idx="14">
                  <c:v>4060.68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D55E-4811-90CF-DADE352C388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E2 desarrollo</c:v>
                </c:pt>
              </c:strCache>
            </c:strRef>
          </c:tx>
          <c:spPr>
            <a:solidFill>
              <a:srgbClr val="111111"/>
            </a:solidFill>
          </c:spPr>
          <c:invertIfNegative val="1"/>
          <c:cat>
            <c:strRef>
              <c:f>Sheet1!$A$2:$A$57</c:f>
              <c:strCache>
                <c:ptCount val="5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</c:strCache>
            </c:strRef>
          </c:cat>
          <c:val>
            <c:numRef>
              <c:f>Sheet1!$D$2:$D$57</c:f>
              <c:numCache>
                <c:formatCode>General</c:formatCode>
                <c:ptCount val="5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548.57000000000005</c:v>
                </c:pt>
                <c:pt idx="13">
                  <c:v>571.42999999999995</c:v>
                </c:pt>
                <c:pt idx="14">
                  <c:v>4045.71</c:v>
                </c:pt>
                <c:pt idx="15">
                  <c:v>2948.35</c:v>
                </c:pt>
                <c:pt idx="16">
                  <c:v>1729.57</c:v>
                </c:pt>
                <c:pt idx="17">
                  <c:v>1562.91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D55E-4811-90CF-DADE352C388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E2 marcha blanca</c:v>
                </c:pt>
              </c:strCache>
            </c:strRef>
          </c:tx>
          <c:spPr>
            <a:solidFill>
              <a:srgbClr val="606060"/>
            </a:solidFill>
          </c:spPr>
          <c:invertIfNegative val="1"/>
          <c:cat>
            <c:strRef>
              <c:f>Sheet1!$A$2:$A$57</c:f>
              <c:strCache>
                <c:ptCount val="5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</c:strCache>
            </c:strRef>
          </c:cat>
          <c:val>
            <c:numRef>
              <c:f>Sheet1!$E$2:$E$57</c:f>
              <c:numCache>
                <c:formatCode>General</c:formatCode>
                <c:ptCount val="5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3769.86</c:v>
                </c:pt>
                <c:pt idx="19">
                  <c:v>3538.05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3-D55E-4811-90CF-DADE352C388E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Soporte puente</c:v>
                </c:pt>
              </c:strCache>
            </c:strRef>
          </c:tx>
          <c:spPr>
            <a:solidFill>
              <a:srgbClr val="C7C7C7"/>
            </a:solidFill>
          </c:spPr>
          <c:invertIfNegative val="1"/>
          <c:cat>
            <c:strRef>
              <c:f>Sheet1!$A$2:$A$57</c:f>
              <c:strCache>
                <c:ptCount val="5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</c:strCache>
            </c:strRef>
          </c:cat>
          <c:val>
            <c:numRef>
              <c:f>Sheet1!$F$2:$F$57</c:f>
              <c:numCache>
                <c:formatCode>General</c:formatCode>
                <c:ptCount val="5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4715</c:v>
                </c:pt>
                <c:pt idx="16">
                  <c:v>3498</c:v>
                </c:pt>
                <c:pt idx="17">
                  <c:v>2754</c:v>
                </c:pt>
                <c:pt idx="18">
                  <c:v>2779</c:v>
                </c:pt>
                <c:pt idx="19">
                  <c:v>2966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D55E-4811-90CF-DADE352C388E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Cierre</c:v>
                </c:pt>
              </c:strCache>
            </c:strRef>
          </c:tx>
          <c:spPr>
            <a:solidFill>
              <a:srgbClr val="FAD4BE"/>
            </a:solidFill>
          </c:spPr>
          <c:invertIfNegative val="1"/>
          <c:cat>
            <c:strRef>
              <c:f>Sheet1!$A$2:$A$57</c:f>
              <c:strCache>
                <c:ptCount val="5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</c:strCache>
            </c:strRef>
          </c:cat>
          <c:val>
            <c:numRef>
              <c:f>Sheet1!$G$2:$G$57</c:f>
              <c:numCache>
                <c:formatCode>General</c:formatCode>
                <c:ptCount val="5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2774.54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5-D55E-4811-90CF-DADE352C388E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Operación</c:v>
                </c:pt>
              </c:strCache>
            </c:strRef>
          </c:tx>
          <c:spPr>
            <a:solidFill>
              <a:srgbClr val="9A9A9A"/>
            </a:solidFill>
          </c:spPr>
          <c:invertIfNegative val="1"/>
          <c:cat>
            <c:strRef>
              <c:f>Sheet1!$A$2:$A$57</c:f>
              <c:strCache>
                <c:ptCount val="5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</c:strCache>
            </c:strRef>
          </c:cat>
          <c:val>
            <c:numRef>
              <c:f>Sheet1!$H$2:$H$57</c:f>
              <c:numCache>
                <c:formatCode>General</c:formatCode>
                <c:ptCount val="5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3198.26</c:v>
                </c:pt>
                <c:pt idx="21">
                  <c:v>3232.55</c:v>
                </c:pt>
                <c:pt idx="22">
                  <c:v>3440.54</c:v>
                </c:pt>
                <c:pt idx="23">
                  <c:v>3247.92</c:v>
                </c:pt>
                <c:pt idx="24">
                  <c:v>3341.5</c:v>
                </c:pt>
                <c:pt idx="25">
                  <c:v>3688.21</c:v>
                </c:pt>
                <c:pt idx="26">
                  <c:v>3585.83</c:v>
                </c:pt>
                <c:pt idx="27">
                  <c:v>3635.78</c:v>
                </c:pt>
                <c:pt idx="28">
                  <c:v>3529.78</c:v>
                </c:pt>
                <c:pt idx="29">
                  <c:v>3577.78</c:v>
                </c:pt>
                <c:pt idx="30">
                  <c:v>3635.78</c:v>
                </c:pt>
                <c:pt idx="31">
                  <c:v>3741.78</c:v>
                </c:pt>
                <c:pt idx="32">
                  <c:v>3729.11</c:v>
                </c:pt>
                <c:pt idx="33">
                  <c:v>3529.78</c:v>
                </c:pt>
                <c:pt idx="34">
                  <c:v>3853.78</c:v>
                </c:pt>
                <c:pt idx="35">
                  <c:v>3635.78</c:v>
                </c:pt>
                <c:pt idx="36">
                  <c:v>3317.78</c:v>
                </c:pt>
                <c:pt idx="37">
                  <c:v>3577.78</c:v>
                </c:pt>
                <c:pt idx="38">
                  <c:v>3623.11</c:v>
                </c:pt>
                <c:pt idx="39">
                  <c:v>3635.78</c:v>
                </c:pt>
                <c:pt idx="40">
                  <c:v>3471.78</c:v>
                </c:pt>
                <c:pt idx="41">
                  <c:v>3635.78</c:v>
                </c:pt>
                <c:pt idx="42">
                  <c:v>3635.78</c:v>
                </c:pt>
                <c:pt idx="43">
                  <c:v>3741.78</c:v>
                </c:pt>
                <c:pt idx="44">
                  <c:v>3729.11</c:v>
                </c:pt>
                <c:pt idx="45">
                  <c:v>3529.78</c:v>
                </c:pt>
                <c:pt idx="46">
                  <c:v>3853.78</c:v>
                </c:pt>
                <c:pt idx="47">
                  <c:v>3635.78</c:v>
                </c:pt>
                <c:pt idx="48">
                  <c:v>3317.77</c:v>
                </c:pt>
                <c:pt idx="49">
                  <c:v>3577.77</c:v>
                </c:pt>
                <c:pt idx="50">
                  <c:v>3623.1</c:v>
                </c:pt>
                <c:pt idx="51">
                  <c:v>3635.77</c:v>
                </c:pt>
                <c:pt idx="52">
                  <c:v>3471.77</c:v>
                </c:pt>
                <c:pt idx="53">
                  <c:v>3746.88</c:v>
                </c:pt>
                <c:pt idx="54">
                  <c:v>3599.99</c:v>
                </c:pt>
                <c:pt idx="55">
                  <c:v>3888.44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6-D55E-4811-90CF-DADE352C38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7C7C7"/>
            </a:solidFill>
          </a:ln>
        </c:spPr>
        <c:txPr>
          <a:bodyPr/>
          <a:lstStyle/>
          <a:p>
            <a:pPr>
              <a:defRPr sz="1300"/>
            </a:pPr>
            <a:endParaRPr lang="es-CL"/>
          </a:p>
        </c:txPr>
        <c:crossAx val="-2113994440"/>
        <c:crosses val="autoZero"/>
        <c:auto val="1"/>
        <c:lblAlgn val="ctr"/>
        <c:lblOffset val="100"/>
        <c:tickLblSkip val="5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>
              <a:solidFill>
                <a:srgbClr val="E6E6E6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/>
            </a:pPr>
            <a:endParaRPr lang="es-CL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300"/>
          </a:pPr>
          <a:endParaRPr lang="es-CL"/>
        </a:p>
      </c:txPr>
    </c:legend>
    <c:plotVisOnly val="1"/>
    <c:dispBlanksAs val="gap"/>
    <c:showDLblsOverMax val="1"/>
  </c:chart>
  <c:txPr>
    <a:bodyPr/>
    <a:lstStyle/>
    <a:p>
      <a:pPr>
        <a:defRPr sz="1300">
          <a:solidFill>
            <a:srgbClr val="3C3C3C"/>
          </a:solidFill>
          <a:latin typeface="Inter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2" name="Google Shape;232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Buenos días. Somos LafroX SpA y presentamos nuestra Propuesta Técnica para la Licitación TFEP-01/2026 de Distribuidora Puelche: el Sistema Integral de Gestión Logística Puelche.</a:t>
            </a:r>
            <a:endParaRPr/>
          </a:p>
        </p:txBody>
      </p:sp>
      <p:sp>
        <p:nvSpPr>
          <p:cNvPr id="233" name="Google Shape;233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1" name="Google Shape;2091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92" name="Google Shape;2092;p3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 dirige Alex Aravena, Jefe de Proyecto e interlocutor único. Siete líderes cubren arquitectura e integración, seguridad, datos, desarrollo, calidad, operación e implantación: ocho personas para los diez roles mínimos. Peak de 69 personas equivalentes. (SD1 Tabla 1.6; SD7 T-15)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3" name="Google Shape;2093;p3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9" name="Google Shape;249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Marzo de 2026: un retiro sanitario. Puelche tardó nueve días en saber a qué clientes había llegado el producto. 4.800 kilos retirados y el proveedor de lácteos —6 % de las ventas— suspendió a Puelche por seis meses. Recuerden: nueve días. (Fuente: SD2)</a:t>
            </a:r>
            <a:endParaRPr/>
          </a:p>
        </p:txBody>
      </p:sp>
      <p:sp>
        <p:nvSpPr>
          <p:cNvPr id="250" name="Google Shape;250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3" name="Google Shape;273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Tres problemas que parecen distintos: habilitación sanitaria comprometida (41 % de recepciones sin lote en el producto del retiro), servicio que pierde competitividad (OTIF 82,4 %, 4,2 % de reentregas) y un costo de servir calculado con un prorrateo de 2016 ($4,2 M/mes en diferencias de rendición). La misma causa: el dato no se registra donde ocurre. (SD2)</a:t>
            </a:r>
            <a:endParaRPr/>
          </a:p>
        </p:txBody>
      </p:sp>
      <p:sp>
        <p:nvSpPr>
          <p:cNvPr id="274" name="Google Shape;274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2" name="Google Shape;352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El esquema de solución tiene tres vistas complementarias. La Figura 3.1 muestra el ciclo logístico: los pedidos de preventa, del canal moderno y del portal pasan por la planificación de rutas, la preparación y la entrega, que registra cobros, devoluciones y envases; el ERP recibe el detalle preparado y sigue siendo el único emisor tributario. La Figura 3.2 sigue el lote desde la recepción hasta la entrega: ante un retiro, la lista de clientes afectados se obtiene en menos de dos horas. La Figura 3.3 muestra la continuidad: preventa y reparto trabajan 14 horas sin señal y el centro de distribución al menos 24 horas sin enlace; al volver la conexión, la sincronización tarda como máximo 10 minutos y 2 horas, respectivamente. (SD3, Figuras 3.1 a 3.3) (Diagramas: SD3, Figuras 3.1, 3.2 y 3.3.)</a:t>
            </a:r>
          </a:p>
        </p:txBody>
      </p:sp>
      <p:sp>
        <p:nvSpPr>
          <p:cNvPr id="353" name="Google Shape;353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8" name="Google Shape;368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mapa del sistema: siete interfaces, doce módulos agrupados por frente y los tres sistemas externos: ERP, Transbank y geolocalización; las cadenas se integran por EDI en la Etapa 2. Solo el canal moderno (M11) espera a la Etapa 2. El dato fluye de recepción a inventario, preparación y reparto. El ERP es el único emisor tributario y se accede vía una capa anticorrupción (ACL); M10 consolida OTIF y costo de servir. (SD3 Fig. 3.4–3.8, SD4 Anexo 4-F)</a:t>
            </a:r>
            <a:endParaRPr/>
          </a:p>
        </p:txBody>
      </p:sp>
      <p:sp>
        <p:nvSpPr>
          <p:cNvPr id="369" name="Google Shape;369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4" name="Google Shape;464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vista general relaciona a cada actor con su aplicación, portal o consola y con los módulos M1 a M12. Se lee en ocho capas: presentación captura y muestra la información, el borde protege la entrada, la puerta de enlace valida las solicitudes, el negocio aplica las reglas en Laravel, la integración conserva y distribuye eventos y el acceso a datos administra la persistencia; seguridad y observabilidad atraviesan todas las capas. Las conexiones son intercambios autorizados, no acceso directo a las bases de datos, y la puerta local permite que la bodega siga operando sin WAN. (SD4, Figura 1)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hc7cc306779174be_1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2" name="Google Shape;482;hc7cc306779174be_1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Fuente: diagramas de arquitectura lógica del Subdocumento 4, vista específica de la capa 1. Fuente editable: Arquitectura-logica-general-y-8-capas.drawio.xml.</a:t>
            </a:r>
            <a:endParaRPr/>
          </a:p>
        </p:txBody>
      </p:sp>
      <p:sp>
        <p:nvSpPr>
          <p:cNvPr id="483" name="Google Shape;483;hc7cc306779174be_1_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hc7cc306779174be_1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hc7cc306779174be_1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hc7cc306779174be_1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hc7cc306779174be_1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hc7cc306779174be_1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hc7cc306779174be_1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hc7cc306779174be_1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0" name="Google Shape;560;hc7cc306779174be_1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hc7cc306779174be_1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9" name="Google Shape;579;hc7cc306779174be_1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hc7cc306779174be_1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hc7cc306779174be_1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hc7cc306779174be_1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7" name="Google Shape;617;hc7cc306779174be_1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6" name="Google Shape;636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vista general se lee en tres franjas. Arriba, quienes llegan desde fuera: portales y terminales por el borde global hacia API Gateway, la casa matriz y el teletrabajo por Verified Access y las cadenas de supermercados por AS2. Al centro, AWS: la región primaria sa-east-1, con la VPC de producción y la VPC Hub, y us-east-1 para la recuperación ante desastres. Abajo, las cinco instalaciones con cómputo, cada una con su túnel VPN: el CD Talca con un clúster Proxmox y Ceph de tres nodos, el CD Concepción con dos servidores y los tres cross-docking con dos mini-PC cada uno. Cada bodega confirma sus operaciones contra su propio WMS. (SD4, Figura 14)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hc7cc306779174be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30" name="Google Shape;730;hc7cc306779174be_0_8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PMBOK adaptado a 56 meses con valor ganado (alerta si SPI o CPI &lt; 0,90); RUP en iteraciones de dos semanas; DevSecOps con compuertas que bloquean (pruebas, análisis estático, contratos, cobertura 70/80 %). Nada se despliega en septiembre, diciembre ni los tres primeros días hábiles del mes. (SD6)</a:t>
            </a:r>
            <a:endParaRPr/>
          </a:p>
        </p:txBody>
      </p:sp>
      <p:sp>
        <p:nvSpPr>
          <p:cNvPr id="731" name="Google Shape;731;hc7cc306779174be_0_8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hc7cc306779174b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7" name="Google Shape;757;hc7cc306779174be_0_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Las fases RUP ordenan el trabajo: la construcción concentra la mitad de las horas. Cada cambio recorre el ciclo DevSecOps, que se aplica en las puertas G1 a G3 del plan de calidad. (SD1, SD9 Fig. 9.3; HH de la EDT, T-14)</a:t>
            </a:r>
          </a:p>
        </p:txBody>
      </p:sp>
      <p:sp>
        <p:nvSpPr>
          <p:cNvPr id="758" name="Google Shape;758;hc7cc306779174be_0_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Google Shape;1512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13" name="Google Shape;1513;p2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Dos niveles: tres bloques contractuales —Etapa 1, Etapa 2 y Operación, solapados en los meses 13–15 y 19–20— y ocho frentes con un responsable nominado cada uno. (T-14 Tabla 7.52, T-15 Tabla 7.1)</a:t>
            </a:r>
            <a:endParaRPr/>
          </a:p>
        </p:txBody>
      </p:sp>
      <p:sp>
        <p:nvSpPr>
          <p:cNvPr id="1514" name="Google Shape;1514;p2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0" name="Google Shape;1560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61" name="Google Shape;1561;p2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(Transición automática.)</a:t>
            </a:r>
            <a:endParaRPr/>
          </a:p>
        </p:txBody>
      </p:sp>
      <p:sp>
        <p:nvSpPr>
          <p:cNvPr id="1562" name="Google Shape;1562;p2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6" name="Google Shape;1626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27" name="Google Shape;1627;p2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Gantt mes a mes. En gris, los congelamientos de septiembre y diciembre: no se despliega nada. Migración en los meses 7 a 12; la Etapa 1 entra en tres olas y pasa a producción en el H7 (mes 16), y la Etapa 2 en el H12 (mes 21). Los hitos marcan los puntos de control del cronograma. (T-14 y T-15)</a:t>
            </a:r>
            <a:endParaRPr/>
          </a:p>
        </p:txBody>
      </p:sp>
      <p:sp>
        <p:nvSpPr>
          <p:cNvPr id="1628" name="Google Shape;1628;p2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hc7cc306779174be_8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82" name="Google Shape;782;hc7cc306779174be_8_7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La EDT ordena el trabajo en nueve fases, 49 cuentas de control y 222 paquetes. Las fases 1 a 4 se ejecutan una vez por etapa. Recorramos cada fase. (T-14 Tabla 7.1, T-15 Tabla 7.3)</a:t>
            </a:r>
          </a:p>
        </p:txBody>
      </p:sp>
      <p:sp>
        <p:nvSpPr>
          <p:cNvPr id="783" name="Google Shape;783;hc7cc306779174be_8_7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hc7cc306779174be_8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2" name="Google Shape;852;hc7cc306779174be_8_14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Inicio: nueve cuentas de gestión —alcance, planificación, interesados, calidad, riesgos, reversibilidad, gobierno y cumplimiento—. Se ejecuta una vez por etapa. (T-14 §7.2)</a:t>
            </a:r>
          </a:p>
        </p:txBody>
      </p:sp>
      <p:sp>
        <p:nvSpPr>
          <p:cNvPr id="853" name="Google Shape;853;hc7cc306779174be_8_14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hc7cc306779174be_8_2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9" name="Google Shape;929;hc7cc306779174be_8_22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Elaboración: arquitectura, seguridad, diseño de la sala técnica, validación, continuidad y experiencia de usuario. Cierra con el H2 en el mes 4 y, en la Etapa 2, con el H8 en el mes 14. (T-14 §7.2)</a:t>
            </a:r>
          </a:p>
        </p:txBody>
      </p:sp>
      <p:sp>
        <p:nvSpPr>
          <p:cNvPr id="930" name="Google Shape;930;hc7cc306779174be_8_22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hc7cc306779174be_8_2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03" name="Google Shape;1003;hc7cc306779174be_8_29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Construcción: la fase más grande, 79 paquetes. Ambientes, nube, base compartida, módulos de cada etapa, integraciones, migración, pruebas, innovaciones y documentación. (T-14 §7.2)</a:t>
            </a:r>
          </a:p>
        </p:txBody>
      </p:sp>
      <p:sp>
        <p:nvSpPr>
          <p:cNvPr id="1004" name="Google Shape;1004;hc7cc306779174be_8_29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hc7cc306779174be_8_3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82" name="Google Shape;1082;hc7cc306779174be_8_37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Transición: plan de implantación y las dos marchas blancas con su paso a producción (H7 mes 16 y H12 mes 21). (T-14 §7.2)</a:t>
            </a:r>
          </a:p>
        </p:txBody>
      </p:sp>
      <p:sp>
        <p:nvSpPr>
          <p:cNvPr id="1083" name="Google Shape;1083;hc7cc306779174be_8_37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hc7cc306779174be_8_4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53" name="Google Shape;1153;hc7cc306779174be_8_44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Adquisiciones: hardware, nube y licencias, enlaces y acuerdos con terceros. El cliente compra el equipo de terreno; LafroX lo especifica. (T-14 §7.2)</a:t>
            </a:r>
          </a:p>
        </p:txBody>
      </p:sp>
      <p:sp>
        <p:nvSpPr>
          <p:cNvPr id="1154" name="Google Shape;1154;hc7cc306779174be_8_44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hc7cc306779174be_8_5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25" name="Google Shape;1225;hc7cc306779174be_8_51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Infraestructura y sitios: sala técnica de Talca, cableado, racks, seguridad física, equipos de campo y configuración de los sitios, meses 3 a 12. (T-14 §7.2)</a:t>
            </a:r>
          </a:p>
        </p:txBody>
      </p:sp>
      <p:sp>
        <p:nvSpPr>
          <p:cNvPr id="1226" name="Google Shape;1226;hc7cc306779174be_8_51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hc7cc306779174be_8_5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99" name="Google Shape;1299;hc7cc306779174be_8_58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Capacitación y gestión del cambio: capacitación por rol, gestión del cambio con las cadenas y los transportistas, y certificación de usuarios. (T-14 §7.2)</a:t>
            </a:r>
          </a:p>
        </p:txBody>
      </p:sp>
      <p:sp>
        <p:nvSpPr>
          <p:cNvPr id="1300" name="Google Shape;1300;hc7cc306779174be_8_58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" name="Google Shape;1369;hc7cc306779174be_8_6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70" name="Google Shape;1370;hc7cc306779174be_8_65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Operación y soporte: 36 meses de servicio, 129.879 HH. Operación, mantenimiento fuera de congelamientos, innovaciones, informes y transferencia. (T-14 §7.2)</a:t>
            </a:r>
          </a:p>
        </p:txBody>
      </p:sp>
      <p:sp>
        <p:nvSpPr>
          <p:cNvPr id="1371" name="Google Shape;1371;hc7cc306779174be_8_65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2" name="Google Shape;1442;hc7cc306779174be_8_7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43" name="Google Shape;1443;hc7cc306779174be_8_72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Cierre: cierre de la implementación y salida ordenada al término del contrato, con el plan de reversibilidad (meses 54–56). (T-14 §7.2)</a:t>
            </a:r>
          </a:p>
        </p:txBody>
      </p:sp>
      <p:sp>
        <p:nvSpPr>
          <p:cNvPr id="1444" name="Google Shape;1444;hc7cc306779174be_8_72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4" name="Google Shape;1734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35" name="Google Shape;1735;p2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esfuerzo sube con la construcción de la Etapa 1, baja hacia la certificación y vuelve a subir cuando se solapan la marcha blanca E1 y el desarrollo E2: máximo de 8.106 HH en el mes 15, con 69 personas equivalentes. Desde el mes 21 la operación se estabiliza entre 3.200 y 3.900 HH. Total: 217.543 HH. (T-15 Tablas 7.5 y 7.6)</a:t>
            </a:r>
            <a:endParaRPr/>
          </a:p>
        </p:txBody>
      </p:sp>
      <p:sp>
        <p:nvSpPr>
          <p:cNvPr id="1736" name="Google Shape;1736;p2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1" name="Google Shape;1831;hc7cc306779174be_4_2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32" name="Google Shape;1832;hc7cc306779174be_4_25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s-CL" sz="1200"/>
              <a:t>GUION ORAL</a:t>
            </a:r>
          </a:p>
          <a:p>
            <a:r>
              <a:rPr lang="es-CL" sz="1200"/>
              <a:t>No basta con mencionar normas: debemos demostrar cómo las aplicamos. Para calidad del producto usamos criterios comprobables; para los datos, mediciones y conciliaciones; y para las pruebas, un proceso documentado. Accesibilidad combina herramientas y revisión manual. Seguridad se revisa en el código y en la aplicación funcionando. Distinguimos normas técnicas, obligaciones legales y estándares de intercambio porque cumplen funciones diferentes.</a:t>
            </a:r>
          </a:p>
          <a:p>
            <a:endParaRPr lang="es-CL" sz="1200"/>
          </a:p>
          <a:p>
            <a:r>
              <a:rPr lang="es-CL" sz="1200"/>
              <a:t>RESPALDO DE CONSULTA — NO LEER COMPLETO AL EXPONER</a:t>
            </a:r>
          </a:p>
          <a:p>
            <a:r>
              <a:rPr lang="es-CL" sz="1200"/>
              <a:t>Fuente: SD9, tabla 9.2, p. 8, y §9.1.4.</a:t>
            </a:r>
          </a:p>
          <a:p>
            <a:r>
              <a:rPr lang="es-CL" sz="1200"/>
              <a:t>Se retiraron cantidades de características y niveles, no las referencias. ISO/IEC/IEEE 29119 es el nombre completo. CMMI-DEV N3 es evaluación de madurez, no certificación ISO.</a:t>
            </a:r>
          </a:p>
          <a:p>
            <a:r>
              <a:rPr lang="es-CL" sz="1200"/>
              <a:t>El bloque legal anterior no se acredita íntegramente en SD9. Decreto 977, SII/DTE, Art. 25 bis y Ley 21.719 quedan como referencias de contexto para consultar; no se repite el umbral térmico ni la fecha de vigencia como conclusión de este documento. GS1 y EDI son estándares de intercambio, no leyes.</a:t>
            </a:r>
          </a:p>
          <a:p>
            <a:r>
              <a:rPr lang="es-CL" sz="1200"/>
              <a:t>Si preguntan cómo se acredita: con informes de pruebas, conciliaciones, evaluaciones de accesibilidad, análisis de seguridad y registros de auditoría. Mencionar la referencia no acredita cumplimiento.</a:t>
            </a:r>
          </a:p>
        </p:txBody>
      </p:sp>
      <p:sp>
        <p:nvSpPr>
          <p:cNvPr id="1833" name="Google Shape;1833;hc7cc306779174be_4_25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6" name="Google Shape;1876;hc7cc306779174be_4_48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s-CL" sz="1200"/>
              <a:t>GUION ORAL</a:t>
            </a:r>
          </a:p>
          <a:p>
            <a:r>
              <a:rPr lang="es-CL" sz="1200"/>
              <a:t>Evaluamos requisitos, respuesta bajo carga, integraciones y uso en las condiciones de Puelche. También comprobamos seguridad, recuperación y facilidad de mantenimiento. Estos son criterios con los que se evaluará la solución, no resultados ya alcanzados. Los resultados del negocio se verifican en operación y en el momento previsto para cada uno.</a:t>
            </a:r>
          </a:p>
          <a:p>
            <a:endParaRPr lang="es-CL" sz="1200"/>
          </a:p>
          <a:p>
            <a:r>
              <a:rPr lang="es-CL" sz="1200"/>
              <a:t>RESPALDO DE CONSULTA — NO LEER COMPLETO AL EXPONER</a:t>
            </a:r>
          </a:p>
          <a:p>
            <a:r>
              <a:rPr lang="es-CL" sz="1200"/>
              <a:t>Fuentes: SD9, tablas 9.1 (p. 6), 9.3 (p. 10) y 9.8 (p. 18); T-17, §5.</a:t>
            </a:r>
          </a:p>
          <a:p>
            <a:r>
              <a:rPr lang="es-CL" sz="1200"/>
              <a:t>100 %: requisitos ofertados con prueba aprobada antes de su hito. Cero defectos críticos o altos abiertos al cierre de cada marcha blanca. Cero minutos de caída entre 05:30 y 07:00. Los 16 resultados del caso se aceptan en momentos diferenciados.</a:t>
            </a:r>
          </a:p>
          <a:p>
            <a:r>
              <a:rPr lang="es-CL" sz="1200"/>
              <a:t>p95: preparación ≤1 s; entrega ≤2 s; preventa ≤1,5 s; stock y crédito ≤2 s. No son máximos absolutos de todas las transacciones. Se prueban 15 integraciones.</a:t>
            </a:r>
          </a:p>
          <a:p>
            <a:r>
              <a:rPr lang="es-CL" sz="1200"/>
              <a:t>Disponibilidad mensual: transacción crítica ≥99,9 %; infraestructura ≥99,95 %. RTO ≤4 h: objetivo de tiempo de recuperación. RPO ≤15 min: objetivo de punto de recuperación. Cobertura ≥70 % de lógica de negocio y ≥80 % global. No implica ausencia de errores. Usabilidad incluye guantes a −22 °C.</a:t>
            </a:r>
          </a:p>
          <a:p>
            <a:r>
              <a:rPr lang="es-CL" sz="1200"/>
              <a:t>Si preguntan por los umbrales: se mantienen en el plan y en el protocolo; esta lámina presenta qué se evalúa, no resultados ya obtenidos.</a:t>
            </a:r>
          </a:p>
        </p:txBody>
      </p:sp>
      <p:sp>
        <p:nvSpPr>
          <p:cNvPr id="1877" name="Google Shape;1877;hc7cc306779174be_4_4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7" name="Google Shape;1917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18" name="Google Shape;1918;p3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s-CL" sz="1200"/>
              <a:t>GUION ORAL</a:t>
            </a:r>
          </a:p>
          <a:p>
            <a:r>
              <a:rPr lang="es-CL" sz="1200"/>
              <a:t>Distinguimos controles técnicos y aceptación contractual. Los controles deciden si un cambio puede avanzar. Aceptar la marcha blanca exige además volumen real, disponibilidad y respuesta, conciliación, usuarios certificados y acta. Todas las condiciones son conjuntas. Entrar al ambiente de Producción para iniciar la marcha blanca no equivale a la aceptación contractual. El plan exige corregir los bloqueos y acreditar cumplimiento: un acta no reemplaza una prueba fallida.</a:t>
            </a:r>
          </a:p>
          <a:p>
            <a:endParaRPr lang="es-CL" sz="1200"/>
          </a:p>
          <a:p>
            <a:r>
              <a:rPr lang="es-CL" sz="1200"/>
              <a:t>RESPALDO DE CONSULTA — NO LEER COMPLETO AL EXPONER</a:t>
            </a:r>
          </a:p>
          <a:p>
            <a:r>
              <a:rPr lang="es-CL" sz="1200"/>
              <a:t>Fuente principal: T-17, p. 12. Las seis condiciones se cumplen conjuntamente:</a:t>
            </a:r>
          </a:p>
          <a:p>
            <a:r>
              <a:rPr lang="es-CL" sz="1200"/>
              <a:t>1. Cero incidentes críticos o altos abiertos atribuibles a la solución.</a:t>
            </a:r>
          </a:p>
          <a:p>
            <a:r>
              <a:rPr lang="es-CL" sz="1200"/>
              <a:t>2. 100 % del volumen real comprometido durante las cuatro últimas semanas.</a:t>
            </a:r>
          </a:p>
          <a:p>
            <a:r>
              <a:rPr lang="es-CL" sz="1200"/>
              <a:t>3. Cero minutos de caída entre 05:30 y 07:00; disponibilidad de la transacción crítica ≥99,9 %; p95 de preparación ≤1 s, entrega ≤2 s, preventa ≤1,5 s y stock y crédito ≤2 s.</a:t>
            </a:r>
          </a:p>
          <a:p>
            <a:r>
              <a:rPr lang="es-CL" sz="1200"/>
              <a:t>4. Cero diferencias sin explicar en conciliación.</a:t>
            </a:r>
          </a:p>
          <a:p>
            <a:r>
              <a:rPr lang="es-CL" sz="1200"/>
              <a:t>5. 100 % de usuarios de la ola certificados.</a:t>
            </a:r>
          </a:p>
          <a:p>
            <a:r>
              <a:rPr lang="es-CL" sz="1200"/>
              <a:t>6. Acta firmada por la Contraparte Técnica.</a:t>
            </a:r>
          </a:p>
          <a:p>
            <a:r>
              <a:rPr lang="es-CL" sz="1200"/>
              <a:t>SD9, §9.2.1 y tabla 9.7, p. 16: se conservan G0–G6. G5 habilita Producción en H6/H11 para la marcha blanca; H7/H12 corresponden a la aceptación contractual. Un acta no levanta una prueba fallida. Si no se cumple una condición al cierre, la marcha blanca se extiende a costo de LafroX sin desplazar las fechas siguientes, según T-17.</a:t>
            </a:r>
          </a:p>
        </p:txBody>
      </p:sp>
      <p:sp>
        <p:nvSpPr>
          <p:cNvPr id="1919" name="Google Shape;1919;p3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0" name="Google Shape;1970;hc7cc306779174be_4_95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s-CL" sz="1200"/>
              <a:t>GUION ORAL</a:t>
            </a:r>
          </a:p>
          <a:p>
            <a:r>
              <a:rPr lang="es-CL" sz="1200"/>
              <a:t>Las pruebas avanzan desde el código hacia escenarios de operación real. Comprobamos reglas, componentes, integraciones y regresión. En preproducción evaluamos carga, fallas, migración y reversión. En terreno comprobamos trabajo sin señal, con guantes y bajo condiciones ambientales exigentes. La carga se deriva del dimensionamiento documentado. Automatizamos lo repetible; las pruebas que necesitan juicio humano o condiciones físicas se planifican aparte.</a:t>
            </a:r>
          </a:p>
          <a:p>
            <a:endParaRPr lang="es-CL" sz="1200"/>
          </a:p>
          <a:p>
            <a:r>
              <a:rPr lang="es-CL" sz="1200"/>
              <a:t>RESPALDO DE CONSULTA — NO LEER COMPLETO AL EXPONER</a:t>
            </a:r>
          </a:p>
          <a:p>
            <a:r>
              <a:rPr lang="es-CL" sz="1200"/>
              <a:t>T-13, §8.2, pp. 19–20: catálogo inicial estimado de 1.316 casos. Derivación: 56 requisitos críticos ×5 + 163 altos ×3 + 43 medios ×2 + 356 RT ×1 + 15 integraciones ×7. No son pruebas ya ejecutadas.</a:t>
            </a:r>
          </a:p>
          <a:p>
            <a:r>
              <a:rPr lang="es-CL" sz="1200"/>
              <a:t>T-13, §8.3, p. 20: 80 % de automatización es parámetro de diseño. Unos 1.053 casos automáticos ×30 segundos, en dos ejecutores, dan ≈4,4 horas. Los 263 casos manuales ×15 minutos requieren ≈65,8 HH adicionales por ciclo. La ejecución nocturna NO cubre toda la campaña manual.</a:t>
            </a:r>
          </a:p>
          <a:p>
            <a:r>
              <a:rPr lang="es-CL" sz="1200"/>
              <a:t>SD9, tabla 9.9, p. 20: 14,66 TPS de peak ×1,5 = 21,99 TPS de carga. TPS significa transacciones por segundo.</a:t>
            </a:r>
          </a:p>
          <a:p>
            <a:r>
              <a:rPr lang="es-CL" sz="1200"/>
              <a:t>SD9, tabla 9.8, p. 18: 14 h sin señal en terreno y 24 h sin enlace en sitios son escenarios distintos. Perfil: −22 °C con guantes, calor &gt;34 °C, lluvia, sol y uso con una mano. Recuperación: RTO ≤4 h y RPO ≤15 min.</a:t>
            </a:r>
          </a:p>
          <a:p>
            <a:r>
              <a:rPr lang="es-CL" sz="1200"/>
              <a:t>SD9, §9.2.4: los datos productivos usados en pruebas requieren anonimización verificada. Recuperación ante Desastres es una réplica productiva protegida, no un ambiente de prueba funcional.</a:t>
            </a:r>
          </a:p>
        </p:txBody>
      </p:sp>
      <p:sp>
        <p:nvSpPr>
          <p:cNvPr id="1971" name="Google Shape;1971;hc7cc306779174be_4_9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1" name="Google Shape;2011;hc7cc306779174be_4_107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s-CL" sz="1200"/>
              <a:t>GUION ORAL</a:t>
            </a:r>
          </a:p>
          <a:p>
            <a:r>
              <a:rPr lang="es-CL" sz="1200"/>
              <a:t>La trazabilidad demuestra cómo una necesidad llega hasta una versión aceptada. Seguimos el requisito de identificar clientes afectados por un lote desde su definición hasta el simulacro y el acta. Si hay desviaciones, analizamos la causa, corregimos y verificamos con el mismo criterio. El esfuerzo incluye prevención y evaluación; no se limita a probar al final.</a:t>
            </a:r>
          </a:p>
          <a:p>
            <a:endParaRPr lang="es-CL" sz="1200"/>
          </a:p>
          <a:p>
            <a:r>
              <a:rPr lang="es-CL" sz="1200"/>
              <a:t>RESPALDO DE CONSULTA — NO LEER COMPLETO AL EXPONER</a:t>
            </a:r>
          </a:p>
          <a:p>
            <a:r>
              <a:rPr lang="es-CL" sz="1200"/>
              <a:t>SD9, tabla 9.6, p. 14, y referencia al Anexo 9.C: 11.136 HH de conformidad programada, equivalentes al 5,1 % de 217.543 HH. Prevención: 4.224 HH (37,9 %). Evaluación: 6.912 HH (62,1 %).</a:t>
            </a:r>
          </a:p>
          <a:p>
            <a:r>
              <a:rPr lang="es-CL" sz="1200"/>
              <a:t>No es el costo integral de calidad: las fallas se estiman por evento y rol y se evita duplicar el trabajo ya incluido. Si preguntan de dónde salen las horas: de paquetes y roles programados para prevención y evaluación; no de un resultado de operación.</a:t>
            </a:r>
          </a:p>
          <a:p>
            <a:r>
              <a:rPr lang="es-CL" sz="1200"/>
              <a:t>T-17, §5, p. 12, R18-01: identificar clientes afectados por un lote en menos de dos horas. No equivale a terminar físicamente todo el retiro sanitario.</a:t>
            </a:r>
          </a:p>
          <a:p>
            <a:r>
              <a:rPr lang="es-CL" sz="1200"/>
              <a:t>SD9, figuras 9.6–9.8: verificación, validación, trazabilidad y mejora continua. Verificar corresponde al equipo; validar corresponde al cliente en los hitos previstos.</a:t>
            </a:r>
          </a:p>
        </p:txBody>
      </p:sp>
      <p:sp>
        <p:nvSpPr>
          <p:cNvPr id="2012" name="Google Shape;2012;hc7cc306779174be_4_10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" name="Google Shape;2058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59" name="Google Shape;2059;p3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s-CL" sz="1200"/>
              <a:t>GUION ORAL</a:t>
            </a:r>
          </a:p>
          <a:p>
            <a:r>
              <a:rPr lang="es-CL" sz="1200"/>
              <a:t>Las innovaciones agregan capacidades sobre la plataforma. Seguimos vencimientos después de la entrega, reunimos evidencia para reproducir incidentes y usamos la historia térmica como apoyo a Calidad. La estimación no extiende la fecha impresa ni elimina los bloqueos de seguridad. Una parte del pago se liga al costo de servir y al nivel de servicio. La hoja del almacenero funciona en el terminal del preventista o mediante copia solicitada: no exige dispositivo ni internet al local. Los beneficios se verifican con indicadores; no son ahorros ya demostrados.</a:t>
            </a:r>
          </a:p>
          <a:p>
            <a:endParaRPr lang="es-CL" sz="1200"/>
          </a:p>
          <a:p>
            <a:r>
              <a:rPr lang="es-CL" sz="1200"/>
              <a:t>RESPALDO DE CONSULTA — NO LEER COMPLETO AL EXPONER</a:t>
            </a:r>
          </a:p>
          <a:p>
            <a:r>
              <a:rPr lang="es-CL" sz="1200"/>
              <a:t>Las metas se mantienen en la oferta; no se presentan como resultados demostrados.</a:t>
            </a:r>
          </a:p>
          <a:p>
            <a:r>
              <a:rPr lang="es-CL" sz="1200"/>
              <a:t>INN-01 — SD13, tabla 13.5, p. 15, I-01B: −25 % relativo en la tasa de unidades vencidas en el local sobre unidades entregadas. Base: rutas de control sin avisos, meses 13–15. Evaluación: mes 28. Es meta de diseño, sin medición previa; no es reducción de 25 puntos porcentuales.</a:t>
            </a:r>
          </a:p>
          <a:p>
            <a:r>
              <a:rPr lang="es-CL" sz="1200"/>
              <a:t>INN-02 — Tabla 13.10, p. 23, I-02A: −30 % relativo en la mediana de horas desde admisión hasta causa reproducida, con al menos 20 pares comparables por tipo de falla y módulo. Base: incidentes de prueba en QA de los meses 5–10; evaluación en mes 15. No se promete ese porcentaje para cada incidente.</a:t>
            </a:r>
          </a:p>
          <a:p>
            <a:r>
              <a:rPr lang="es-CL" sz="1200"/>
              <a:t>INN-03 — Tabla 13.15, p. 32, I-03B: al menos 80 % de lotes con estimación dentro de ±15 % de la vida nominal respecto de Calidad; al menos 60 lotes por familia en validación inicial, mes 15. Es condición de habilitación, no ahorro. La estimación nunca extiende la fecha impresa ni modifica el bloqueo térmico.</a:t>
            </a:r>
          </a:p>
          <a:p>
            <a:r>
              <a:rPr lang="es-CL" sz="1200"/>
              <a:t>INN-04 — Tablas 13.21 y §13.4.6, pp. 39–40, I-04A: reducción de costo comparable ≥5 %, con OTIF ≥95 %. Referencia: canasta de meses 21–23; seguimiento desde mes 24 y meta al mes 36. OTIF significa entregas completas y a tiempo. La fórmula no prueba que el ahorro ya sea alcanzable.</a:t>
            </a:r>
          </a:p>
          <a:p>
            <a:r>
              <a:rPr lang="es-CL" sz="1200"/>
              <a:t>INN-05 — Tabla 13.26, p. 47: medir cobertura, comprensión y efecto; no se promete un alza de compras. SD13, pp. 42–43: hoja precargada en terminal del preventista; copia solicitada impresa por Reparto para la siguiente entrega. No es una aplicación propia del almacenero. Contraste: fichas 1–5 del T-19.</a:t>
            </a:r>
          </a:p>
          <a:p>
            <a:r>
              <a:rPr lang="es-CL" sz="1200"/>
              <a:t>Si preguntan el origen del porcentaje: es una meta de diseño de la oferta con indicador, referencia y momento de verificación; no una medición previa. La meta y sus condiciones se mantienen en la propuesta escrita.</a:t>
            </a:r>
          </a:p>
        </p:txBody>
      </p:sp>
      <p:sp>
        <p:nvSpPr>
          <p:cNvPr id="2060" name="Google Shape;2060;p3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4" name="Google Shape;1764;hc7cc306779174be_6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65" name="Google Shape;1765;hc7cc306779174be_6_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Partimos por la RBS: 45 riesgos en siete ramas. La más grande es Solución y tecnología, con 14, donde están los dos críticos: retiro sin trazabilidad completa (R-012) y recuperación fuera de RTO/RPO (R-015). Cada rama tiene un color que se repite en la siguiente lámina. (SD8 Fig. 8.1)</a:t>
            </a:r>
            <a:endParaRPr/>
          </a:p>
        </p:txBody>
      </p:sp>
      <p:sp>
        <p:nvSpPr>
          <p:cNvPr id="1766" name="Google Shape;1766;hc7cc306779174be_6_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4" name="Google Shape;1754;hc7cc306779174be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55" name="Google Shape;1755;hc7cc306779174be_0_2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La RBS clasifica los 45 riesgos en siete ramas, siguiendo ISO 31000. Cada punto es un riesgo coloreado por su zona. Recorremos las ramas una a una. (SD8 Fig. 8.1)</a:t>
            </a:r>
          </a:p>
        </p:txBody>
      </p:sp>
      <p:sp>
        <p:nvSpPr>
          <p:cNvPr id="1756" name="Google Shape;1756;hc7cc306779174be_0_2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Solución y tecnología concentra 14 riesgos, incluidos los dos críticos: retiro sin trazabilidad (R-012) y recuperación fuera de RTO/RPO (R-015). (SD8 Fig. 8.1, T-16)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Integración y legado: el ERP de 2017, la convivencia con el WMS y la certificación EDI son los altos de esta rama. (SD8 Fig. 8.1, T-16)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Operación del cliente: enlaces de Concepción, cross-docking incomunicado, sala y energía, y la única de zona baja, envases y custodia. (SD8 Fig. 8.1, T-16)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Personas y adopción: objeción sindical, conductores rotativos y pérdida del conocimiento de rutas. (SD8 Fig. 8.1, T-16)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Contrato y licitación: la marcha blanca que impide la aceptación es el riesgo alto. (SD8 Fig. 8.1, T-16)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Regulatorio y externo: POD sin evidencia y cambio normativo, ambos altos. (SD8 Fig. 8.1, T-16)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Empresa proveedora: dotación compartida entre etapas y costos subestimados. (SD8 Fig. 8.1, T-16)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7" name="Google Shape;1817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18" name="Google Shape;1818;p2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Los diez riesgos de mayor exposición del registro. Los dos críticos son el retiro sin trazabilidad (R-012) y la recuperación fuera de RTO/RPO (R-015), ambos con 0,50 × 0,80 = 0,40. Todos tienen respuesta de mitigación, responsable y una probabilidad objetivo. Contingencia de 2.058 HH más 1.600 HH de reserva de gestión. (SD8 Tabla 8.4, T-16, Anexo 8.B Tabla 8.1)</a:t>
            </a:r>
          </a:p>
        </p:txBody>
      </p:sp>
      <p:sp>
        <p:nvSpPr>
          <p:cNvPr id="1819" name="Google Shape;1819;p2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5" name="Google Shape;1825;hc7cc306779174be_6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6" name="Google Shape;1826;hc7cc306779174be_6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La matriz cruza probabilidad e impacto; el número de cada celda es la cantidad de riesgos y el color es la zona: exposición P × I con cortes en 0,08, 0,20 y 0,40. Los dos críticos están en probabilidad media e impacto alto. Las celdas claras no tienen riesgos registrados. (SD8 Tabla 8.4 y escala de exposición)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9" name="Google Shape;2139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40" name="Google Shape;2140;p3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(Transición automática.)</a:t>
            </a:r>
            <a:endParaRPr/>
          </a:p>
        </p:txBody>
      </p:sp>
      <p:sp>
        <p:nvSpPr>
          <p:cNvPr id="2141" name="Google Shape;2141;p3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5" name="Google Shape;2155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56" name="Google Shape;2156;p3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 nueve días a menos de dos horas: el dato capturado donde ocurre, trazable de punta a punta, aun sin señal. Gracias; quedamos atentos a sus preguntas.</a:t>
            </a:r>
            <a:endParaRPr/>
          </a:p>
        </p:txBody>
      </p:sp>
      <p:sp>
        <p:nvSpPr>
          <p:cNvPr id="2157" name="Google Shape;2157;p3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3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8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8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Inter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0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41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4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4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2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42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42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42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4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4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4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4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44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44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4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4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5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45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5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4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4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4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6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4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4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4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7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7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4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4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4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hc7cc306779174be_8_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hc7cc306779174be_8_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hc7cc306779174be_8_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hc7cc306779174be_8_10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hc7cc306779174be_8_10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3" name="Google Shape;93;hc7cc306779174be_8_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hc7cc306779174be_8_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hc7cc306779174be_8_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hc7cc306779174be_8_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hc7cc306779174be_8_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hc7cc306779174be_8_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hc7cc306779174be_8_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hc7cc306779174be_8_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hc7cc306779174be_8_22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Inter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hc7cc306779174be_8_22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hc7cc306779174be_8_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hc7cc306779174be_8_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hc7cc306779174be_8_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hc7cc306779174be_8_2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hc7cc306779174be_8_2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1" name="Google Shape;111;hc7cc306779174be_8_28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2" name="Google Shape;112;hc7cc306779174be_8_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hc7cc306779174be_8_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hc7cc306779174be_8_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hc7cc306779174be_8_3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hc7cc306779174be_8_35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8" name="Google Shape;118;hc7cc306779174be_8_35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19" name="Google Shape;119;hc7cc306779174be_8_35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0" name="Google Shape;120;hc7cc306779174be_8_35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21" name="Google Shape;121;hc7cc306779174be_8_3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hc7cc306779174be_8_3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hc7cc306779174be_8_3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hc7cc306779174be_8_4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hc7cc306779174be_8_4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hc7cc306779174be_8_4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hc7cc306779174be_8_4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hc7cc306779174be_8_4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hc7cc306779174be_8_4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32" name="Google Shape;132;hc7cc306779174be_8_4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33" name="Google Shape;133;hc7cc306779174be_8_4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hc7cc306779174be_8_4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hc7cc306779174be_8_4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hc7cc306779174be_8_56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hc7cc306779174be_8_56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hc7cc306779174be_8_56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40" name="Google Shape;140;hc7cc306779174be_8_5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hc7cc306779174be_8_5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hc7cc306779174be_8_5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hc7cc306779174be_8_6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hc7cc306779174be_8_63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hc7cc306779174be_8_6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hc7cc306779174be_8_6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hc7cc306779174be_8_6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hc7cc306779174be_8_69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hc7cc306779174be_8_69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2" name="Google Shape;152;hc7cc306779174be_8_6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hc7cc306779174be_8_6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hc7cc306779174be_8_6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hc7cc306779174be_4_100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hc7cc306779174be_4_100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hc7cc306779174be_4_100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hc7cc306779174be_4_1007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hc7cc306779174be_4_1007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rmAutofit/>
          </a:bodyPr>
          <a:lstStyle>
            <a:lvl1pPr lvl="0" algn="ctr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8" name="Google Shape;168;hc7cc306779174be_4_100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hc7cc306779174be_4_100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hc7cc306779174be_4_100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hc7cc306779174be_4_10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hc7cc306779174be_4_10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rmAutofit/>
          </a:bodyPr>
          <a:lstStyle>
            <a:lvl1pPr marL="457200" lvl="0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4" name="Google Shape;174;hc7cc306779174be_4_10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hc7cc306779174be_4_10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hc7cc306779174be_4_10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hc7cc306779174be_4_1019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Inter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hc7cc306779174be_4_1019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0" name="Google Shape;180;hc7cc306779174be_4_10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hc7cc306779174be_4_10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hc7cc306779174be_4_10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hc7cc306779174be_4_102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hc7cc306779174be_4_102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rmAutofit/>
          </a:bodyPr>
          <a:lstStyle>
            <a:lvl1pPr marL="457200" lvl="0" indent="-406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86" name="Google Shape;186;hc7cc306779174be_4_102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rmAutofit/>
          </a:bodyPr>
          <a:lstStyle>
            <a:lvl1pPr marL="457200" lvl="0" indent="-406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87" name="Google Shape;187;hc7cc306779174be_4_10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hc7cc306779174be_4_10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hc7cc306779174be_4_10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hc7cc306779174be_4_103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hc7cc306779174be_4_1032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400" cy="6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93" name="Google Shape;193;hc7cc306779174be_4_1032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400" cy="39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rmAutofit/>
          </a:bodyPr>
          <a:lstStyle>
            <a:lvl1pPr marL="457200" lvl="0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94" name="Google Shape;194;hc7cc306779174be_4_1032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600" cy="6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95" name="Google Shape;195;hc7cc306779174be_4_1032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600" cy="39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rmAutofit/>
          </a:bodyPr>
          <a:lstStyle>
            <a:lvl1pPr marL="457200" lvl="0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96" name="Google Shape;196;hc7cc306779174be_4_103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hc7cc306779174be_4_103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hc7cc306779174be_4_103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hc7cc306779174be_4_104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hc7cc306779174be_4_104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hc7cc306779174be_4_104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hc7cc306779174be_4_104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hc7cc306779174be_4_1046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hc7cc306779174be_4_1046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20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rmAutofit/>
          </a:bodyPr>
          <a:lstStyle>
            <a:lvl1pPr marL="457200" lvl="0" indent="-431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207" name="Google Shape;207;hc7cc306779174be_4_1046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400" cy="46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08" name="Google Shape;208;hc7cc306779174be_4_104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9" name="Google Shape;209;hc7cc306779174be_4_104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hc7cc306779174be_4_104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hc7cc306779174be_4_1053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3" name="Google Shape;213;hc7cc306779174be_4_1053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214" name="Google Shape;214;hc7cc306779174be_4_1053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15" name="Google Shape;215;hc7cc306779174be_4_105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6" name="Google Shape;216;hc7cc306779174be_4_105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hc7cc306779174be_4_105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hc7cc306779174be_4_106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0" name="Google Shape;220;hc7cc306779174be_4_1060"/>
          <p:cNvSpPr txBox="1">
            <a:spLocks noGrp="1"/>
          </p:cNvSpPr>
          <p:nvPr>
            <p:ph type="body" idx="1"/>
          </p:nvPr>
        </p:nvSpPr>
        <p:spPr>
          <a:xfrm rot="5400000">
            <a:off x="2309100" y="-251700"/>
            <a:ext cx="45258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rmAutofit/>
          </a:bodyPr>
          <a:lstStyle>
            <a:lvl1pPr marL="457200" lvl="0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1" name="Google Shape;221;hc7cc306779174be_4_106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hc7cc306779174be_4_106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hc7cc306779174be_4_106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hc7cc306779174be_4_1066"/>
          <p:cNvSpPr txBox="1">
            <a:spLocks noGrp="1"/>
          </p:cNvSpPr>
          <p:nvPr>
            <p:ph type="title"/>
          </p:nvPr>
        </p:nvSpPr>
        <p:spPr>
          <a:xfrm rot="5400000">
            <a:off x="4732200" y="2171838"/>
            <a:ext cx="58518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hc7cc306779174be_4_1066"/>
          <p:cNvSpPr txBox="1">
            <a:spLocks noGrp="1"/>
          </p:cNvSpPr>
          <p:nvPr>
            <p:ph type="body" idx="1"/>
          </p:nvPr>
        </p:nvSpPr>
        <p:spPr>
          <a:xfrm rot="5400000">
            <a:off x="541200" y="190638"/>
            <a:ext cx="5851800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rmAutofit/>
          </a:bodyPr>
          <a:lstStyle>
            <a:lvl1pPr marL="457200" lvl="0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7" name="Google Shape;227;hc7cc306779174be_4_106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8" name="Google Shape;228;hc7cc306779174be_4_106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hc7cc306779174be_4_106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Inter"/>
              <a:buNone/>
              <a:defRPr sz="44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3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8" name="Google Shape;8;p3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9" name="Google Shape;9;p3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0" name="Google Shape;10;p3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hc7cc306779174be_8_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Inter"/>
              <a:buNone/>
              <a:defRPr sz="44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2" name="Google Shape;82;hc7cc306779174be_8_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83" name="Google Shape;83;hc7cc306779174be_8_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84" name="Google Shape;84;hc7cc306779174be_8_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85" name="Google Shape;85;hc7cc306779174be_8_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hc7cc306779174be_4_99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rm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Inter"/>
              <a:buNone/>
              <a:defRPr sz="44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57" name="Google Shape;157;hc7cc306779174be_4_99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rmAutofit/>
          </a:bodyPr>
          <a:lstStyle>
            <a:lvl1pPr marL="457200" marR="0" lvl="0" indent="-431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406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58" name="Google Shape;158;hc7cc306779174be_4_99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59" name="Google Shape;159;hc7cc306779174be_4_99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60" name="Google Shape;160;hc7cc306779174be_4_99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0" marR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0" marR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0" marR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0" marR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0" marR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0" marR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0" marR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0" marR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9.sv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8.png"/><Relationship Id="rId10" Type="http://schemas.openxmlformats.org/officeDocument/2006/relationships/image" Target="../media/image24.png"/><Relationship Id="rId4" Type="http://schemas.openxmlformats.org/officeDocument/2006/relationships/image" Target="../media/image12.svg"/><Relationship Id="rId9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9.sv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2.svg"/><Relationship Id="rId9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26.png"/><Relationship Id="rId3" Type="http://schemas.openxmlformats.org/officeDocument/2006/relationships/image" Target="../media/image19.sv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2.svg"/><Relationship Id="rId9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9.sv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2.svg"/><Relationship Id="rId9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9.sv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30.png"/><Relationship Id="rId4" Type="http://schemas.openxmlformats.org/officeDocument/2006/relationships/image" Target="../media/image12.svg"/><Relationship Id="rId9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9.sv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2.svg"/><Relationship Id="rId9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9.sv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2.svg"/><Relationship Id="rId9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9.sv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2.svg"/><Relationship Id="rId9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4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svg"/><Relationship Id="rId4" Type="http://schemas.openxmlformats.org/officeDocument/2006/relationships/image" Target="../media/image9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svg"/><Relationship Id="rId4" Type="http://schemas.openxmlformats.org/officeDocument/2006/relationships/image" Target="../media/image9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sv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.xml"/><Relationship Id="rId5" Type="http://schemas.openxmlformats.org/officeDocument/2006/relationships/image" Target="../media/image11.png"/><Relationship Id="rId4" Type="http://schemas.openxmlformats.org/officeDocument/2006/relationships/image" Target="../media/image19.sv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9.sv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12.svg"/><Relationship Id="rId4" Type="http://schemas.openxmlformats.org/officeDocument/2006/relationships/image" Target="../media/image9.sv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svg"/><Relationship Id="rId5" Type="http://schemas.openxmlformats.org/officeDocument/2006/relationships/image" Target="../media/image9.svg"/><Relationship Id="rId4" Type="http://schemas.openxmlformats.org/officeDocument/2006/relationships/image" Target="../media/image34.sv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12.svg"/><Relationship Id="rId4" Type="http://schemas.openxmlformats.org/officeDocument/2006/relationships/image" Target="../media/image9.sv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3.svg"/><Relationship Id="rId5" Type="http://schemas.openxmlformats.org/officeDocument/2006/relationships/image" Target="../media/image9.svg"/><Relationship Id="rId4" Type="http://schemas.openxmlformats.org/officeDocument/2006/relationships/image" Target="../media/image34.sv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svg"/><Relationship Id="rId4" Type="http://schemas.openxmlformats.org/officeDocument/2006/relationships/image" Target="../media/image9.sv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svg"/><Relationship Id="rId5" Type="http://schemas.openxmlformats.org/officeDocument/2006/relationships/image" Target="../media/image9.svg"/><Relationship Id="rId4" Type="http://schemas.openxmlformats.org/officeDocument/2006/relationships/image" Target="../media/image34.sv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sv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sv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sv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sv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sv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sv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sv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sv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svg"/><Relationship Id="rId5" Type="http://schemas.openxmlformats.org/officeDocument/2006/relationships/image" Target="../media/image3.svg"/><Relationship Id="rId4" Type="http://schemas.openxmlformats.org/officeDocument/2006/relationships/image" Target="../media/image36.sv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1.jpeg"/><Relationship Id="rId7" Type="http://schemas.openxmlformats.org/officeDocument/2006/relationships/image" Target="../media/image39.sv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svg"/><Relationship Id="rId11" Type="http://schemas.openxmlformats.org/officeDocument/2006/relationships/image" Target="../media/image5.png"/><Relationship Id="rId5" Type="http://schemas.openxmlformats.org/officeDocument/2006/relationships/image" Target="../media/image37.svg"/><Relationship Id="rId10" Type="http://schemas.openxmlformats.org/officeDocument/2006/relationships/image" Target="../media/image2.svg"/><Relationship Id="rId4" Type="http://schemas.openxmlformats.org/officeDocument/2006/relationships/image" Target="../media/image36.svg"/><Relationship Id="rId9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!!deco_fd810b03_1"/>
          <p:cNvSpPr/>
          <p:nvPr/>
        </p:nvSpPr>
        <p:spPr>
          <a:xfrm rot="10800000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844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6" name="!!deco_4b7ea539_1"/>
          <p:cNvSpPr/>
          <p:nvPr/>
        </p:nvSpPr>
        <p:spPr>
          <a:xfrm>
            <a:off x="6091994" y="-6797913"/>
            <a:ext cx="22093321" cy="11046661"/>
          </a:xfrm>
          <a:custGeom>
            <a:avLst/>
            <a:gdLst/>
            <a:ahLst/>
            <a:cxnLst/>
            <a:rect l="l" t="t" r="r" b="b"/>
            <a:pathLst>
              <a:path w="22093321" h="11046661">
                <a:moveTo>
                  <a:pt x="0" y="0"/>
                </a:moveTo>
                <a:lnTo>
                  <a:pt x="22093321" y="0"/>
                </a:lnTo>
                <a:lnTo>
                  <a:pt x="22093321" y="11046660"/>
                </a:lnTo>
                <a:lnTo>
                  <a:pt x="0" y="110466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7" name="!!deco_13b10c14_1"/>
          <p:cNvSpPr/>
          <p:nvPr/>
        </p:nvSpPr>
        <p:spPr>
          <a:xfrm rot="10800000" flipH="1">
            <a:off x="7574342" y="898768"/>
            <a:ext cx="22093321" cy="11046661"/>
          </a:xfrm>
          <a:custGeom>
            <a:avLst/>
            <a:gdLst/>
            <a:ahLst/>
            <a:cxnLst/>
            <a:rect l="l" t="t" r="r" b="b"/>
            <a:pathLst>
              <a:path w="22093321" h="11046661">
                <a:moveTo>
                  <a:pt x="0" y="11046661"/>
                </a:moveTo>
                <a:lnTo>
                  <a:pt x="22093322" y="11046661"/>
                </a:lnTo>
                <a:lnTo>
                  <a:pt x="22093322" y="0"/>
                </a:lnTo>
                <a:lnTo>
                  <a:pt x="0" y="0"/>
                </a:lnTo>
                <a:lnTo>
                  <a:pt x="0" y="1104666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8" name="!!deco_21515bef_1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9" name="!!deco_21515bef_2"/>
          <p:cNvSpPr/>
          <p:nvPr/>
        </p:nvSpPr>
        <p:spPr>
          <a:xfrm flipH="1">
            <a:off x="20870738" y="6538304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0" name="!!title"/>
          <p:cNvSpPr txBox="1"/>
          <p:nvPr/>
        </p:nvSpPr>
        <p:spPr>
          <a:xfrm>
            <a:off x="1428123" y="2520990"/>
            <a:ext cx="12946574" cy="1939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693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Propuesta</a:t>
            </a:r>
            <a:endParaRPr lang="es-CL" noProof="0"/>
          </a:p>
        </p:txBody>
      </p:sp>
      <p:sp>
        <p:nvSpPr>
          <p:cNvPr id="241" name="Google Shape;241;p1"/>
          <p:cNvSpPr txBox="1"/>
          <p:nvPr/>
        </p:nvSpPr>
        <p:spPr>
          <a:xfrm>
            <a:off x="1428123" y="3820932"/>
            <a:ext cx="12950077" cy="2374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75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494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Técnica</a:t>
            </a:r>
            <a:endParaRPr lang="es-CL" noProof="0"/>
          </a:p>
        </p:txBody>
      </p:sp>
      <p:sp>
        <p:nvSpPr>
          <p:cNvPr id="242" name="Google Shape;242;p1"/>
          <p:cNvSpPr txBox="1"/>
          <p:nvPr/>
        </p:nvSpPr>
        <p:spPr>
          <a:xfrm>
            <a:off x="1428123" y="6162459"/>
            <a:ext cx="8734851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11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Sistema Integral de Gestión Logística Puelche</a:t>
            </a:r>
            <a:endParaRPr lang="es-CL" noProof="0"/>
          </a:p>
          <a:p>
            <a:pPr marL="0" marR="0" lvl="0" indent="0" algn="l" rtl="0">
              <a:lnSpc>
                <a:spcPct val="1211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Licitación TFEP-01/2026 · Distribuidora Puelche S.A.</a:t>
            </a:r>
            <a:endParaRPr lang="es-CL" noProof="0"/>
          </a:p>
        </p:txBody>
      </p:sp>
      <p:sp>
        <p:nvSpPr>
          <p:cNvPr id="244" name="!!brand"/>
          <p:cNvSpPr txBox="1"/>
          <p:nvPr/>
        </p:nvSpPr>
        <p:spPr>
          <a:xfrm>
            <a:off x="2188556" y="1000125"/>
            <a:ext cx="3328659" cy="29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LafroX </a:t>
            </a:r>
            <a:r>
              <a:rPr lang="es-CL" sz="1800" b="1" noProof="0" err="1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SpA</a:t>
            </a:r>
            <a:endParaRPr lang="es-CL" noProof="0"/>
          </a:p>
        </p:txBody>
      </p:sp>
      <p:sp>
        <p:nvSpPr>
          <p:cNvPr id="245" name="Google Shape;245;p1"/>
          <p:cNvSpPr txBox="1"/>
          <p:nvPr/>
        </p:nvSpPr>
        <p:spPr>
          <a:xfrm>
            <a:off x="12763761" y="8961120"/>
            <a:ext cx="4041891" cy="29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Siguiente</a:t>
            </a:r>
            <a:endParaRPr lang="es-CL" noProof="0"/>
          </a:p>
        </p:txBody>
      </p:sp>
      <p:pic>
        <p:nvPicPr>
          <p:cNvPr id="246" name="!!logo" descr="Isotipo LafroX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472184" y="850392"/>
            <a:ext cx="551723" cy="5669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1" name="!!deco_fd810b03_1"/>
          <p:cNvSpPr/>
          <p:nvPr/>
        </p:nvSpPr>
        <p:spPr>
          <a:xfrm rot="10800000">
            <a:off x="0" y="0"/>
            <a:ext cx="877824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54167" r="-54167" b="-1844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02" name="!!deco_13b10c14_1"/>
          <p:cNvSpPr/>
          <p:nvPr/>
        </p:nvSpPr>
        <p:spPr>
          <a:xfrm>
            <a:off x="-9059637" y="2283886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0"/>
                </a:moveTo>
                <a:lnTo>
                  <a:pt x="11582237" y="0"/>
                </a:lnTo>
                <a:lnTo>
                  <a:pt x="11582237" y="5791118"/>
                </a:lnTo>
                <a:lnTo>
                  <a:pt x="0" y="57911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03" name="!!deco_4b7ea539_1"/>
          <p:cNvSpPr/>
          <p:nvPr/>
        </p:nvSpPr>
        <p:spPr>
          <a:xfrm rot="10800000" flipH="1">
            <a:off x="-9028175" y="4664565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5791118"/>
                </a:moveTo>
                <a:lnTo>
                  <a:pt x="11582237" y="5791118"/>
                </a:lnTo>
                <a:lnTo>
                  <a:pt x="11582237" y="0"/>
                </a:lnTo>
                <a:lnTo>
                  <a:pt x="0" y="0"/>
                </a:lnTo>
                <a:lnTo>
                  <a:pt x="0" y="579111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04" name="!!deco_13b10c14_2"/>
          <p:cNvSpPr/>
          <p:nvPr/>
        </p:nvSpPr>
        <p:spPr>
          <a:xfrm rot="10800000" flipH="1">
            <a:off x="18588000" y="1769006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5791118"/>
                </a:moveTo>
                <a:lnTo>
                  <a:pt x="11582237" y="5791118"/>
                </a:lnTo>
                <a:lnTo>
                  <a:pt x="11582237" y="0"/>
                </a:lnTo>
                <a:lnTo>
                  <a:pt x="0" y="0"/>
                </a:lnTo>
                <a:lnTo>
                  <a:pt x="0" y="579111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05" name="!!deco_4b7ea539_2"/>
          <p:cNvSpPr/>
          <p:nvPr/>
        </p:nvSpPr>
        <p:spPr>
          <a:xfrm>
            <a:off x="18588000" y="-611673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0"/>
                </a:moveTo>
                <a:lnTo>
                  <a:pt x="11582237" y="0"/>
                </a:lnTo>
                <a:lnTo>
                  <a:pt x="11582237" y="5791118"/>
                </a:lnTo>
                <a:lnTo>
                  <a:pt x="0" y="57911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95" name="!!deco_dce8b6c9_1"/>
          <p:cNvSpPr/>
          <p:nvPr/>
        </p:nvSpPr>
        <p:spPr>
          <a:xfrm>
            <a:off x="13911956" y="761746"/>
            <a:ext cx="8752087" cy="8752087"/>
          </a:xfrm>
          <a:custGeom>
            <a:avLst/>
            <a:gdLst/>
            <a:ahLst/>
            <a:cxnLst/>
            <a:rect l="l" t="t" r="r" b="b"/>
            <a:pathLst>
              <a:path w="8752087" h="8752087">
                <a:moveTo>
                  <a:pt x="0" y="0"/>
                </a:moveTo>
                <a:lnTo>
                  <a:pt x="8752088" y="0"/>
                </a:lnTo>
                <a:lnTo>
                  <a:pt x="8752088" y="8752087"/>
                </a:lnTo>
                <a:lnTo>
                  <a:pt x="0" y="87520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2096" name="!!title"/>
          <p:cNvSpPr txBox="1"/>
          <p:nvPr/>
        </p:nvSpPr>
        <p:spPr>
          <a:xfrm>
            <a:off x="2743200" y="4072951"/>
            <a:ext cx="5760720" cy="1632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12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786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El Equipo</a:t>
            </a:r>
            <a:endParaRPr lang="es-CL" noProof="0"/>
          </a:p>
        </p:txBody>
      </p:sp>
      <p:sp>
        <p:nvSpPr>
          <p:cNvPr id="2102" name="Google Shape;2102;p33"/>
          <p:cNvSpPr/>
          <p:nvPr/>
        </p:nvSpPr>
        <p:spPr>
          <a:xfrm>
            <a:off x="9509760" y="914400"/>
            <a:ext cx="7863840" cy="1463040"/>
          </a:xfrm>
          <a:prstGeom prst="roundRect">
            <a:avLst>
              <a:gd name="adj" fmla="val 10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03" name="Google Shape;2103;p33"/>
          <p:cNvSpPr/>
          <p:nvPr/>
        </p:nvSpPr>
        <p:spPr>
          <a:xfrm>
            <a:off x="9738360" y="1143000"/>
            <a:ext cx="1005840" cy="1005840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AA</a:t>
            </a:r>
            <a:endParaRPr lang="es-CL" noProof="0"/>
          </a:p>
        </p:txBody>
      </p:sp>
      <p:sp>
        <p:nvSpPr>
          <p:cNvPr id="2104" name="Google Shape;2104;p33"/>
          <p:cNvSpPr txBox="1"/>
          <p:nvPr/>
        </p:nvSpPr>
        <p:spPr>
          <a:xfrm>
            <a:off x="10972800" y="1143000"/>
            <a:ext cx="6217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6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Alex Aravena</a:t>
            </a:r>
            <a:endParaRPr lang="es-CL" noProof="0"/>
          </a:p>
        </p:txBody>
      </p:sp>
      <p:sp>
        <p:nvSpPr>
          <p:cNvPr id="2105" name="Google Shape;2105;p33"/>
          <p:cNvSpPr txBox="1"/>
          <p:nvPr/>
        </p:nvSpPr>
        <p:spPr>
          <a:xfrm>
            <a:off x="10972800" y="1691640"/>
            <a:ext cx="6217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C7C7C7"/>
                </a:solidFill>
                <a:latin typeface="Inter"/>
                <a:ea typeface="Inter"/>
                <a:cs typeface="Inter"/>
                <a:sym typeface="Inter"/>
              </a:rPr>
              <a:t>Jefe de Proyecto</a:t>
            </a:r>
            <a:endParaRPr lang="es-CL" noProof="0"/>
          </a:p>
        </p:txBody>
      </p:sp>
      <p:sp>
        <p:nvSpPr>
          <p:cNvPr id="2106" name="Google Shape;2106;p33"/>
          <p:cNvSpPr/>
          <p:nvPr/>
        </p:nvSpPr>
        <p:spPr>
          <a:xfrm>
            <a:off x="9509760" y="2697480"/>
            <a:ext cx="379476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07" name="Google Shape;2107;p33"/>
          <p:cNvSpPr/>
          <p:nvPr/>
        </p:nvSpPr>
        <p:spPr>
          <a:xfrm>
            <a:off x="9692640" y="2944368"/>
            <a:ext cx="822960" cy="822960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BT</a:t>
            </a:r>
            <a:endParaRPr lang="es-CL" noProof="0"/>
          </a:p>
        </p:txBody>
      </p:sp>
      <p:sp>
        <p:nvSpPr>
          <p:cNvPr id="2108" name="Google Shape;2108;p33"/>
          <p:cNvSpPr txBox="1"/>
          <p:nvPr/>
        </p:nvSpPr>
        <p:spPr>
          <a:xfrm>
            <a:off x="10698480" y="292608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Bastián Trejo</a:t>
            </a:r>
            <a:endParaRPr lang="es-CL" noProof="0"/>
          </a:p>
        </p:txBody>
      </p:sp>
      <p:sp>
        <p:nvSpPr>
          <p:cNvPr id="2109" name="Google Shape;2109;p33"/>
          <p:cNvSpPr txBox="1"/>
          <p:nvPr/>
        </p:nvSpPr>
        <p:spPr>
          <a:xfrm>
            <a:off x="10698480" y="338328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Arquitectura e Integración</a:t>
            </a:r>
            <a:endParaRPr lang="es-CL" noProof="0"/>
          </a:p>
        </p:txBody>
      </p:sp>
      <p:sp>
        <p:nvSpPr>
          <p:cNvPr id="2110" name="Google Shape;2110;p33"/>
          <p:cNvSpPr/>
          <p:nvPr/>
        </p:nvSpPr>
        <p:spPr>
          <a:xfrm>
            <a:off x="13578840" y="2697480"/>
            <a:ext cx="379476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11" name="Google Shape;2111;p33"/>
          <p:cNvSpPr/>
          <p:nvPr/>
        </p:nvSpPr>
        <p:spPr>
          <a:xfrm>
            <a:off x="13761720" y="2944368"/>
            <a:ext cx="822960" cy="822960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ÁC</a:t>
            </a:r>
            <a:endParaRPr lang="es-CL" noProof="0"/>
          </a:p>
        </p:txBody>
      </p:sp>
      <p:sp>
        <p:nvSpPr>
          <p:cNvPr id="2112" name="Google Shape;2112;p33"/>
          <p:cNvSpPr txBox="1"/>
          <p:nvPr/>
        </p:nvSpPr>
        <p:spPr>
          <a:xfrm>
            <a:off x="14767560" y="292608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Álvaro Catalán</a:t>
            </a:r>
            <a:endParaRPr lang="es-CL" noProof="0"/>
          </a:p>
        </p:txBody>
      </p:sp>
      <p:sp>
        <p:nvSpPr>
          <p:cNvPr id="2113" name="Google Shape;2113;p33"/>
          <p:cNvSpPr txBox="1"/>
          <p:nvPr/>
        </p:nvSpPr>
        <p:spPr>
          <a:xfrm>
            <a:off x="14767560" y="338328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Seguridad</a:t>
            </a:r>
            <a:endParaRPr lang="es-CL" noProof="0"/>
          </a:p>
        </p:txBody>
      </p:sp>
      <p:sp>
        <p:nvSpPr>
          <p:cNvPr id="2114" name="Google Shape;2114;p33"/>
          <p:cNvSpPr/>
          <p:nvPr/>
        </p:nvSpPr>
        <p:spPr>
          <a:xfrm>
            <a:off x="9509760" y="4251960"/>
            <a:ext cx="379476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15" name="Google Shape;2115;p33"/>
          <p:cNvSpPr/>
          <p:nvPr/>
        </p:nvSpPr>
        <p:spPr>
          <a:xfrm>
            <a:off x="9692640" y="4498848"/>
            <a:ext cx="822960" cy="822960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LC</a:t>
            </a:r>
            <a:endParaRPr lang="es-CL" noProof="0"/>
          </a:p>
        </p:txBody>
      </p:sp>
      <p:sp>
        <p:nvSpPr>
          <p:cNvPr id="2116" name="Google Shape;2116;p33"/>
          <p:cNvSpPr txBox="1"/>
          <p:nvPr/>
        </p:nvSpPr>
        <p:spPr>
          <a:xfrm>
            <a:off x="10698480" y="448056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Leandro Chamorro</a:t>
            </a:r>
            <a:endParaRPr lang="es-CL" noProof="0"/>
          </a:p>
        </p:txBody>
      </p:sp>
      <p:sp>
        <p:nvSpPr>
          <p:cNvPr id="2117" name="Google Shape;2117;p33"/>
          <p:cNvSpPr txBox="1"/>
          <p:nvPr/>
        </p:nvSpPr>
        <p:spPr>
          <a:xfrm>
            <a:off x="10698480" y="493776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Datos</a:t>
            </a:r>
            <a:endParaRPr lang="es-CL" noProof="0"/>
          </a:p>
        </p:txBody>
      </p:sp>
      <p:sp>
        <p:nvSpPr>
          <p:cNvPr id="2118" name="Google Shape;2118;p33"/>
          <p:cNvSpPr/>
          <p:nvPr/>
        </p:nvSpPr>
        <p:spPr>
          <a:xfrm>
            <a:off x="13578840" y="4251960"/>
            <a:ext cx="379476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19" name="Google Shape;2119;p33"/>
          <p:cNvSpPr/>
          <p:nvPr/>
        </p:nvSpPr>
        <p:spPr>
          <a:xfrm>
            <a:off x="13761720" y="4498848"/>
            <a:ext cx="822960" cy="822960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TP</a:t>
            </a:r>
            <a:endParaRPr lang="es-CL" noProof="0"/>
          </a:p>
        </p:txBody>
      </p:sp>
      <p:sp>
        <p:nvSpPr>
          <p:cNvPr id="2120" name="Google Shape;2120;p33"/>
          <p:cNvSpPr txBox="1"/>
          <p:nvPr/>
        </p:nvSpPr>
        <p:spPr>
          <a:xfrm>
            <a:off x="14767560" y="448056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Tomás Pérez</a:t>
            </a:r>
            <a:endParaRPr lang="es-CL" noProof="0"/>
          </a:p>
        </p:txBody>
      </p:sp>
      <p:sp>
        <p:nvSpPr>
          <p:cNvPr id="2121" name="Google Shape;2121;p33"/>
          <p:cNvSpPr txBox="1"/>
          <p:nvPr/>
        </p:nvSpPr>
        <p:spPr>
          <a:xfrm>
            <a:off x="14767560" y="493776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Desarrollo</a:t>
            </a:r>
            <a:endParaRPr lang="es-CL" noProof="0"/>
          </a:p>
        </p:txBody>
      </p:sp>
      <p:sp>
        <p:nvSpPr>
          <p:cNvPr id="2122" name="Google Shape;2122;p33"/>
          <p:cNvSpPr/>
          <p:nvPr/>
        </p:nvSpPr>
        <p:spPr>
          <a:xfrm>
            <a:off x="9509760" y="5806440"/>
            <a:ext cx="379476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23" name="Google Shape;2123;p33"/>
          <p:cNvSpPr/>
          <p:nvPr/>
        </p:nvSpPr>
        <p:spPr>
          <a:xfrm>
            <a:off x="9692640" y="6053327"/>
            <a:ext cx="822960" cy="822960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MM</a:t>
            </a:r>
            <a:endParaRPr lang="es-CL" noProof="0"/>
          </a:p>
        </p:txBody>
      </p:sp>
      <p:sp>
        <p:nvSpPr>
          <p:cNvPr id="2124" name="Google Shape;2124;p33"/>
          <p:cNvSpPr txBox="1"/>
          <p:nvPr/>
        </p:nvSpPr>
        <p:spPr>
          <a:xfrm>
            <a:off x="10698480" y="603504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Maximiliano Miño</a:t>
            </a:r>
            <a:endParaRPr lang="es-CL" noProof="0"/>
          </a:p>
        </p:txBody>
      </p:sp>
      <p:sp>
        <p:nvSpPr>
          <p:cNvPr id="2125" name="Google Shape;2125;p33"/>
          <p:cNvSpPr txBox="1"/>
          <p:nvPr/>
        </p:nvSpPr>
        <p:spPr>
          <a:xfrm>
            <a:off x="10698480" y="649224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Calidad y Pruebas</a:t>
            </a:r>
            <a:endParaRPr lang="es-CL" noProof="0"/>
          </a:p>
        </p:txBody>
      </p:sp>
      <p:sp>
        <p:nvSpPr>
          <p:cNvPr id="2126" name="Google Shape;2126;p33"/>
          <p:cNvSpPr/>
          <p:nvPr/>
        </p:nvSpPr>
        <p:spPr>
          <a:xfrm>
            <a:off x="13578840" y="5806440"/>
            <a:ext cx="379476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27" name="Google Shape;2127;p33"/>
          <p:cNvSpPr/>
          <p:nvPr/>
        </p:nvSpPr>
        <p:spPr>
          <a:xfrm>
            <a:off x="13761720" y="6053327"/>
            <a:ext cx="822960" cy="822960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GC</a:t>
            </a:r>
            <a:endParaRPr lang="es-CL" noProof="0"/>
          </a:p>
        </p:txBody>
      </p:sp>
      <p:sp>
        <p:nvSpPr>
          <p:cNvPr id="2128" name="Google Shape;2128;p33"/>
          <p:cNvSpPr txBox="1"/>
          <p:nvPr/>
        </p:nvSpPr>
        <p:spPr>
          <a:xfrm>
            <a:off x="14767560" y="603504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Guillermo Castillo</a:t>
            </a:r>
            <a:endParaRPr lang="es-CL" noProof="0"/>
          </a:p>
        </p:txBody>
      </p:sp>
      <p:sp>
        <p:nvSpPr>
          <p:cNvPr id="2129" name="Google Shape;2129;p33"/>
          <p:cNvSpPr txBox="1"/>
          <p:nvPr/>
        </p:nvSpPr>
        <p:spPr>
          <a:xfrm>
            <a:off x="14767560" y="649224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Operación / SRE</a:t>
            </a:r>
            <a:endParaRPr lang="es-CL" noProof="0"/>
          </a:p>
        </p:txBody>
      </p:sp>
      <p:sp>
        <p:nvSpPr>
          <p:cNvPr id="2130" name="Google Shape;2130;p33"/>
          <p:cNvSpPr/>
          <p:nvPr/>
        </p:nvSpPr>
        <p:spPr>
          <a:xfrm>
            <a:off x="9509760" y="7360920"/>
            <a:ext cx="379476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31" name="Google Shape;2131;p33"/>
          <p:cNvSpPr/>
          <p:nvPr/>
        </p:nvSpPr>
        <p:spPr>
          <a:xfrm>
            <a:off x="9692640" y="7607808"/>
            <a:ext cx="822960" cy="822960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PH</a:t>
            </a:r>
            <a:endParaRPr lang="es-CL" noProof="0"/>
          </a:p>
        </p:txBody>
      </p:sp>
      <p:sp>
        <p:nvSpPr>
          <p:cNvPr id="2132" name="Google Shape;2132;p33"/>
          <p:cNvSpPr txBox="1"/>
          <p:nvPr/>
        </p:nvSpPr>
        <p:spPr>
          <a:xfrm>
            <a:off x="10698480" y="758952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Patricio Henríquez</a:t>
            </a:r>
            <a:endParaRPr lang="es-CL" noProof="0"/>
          </a:p>
        </p:txBody>
      </p:sp>
      <p:sp>
        <p:nvSpPr>
          <p:cNvPr id="2133" name="Google Shape;2133;p33"/>
          <p:cNvSpPr txBox="1"/>
          <p:nvPr/>
        </p:nvSpPr>
        <p:spPr>
          <a:xfrm>
            <a:off x="10698480" y="804672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Funcional e Implantación</a:t>
            </a:r>
            <a:endParaRPr lang="es-CL" noProof="0"/>
          </a:p>
        </p:txBody>
      </p:sp>
      <p:sp>
        <p:nvSpPr>
          <p:cNvPr id="3006" name="!!brand"/>
          <p:cNvSpPr txBox="1"/>
          <p:nvPr/>
        </p:nvSpPr>
        <p:spPr>
          <a:xfrm>
            <a:off x="2188556" y="1000125"/>
            <a:ext cx="3328659" cy="29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LafroX </a:t>
            </a:r>
            <a:r>
              <a:rPr lang="es-CL" sz="1800" b="1" noProof="0" err="1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SpA</a:t>
            </a:r>
            <a:endParaRPr lang="es-CL" noProof="0"/>
          </a:p>
        </p:txBody>
      </p:sp>
      <p:pic>
        <p:nvPicPr>
          <p:cNvPr id="3007" name="!!logo" descr="Isotipo LafroX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472184" y="850392"/>
            <a:ext cx="551723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2137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02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!!deco_fd810b03_1"/>
          <p:cNvSpPr/>
          <p:nvPr/>
        </p:nvSpPr>
        <p:spPr>
          <a:xfrm rot="10800000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844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5" name="!!deco_13b10c14_1"/>
          <p:cNvSpPr/>
          <p:nvPr/>
        </p:nvSpPr>
        <p:spPr>
          <a:xfrm>
            <a:off x="-9059637" y="2283886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0"/>
                </a:moveTo>
                <a:lnTo>
                  <a:pt x="11582237" y="0"/>
                </a:lnTo>
                <a:lnTo>
                  <a:pt x="11582237" y="5791118"/>
                </a:lnTo>
                <a:lnTo>
                  <a:pt x="0" y="57911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6" name="!!deco_4b7ea539_1"/>
          <p:cNvSpPr/>
          <p:nvPr/>
        </p:nvSpPr>
        <p:spPr>
          <a:xfrm rot="10800000" flipH="1">
            <a:off x="-9028175" y="4664565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5791118"/>
                </a:moveTo>
                <a:lnTo>
                  <a:pt x="11582237" y="5791118"/>
                </a:lnTo>
                <a:lnTo>
                  <a:pt x="11582237" y="0"/>
                </a:lnTo>
                <a:lnTo>
                  <a:pt x="0" y="0"/>
                </a:lnTo>
                <a:lnTo>
                  <a:pt x="0" y="579111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7" name="!!deco_13b10c14_2"/>
          <p:cNvSpPr/>
          <p:nvPr/>
        </p:nvSpPr>
        <p:spPr>
          <a:xfrm rot="10800000" flipH="1">
            <a:off x="15793975" y="1769006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5791118"/>
                </a:moveTo>
                <a:lnTo>
                  <a:pt x="11582237" y="5791118"/>
                </a:lnTo>
                <a:lnTo>
                  <a:pt x="11582237" y="0"/>
                </a:lnTo>
                <a:lnTo>
                  <a:pt x="0" y="0"/>
                </a:lnTo>
                <a:lnTo>
                  <a:pt x="0" y="579111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8" name="!!deco_4b7ea539_2"/>
          <p:cNvSpPr/>
          <p:nvPr/>
        </p:nvSpPr>
        <p:spPr>
          <a:xfrm>
            <a:off x="15762513" y="-611673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0"/>
                </a:moveTo>
                <a:lnTo>
                  <a:pt x="11582237" y="0"/>
                </a:lnTo>
                <a:lnTo>
                  <a:pt x="11582237" y="5791118"/>
                </a:lnTo>
                <a:lnTo>
                  <a:pt x="0" y="57911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9" name="!!brand"/>
          <p:cNvSpPr txBox="1"/>
          <p:nvPr/>
        </p:nvSpPr>
        <p:spPr>
          <a:xfrm>
            <a:off x="7123055" y="987552"/>
            <a:ext cx="4041891" cy="339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99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LafroX </a:t>
            </a:r>
            <a:r>
              <a:rPr lang="es-CL" sz="1999" b="1" noProof="0" err="1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SpA</a:t>
            </a:r>
            <a:endParaRPr lang="es-CL" noProof="0"/>
          </a:p>
        </p:txBody>
      </p:sp>
      <p:pic>
        <p:nvPicPr>
          <p:cNvPr id="260" name="!!logo" descr="Isotipo LafroX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814816" y="228600"/>
            <a:ext cx="658508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"/>
          <p:cNvSpPr txBox="1"/>
          <p:nvPr/>
        </p:nvSpPr>
        <p:spPr>
          <a:xfrm>
            <a:off x="1828800" y="1828800"/>
            <a:ext cx="1463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 b="1" noProof="0">
                <a:solidFill>
                  <a:srgbClr val="F29A5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MARZO 2026 · RETIRO SANITARIO</a:t>
            </a:r>
            <a:endParaRPr lang="es-CL" noProof="0"/>
          </a:p>
        </p:txBody>
      </p:sp>
      <p:sp>
        <p:nvSpPr>
          <p:cNvPr id="262" name="!!reloj"/>
          <p:cNvSpPr txBox="1"/>
          <p:nvPr/>
        </p:nvSpPr>
        <p:spPr>
          <a:xfrm>
            <a:off x="1828800" y="2377440"/>
            <a:ext cx="14630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30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9 días</a:t>
            </a:r>
            <a:endParaRPr lang="es-CL" noProof="0"/>
          </a:p>
        </p:txBody>
      </p:sp>
      <p:sp>
        <p:nvSpPr>
          <p:cNvPr id="263" name="Google Shape;263;p2"/>
          <p:cNvSpPr txBox="1"/>
          <p:nvPr/>
        </p:nvSpPr>
        <p:spPr>
          <a:xfrm>
            <a:off x="1828800" y="5943600"/>
            <a:ext cx="14630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400" b="0" noProof="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para identificar a los clientes afectados</a:t>
            </a:r>
            <a:endParaRPr lang="es-CL" noProof="0"/>
          </a:p>
        </p:txBody>
      </p:sp>
      <p:sp>
        <p:nvSpPr>
          <p:cNvPr id="264" name="Google Shape;264;p2"/>
          <p:cNvSpPr txBox="1"/>
          <p:nvPr/>
        </p:nvSpPr>
        <p:spPr>
          <a:xfrm>
            <a:off x="3108960" y="7178040"/>
            <a:ext cx="38404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 b="1" noProof="0">
                <a:solidFill>
                  <a:srgbClr val="F29A5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4.800 kg</a:t>
            </a:r>
            <a:endParaRPr lang="es-CL" noProof="0"/>
          </a:p>
        </p:txBody>
      </p:sp>
      <p:sp>
        <p:nvSpPr>
          <p:cNvPr id="265" name="Google Shape;265;p2"/>
          <p:cNvSpPr txBox="1"/>
          <p:nvPr/>
        </p:nvSpPr>
        <p:spPr>
          <a:xfrm>
            <a:off x="3108960" y="790956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0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retirados</a:t>
            </a:r>
            <a:endParaRPr lang="es-CL" noProof="0"/>
          </a:p>
        </p:txBody>
      </p:sp>
      <p:sp>
        <p:nvSpPr>
          <p:cNvPr id="266" name="Google Shape;266;p2"/>
          <p:cNvSpPr txBox="1"/>
          <p:nvPr/>
        </p:nvSpPr>
        <p:spPr>
          <a:xfrm>
            <a:off x="7315200" y="7178040"/>
            <a:ext cx="38404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 b="1" noProof="0">
                <a:solidFill>
                  <a:srgbClr val="F29A5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6 meses</a:t>
            </a:r>
            <a:endParaRPr lang="es-CL" noProof="0"/>
          </a:p>
        </p:txBody>
      </p:sp>
      <p:sp>
        <p:nvSpPr>
          <p:cNvPr id="267" name="Google Shape;267;p2"/>
          <p:cNvSpPr txBox="1"/>
          <p:nvPr/>
        </p:nvSpPr>
        <p:spPr>
          <a:xfrm>
            <a:off x="7315200" y="790956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0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 suspensión del proveedor</a:t>
            </a:r>
            <a:endParaRPr lang="es-CL" noProof="0"/>
          </a:p>
        </p:txBody>
      </p:sp>
      <p:sp>
        <p:nvSpPr>
          <p:cNvPr id="268" name="Google Shape;268;p2"/>
          <p:cNvSpPr txBox="1"/>
          <p:nvPr/>
        </p:nvSpPr>
        <p:spPr>
          <a:xfrm>
            <a:off x="11521440" y="7178040"/>
            <a:ext cx="38404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 b="1" noProof="0">
                <a:solidFill>
                  <a:srgbClr val="F29A5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6 %</a:t>
            </a:r>
            <a:endParaRPr lang="es-CL" noProof="0"/>
          </a:p>
        </p:txBody>
      </p:sp>
      <p:sp>
        <p:nvSpPr>
          <p:cNvPr id="269" name="Google Shape;269;p2"/>
          <p:cNvSpPr txBox="1"/>
          <p:nvPr/>
        </p:nvSpPr>
        <p:spPr>
          <a:xfrm>
            <a:off x="11521440" y="790956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0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 las ventas en riesgo</a:t>
            </a:r>
            <a:endParaRPr lang="es-CL" noProof="0"/>
          </a:p>
        </p:txBody>
      </p:sp>
      <p:sp>
        <p:nvSpPr>
          <p:cNvPr id="270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03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!!deco_13b10c14_1"/>
          <p:cNvSpPr/>
          <p:nvPr/>
        </p:nvSpPr>
        <p:spPr>
          <a:xfrm rot="10800000" flipH="1">
            <a:off x="-5409758" y="6975062"/>
            <a:ext cx="11109212" cy="5554606"/>
          </a:xfrm>
          <a:custGeom>
            <a:avLst/>
            <a:gdLst/>
            <a:ahLst/>
            <a:cxnLst/>
            <a:rect l="l" t="t" r="r" b="b"/>
            <a:pathLst>
              <a:path w="11109212" h="5554606">
                <a:moveTo>
                  <a:pt x="0" y="5554607"/>
                </a:moveTo>
                <a:lnTo>
                  <a:pt x="11109212" y="5554607"/>
                </a:lnTo>
                <a:lnTo>
                  <a:pt x="11109212" y="0"/>
                </a:lnTo>
                <a:lnTo>
                  <a:pt x="0" y="0"/>
                </a:lnTo>
                <a:lnTo>
                  <a:pt x="0" y="555460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7" name="!!deco_dce8b6c9_1"/>
          <p:cNvSpPr/>
          <p:nvPr/>
        </p:nvSpPr>
        <p:spPr>
          <a:xfrm>
            <a:off x="9404926" y="5717771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0" name="!!deco_451158c2_1"/>
          <p:cNvSpPr/>
          <p:nvPr/>
        </p:nvSpPr>
        <p:spPr>
          <a:xfrm>
            <a:off x="16117519" y="-2801973"/>
            <a:ext cx="6415501" cy="6415501"/>
          </a:xfrm>
          <a:custGeom>
            <a:avLst/>
            <a:gdLst/>
            <a:ahLst/>
            <a:cxnLst/>
            <a:rect l="l" t="t" r="r" b="b"/>
            <a:pathLst>
              <a:path w="6415501" h="6415501">
                <a:moveTo>
                  <a:pt x="0" y="0"/>
                </a:moveTo>
                <a:lnTo>
                  <a:pt x="6415501" y="0"/>
                </a:lnTo>
                <a:lnTo>
                  <a:pt x="6415501" y="6415500"/>
                </a:lnTo>
                <a:lnTo>
                  <a:pt x="0" y="6415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1" name="!!title"/>
          <p:cNvSpPr txBox="1"/>
          <p:nvPr/>
        </p:nvSpPr>
        <p:spPr>
          <a:xfrm>
            <a:off x="1475324" y="1600200"/>
            <a:ext cx="7668676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115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Problemática</a:t>
            </a:r>
            <a:endParaRPr lang="es-CL" noProof="0"/>
          </a:p>
        </p:txBody>
      </p:sp>
      <p:sp>
        <p:nvSpPr>
          <p:cNvPr id="282" name="!!brand"/>
          <p:cNvSpPr txBox="1"/>
          <p:nvPr/>
        </p:nvSpPr>
        <p:spPr>
          <a:xfrm>
            <a:off x="2188556" y="1000125"/>
            <a:ext cx="3328659" cy="29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LafroX </a:t>
            </a:r>
            <a:r>
              <a:rPr lang="es-CL" sz="1800" b="1" noProof="0" err="1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SpA</a:t>
            </a:r>
            <a:endParaRPr lang="es-CL" noProof="0"/>
          </a:p>
        </p:txBody>
      </p:sp>
      <p:pic>
        <p:nvPicPr>
          <p:cNvPr id="283" name="!!logo" descr="Isotipo LafroX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72184" y="850392"/>
            <a:ext cx="551723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3"/>
          <p:cNvSpPr txBox="1"/>
          <p:nvPr/>
        </p:nvSpPr>
        <p:spPr>
          <a:xfrm>
            <a:off x="1472184" y="3063240"/>
            <a:ext cx="749807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0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Tres problemas</a:t>
            </a:r>
            <a:r>
              <a:rPr lang="es-CL" sz="300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 y </a:t>
            </a:r>
            <a:r>
              <a:rPr lang="es-CL" sz="30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una sola causa</a:t>
            </a:r>
            <a:endParaRPr lang="es-CL" noProof="0"/>
          </a:p>
        </p:txBody>
      </p:sp>
      <p:sp>
        <p:nvSpPr>
          <p:cNvPr id="285" name="Google Shape;285;p3"/>
          <p:cNvSpPr/>
          <p:nvPr/>
        </p:nvSpPr>
        <p:spPr>
          <a:xfrm>
            <a:off x="1472184" y="4434840"/>
            <a:ext cx="7315200" cy="2103120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365750" tIns="45700" rIns="36575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F29A5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CAUSA RAÍZ</a:t>
            </a:r>
            <a:endParaRPr lang="es-CL" noProof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0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El dato no se registra donde ocurre el hecho.</a:t>
            </a:r>
            <a:endParaRPr lang="es-CL" noProof="0"/>
          </a:p>
        </p:txBody>
      </p:sp>
      <p:sp>
        <p:nvSpPr>
          <p:cNvPr id="286" name="Google Shape;286;p3"/>
          <p:cNvSpPr/>
          <p:nvPr/>
        </p:nvSpPr>
        <p:spPr>
          <a:xfrm>
            <a:off x="9509760" y="2331720"/>
            <a:ext cx="64008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7" name="Google Shape;287;p3"/>
          <p:cNvSpPr txBox="1"/>
          <p:nvPr/>
        </p:nvSpPr>
        <p:spPr>
          <a:xfrm>
            <a:off x="9829800" y="260604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01</a:t>
            </a:r>
            <a:endParaRPr lang="es-CL" noProof="0"/>
          </a:p>
        </p:txBody>
      </p:sp>
      <p:sp>
        <p:nvSpPr>
          <p:cNvPr id="288" name="Google Shape;288;p3"/>
          <p:cNvSpPr txBox="1"/>
          <p:nvPr/>
        </p:nvSpPr>
        <p:spPr>
          <a:xfrm>
            <a:off x="9829800" y="3017520"/>
            <a:ext cx="32918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Habilitación sanitaria en riesgo</a:t>
            </a:r>
            <a:endParaRPr lang="es-CL" noProof="0"/>
          </a:p>
        </p:txBody>
      </p:sp>
      <p:sp>
        <p:nvSpPr>
          <p:cNvPr id="290" name="!!reloj"/>
          <p:cNvSpPr txBox="1"/>
          <p:nvPr/>
        </p:nvSpPr>
        <p:spPr>
          <a:xfrm>
            <a:off x="12801600" y="3017520"/>
            <a:ext cx="28346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9 días</a:t>
            </a:r>
            <a:endParaRPr lang="es-CL" noProof="0"/>
          </a:p>
        </p:txBody>
      </p:sp>
      <p:cxnSp>
        <p:nvCxnSpPr>
          <p:cNvPr id="291" name="Google Shape;291;p3"/>
          <p:cNvCxnSpPr>
            <a:cxnSpLocks/>
            <a:stCxn id="285" idx="3"/>
            <a:endCxn id="286" idx="1"/>
          </p:cNvCxnSpPr>
          <p:nvPr/>
        </p:nvCxnSpPr>
        <p:spPr>
          <a:xfrm flipV="1">
            <a:off x="8787384" y="3246120"/>
            <a:ext cx="722376" cy="2240280"/>
          </a:xfrm>
          <a:prstGeom prst="straightConnector1">
            <a:avLst/>
          </a:prstGeom>
          <a:noFill/>
          <a:ln w="25400" cap="flat" cmpd="sng">
            <a:solidFill>
              <a:srgbClr val="E8641B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292" name="Google Shape;292;p3"/>
          <p:cNvSpPr/>
          <p:nvPr/>
        </p:nvSpPr>
        <p:spPr>
          <a:xfrm>
            <a:off x="9509760" y="4572000"/>
            <a:ext cx="64008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3" name="Google Shape;293;p3"/>
          <p:cNvSpPr txBox="1"/>
          <p:nvPr/>
        </p:nvSpPr>
        <p:spPr>
          <a:xfrm>
            <a:off x="9829800" y="484632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02</a:t>
            </a:r>
            <a:endParaRPr lang="es-CL" noProof="0"/>
          </a:p>
        </p:txBody>
      </p:sp>
      <p:sp>
        <p:nvSpPr>
          <p:cNvPr id="294" name="Google Shape;294;p3"/>
          <p:cNvSpPr txBox="1"/>
          <p:nvPr/>
        </p:nvSpPr>
        <p:spPr>
          <a:xfrm>
            <a:off x="9829800" y="5257800"/>
            <a:ext cx="32918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Servicio que pierde competitividad</a:t>
            </a:r>
            <a:endParaRPr lang="es-CL" noProof="0"/>
          </a:p>
        </p:txBody>
      </p:sp>
      <p:sp>
        <p:nvSpPr>
          <p:cNvPr id="295" name="Google Shape;295;p3"/>
          <p:cNvSpPr txBox="1"/>
          <p:nvPr/>
        </p:nvSpPr>
        <p:spPr>
          <a:xfrm>
            <a:off x="13167360" y="4892040"/>
            <a:ext cx="246888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OTIF</a:t>
            </a:r>
            <a:endParaRPr lang="es-CL" noProof="0">
              <a:solidFill>
                <a:schemeClr val="tx1"/>
              </a:solidFill>
            </a:endParaRPr>
          </a:p>
        </p:txBody>
      </p:sp>
      <p:sp>
        <p:nvSpPr>
          <p:cNvPr id="296" name="!!otif"/>
          <p:cNvSpPr txBox="1"/>
          <p:nvPr/>
        </p:nvSpPr>
        <p:spPr>
          <a:xfrm>
            <a:off x="12801600" y="5257800"/>
            <a:ext cx="28346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82,4 %</a:t>
            </a:r>
            <a:endParaRPr lang="es-CL" noProof="0"/>
          </a:p>
        </p:txBody>
      </p:sp>
      <p:cxnSp>
        <p:nvCxnSpPr>
          <p:cNvPr id="297" name="Google Shape;297;p3"/>
          <p:cNvCxnSpPr>
            <a:cxnSpLocks/>
            <a:stCxn id="285" idx="3"/>
            <a:endCxn id="292" idx="1"/>
          </p:cNvCxnSpPr>
          <p:nvPr/>
        </p:nvCxnSpPr>
        <p:spPr>
          <a:xfrm>
            <a:off x="8787384" y="5486400"/>
            <a:ext cx="722376" cy="0"/>
          </a:xfrm>
          <a:prstGeom prst="straightConnector1">
            <a:avLst/>
          </a:prstGeom>
          <a:noFill/>
          <a:ln w="25400" cap="flat" cmpd="sng">
            <a:solidFill>
              <a:srgbClr val="E8641B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298" name="Google Shape;298;p3"/>
          <p:cNvSpPr/>
          <p:nvPr/>
        </p:nvSpPr>
        <p:spPr>
          <a:xfrm>
            <a:off x="9509760" y="6812280"/>
            <a:ext cx="64008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9" name="Google Shape;299;p3"/>
          <p:cNvSpPr txBox="1"/>
          <p:nvPr/>
        </p:nvSpPr>
        <p:spPr>
          <a:xfrm>
            <a:off x="9829800" y="708660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03</a:t>
            </a:r>
            <a:endParaRPr lang="es-CL" noProof="0"/>
          </a:p>
        </p:txBody>
      </p:sp>
      <p:sp>
        <p:nvSpPr>
          <p:cNvPr id="300" name="Google Shape;300;p3"/>
          <p:cNvSpPr txBox="1"/>
          <p:nvPr/>
        </p:nvSpPr>
        <p:spPr>
          <a:xfrm>
            <a:off x="9829800" y="7498080"/>
            <a:ext cx="32918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Costo de servir desconocido</a:t>
            </a:r>
            <a:endParaRPr lang="es-CL" noProof="0"/>
          </a:p>
        </p:txBody>
      </p:sp>
      <p:sp>
        <p:nvSpPr>
          <p:cNvPr id="301" name="Google Shape;301;p3"/>
          <p:cNvSpPr txBox="1"/>
          <p:nvPr/>
        </p:nvSpPr>
        <p:spPr>
          <a:xfrm>
            <a:off x="13167360" y="7132320"/>
            <a:ext cx="246888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r"/>
            <a:r>
              <a:rPr lang="es-CL" sz="1600">
                <a:solidFill>
                  <a:schemeClr val="tx1"/>
                </a:solidFill>
                <a:latin typeface="Inter"/>
                <a:ea typeface="Inter"/>
                <a:sym typeface="Inter"/>
              </a:rPr>
              <a:t>Criterio de</a:t>
            </a:r>
            <a:endParaRPr lang="es-CL" noProof="0">
              <a:solidFill>
                <a:schemeClr val="tx1"/>
              </a:solidFill>
            </a:endParaRPr>
          </a:p>
        </p:txBody>
      </p:sp>
      <p:sp>
        <p:nvSpPr>
          <p:cNvPr id="302" name="!!costo"/>
          <p:cNvSpPr txBox="1"/>
          <p:nvPr/>
        </p:nvSpPr>
        <p:spPr>
          <a:xfrm>
            <a:off x="12801600" y="7498080"/>
            <a:ext cx="28346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2016</a:t>
            </a:r>
            <a:endParaRPr lang="es-CL" noProof="0"/>
          </a:p>
        </p:txBody>
      </p:sp>
      <p:cxnSp>
        <p:nvCxnSpPr>
          <p:cNvPr id="303" name="Google Shape;303;p3"/>
          <p:cNvCxnSpPr>
            <a:cxnSpLocks/>
            <a:stCxn id="285" idx="3"/>
            <a:endCxn id="298" idx="1"/>
          </p:cNvCxnSpPr>
          <p:nvPr/>
        </p:nvCxnSpPr>
        <p:spPr>
          <a:xfrm>
            <a:off x="8787384" y="5486400"/>
            <a:ext cx="722376" cy="2240280"/>
          </a:xfrm>
          <a:prstGeom prst="straightConnector1">
            <a:avLst/>
          </a:prstGeom>
          <a:noFill/>
          <a:ln w="25400" cap="flat" cmpd="sng">
            <a:solidFill>
              <a:srgbClr val="E8641B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304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04</a:t>
            </a:r>
          </a:p>
        </p:txBody>
      </p:sp>
      <p:sp>
        <p:nvSpPr>
          <p:cNvPr id="2" name="Google Shape;295;p3">
            <a:extLst>
              <a:ext uri="{FF2B5EF4-FFF2-40B4-BE49-F238E27FC236}">
                <a16:creationId xmlns:a16="http://schemas.microsoft.com/office/drawing/2014/main" id="{3C66384C-5DC4-33DC-6D85-8656FBBA260D}"/>
              </a:ext>
            </a:extLst>
          </p:cNvPr>
          <p:cNvSpPr txBox="1"/>
          <p:nvPr/>
        </p:nvSpPr>
        <p:spPr>
          <a:xfrm>
            <a:off x="13167360" y="2726845"/>
            <a:ext cx="246888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r"/>
            <a:r>
              <a:rPr lang="es-CL" sz="1600">
                <a:solidFill>
                  <a:schemeClr val="tx1"/>
                </a:solidFill>
                <a:latin typeface="Inter"/>
                <a:ea typeface="Inter"/>
                <a:sym typeface="Inter"/>
              </a:rPr>
              <a:t>Retiro de</a:t>
            </a:r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!!deco_78f3c294_1"/>
          <p:cNvSpPr/>
          <p:nvPr/>
        </p:nvSpPr>
        <p:spPr>
          <a:xfrm flipH="1">
            <a:off x="16902895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366" name="!!deco_78f3c294_2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417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05</a:t>
            </a:r>
          </a:p>
        </p:txBody>
      </p:sp>
      <p:sp>
        <p:nvSpPr>
          <p:cNvPr id="355" name="!!title"/>
          <p:cNvSpPr txBox="1"/>
          <p:nvPr/>
        </p:nvSpPr>
        <p:spPr>
          <a:xfrm>
            <a:off x="1514505" y="536225"/>
            <a:ext cx="84900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948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4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Esquema de solución</a:t>
            </a:r>
            <a:endParaRPr lang="es-CL" noProof="0"/>
          </a:p>
        </p:txBody>
      </p:sp>
      <p:sp>
        <p:nvSpPr>
          <p:cNvPr id="356" name="Google Shape;356;p7"/>
          <p:cNvSpPr/>
          <p:nvPr/>
        </p:nvSpPr>
        <p:spPr>
          <a:xfrm>
            <a:off x="557413" y="2492125"/>
            <a:ext cx="7791300" cy="684300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58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7" name="Google Shape;357;p7"/>
          <p:cNvSpPr txBox="1"/>
          <p:nvPr/>
        </p:nvSpPr>
        <p:spPr>
          <a:xfrm>
            <a:off x="638805" y="8989673"/>
            <a:ext cx="5120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Figura 3.1</a:t>
            </a:r>
            <a:r>
              <a:rPr lang="es-CL" sz="15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· Ciclo logístico de la solución</a:t>
            </a:r>
          </a:p>
        </p:txBody>
      </p:sp>
      <p:pic>
        <p:nvPicPr>
          <p:cNvPr id="359" name="Google Shape;359;p7" descr="Figura 3.1. Ciclo logístico de la solución (Subdocumento 3)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0850" y="2603275"/>
            <a:ext cx="7424423" cy="6311501"/>
          </a:xfrm>
          <a:prstGeom prst="rect">
            <a:avLst/>
          </a:prstGeom>
          <a:noFill/>
          <a:ln w="12700">
            <a:solidFill>
              <a:srgbClr val="E4E4E4"/>
            </a:solidFill>
          </a:ln>
        </p:spPr>
      </p:pic>
      <p:sp>
        <p:nvSpPr>
          <p:cNvPr id="360" name="Google Shape;360;p7"/>
          <p:cNvSpPr/>
          <p:nvPr/>
        </p:nvSpPr>
        <p:spPr>
          <a:xfrm>
            <a:off x="9151650" y="6385525"/>
            <a:ext cx="8560800" cy="294960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5875" cap="flat" cmpd="sng">
            <a:solidFill>
              <a:srgbClr val="1111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1" name="Google Shape;361;p7"/>
          <p:cNvSpPr txBox="1"/>
          <p:nvPr/>
        </p:nvSpPr>
        <p:spPr>
          <a:xfrm>
            <a:off x="9285905" y="9014348"/>
            <a:ext cx="5120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Figura 3.3</a:t>
            </a:r>
            <a:r>
              <a:rPr lang="es-CL" sz="15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· Continuidad durante cortes</a:t>
            </a:r>
          </a:p>
        </p:txBody>
      </p:sp>
      <p:pic>
        <p:nvPicPr>
          <p:cNvPr id="362" name="Google Shape;362;p7" descr="Figura 3.3. Continuidad durante cortes (Subdocumento 3)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285900" y="6459150"/>
            <a:ext cx="8268573" cy="2224399"/>
          </a:xfrm>
          <a:prstGeom prst="rect">
            <a:avLst/>
          </a:prstGeom>
          <a:noFill/>
          <a:ln w="12700">
            <a:solidFill>
              <a:srgbClr val="E4E4E4"/>
            </a:solidFill>
          </a:ln>
        </p:spPr>
      </p:pic>
      <p:sp>
        <p:nvSpPr>
          <p:cNvPr id="363" name="Google Shape;363;p7"/>
          <p:cNvSpPr/>
          <p:nvPr/>
        </p:nvSpPr>
        <p:spPr>
          <a:xfrm>
            <a:off x="11337425" y="578675"/>
            <a:ext cx="5396100" cy="488640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58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4" name="Google Shape;364;p7"/>
          <p:cNvSpPr txBox="1"/>
          <p:nvPr/>
        </p:nvSpPr>
        <p:spPr>
          <a:xfrm>
            <a:off x="11521030" y="5039123"/>
            <a:ext cx="5120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Figura 3.2</a:t>
            </a:r>
            <a:r>
              <a:rPr lang="es-CL" sz="15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· Trazabilidad y cadena de frío</a:t>
            </a:r>
          </a:p>
        </p:txBody>
      </p:sp>
      <p:pic>
        <p:nvPicPr>
          <p:cNvPr id="365" name="Google Shape;365;p7" descr="Figura 3.2. Trazabilidad y cadena de frío (Subdocumento 3)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741550" y="707675"/>
            <a:ext cx="4679652" cy="4141925"/>
          </a:xfrm>
          <a:prstGeom prst="rect">
            <a:avLst/>
          </a:prstGeom>
          <a:noFill/>
          <a:ln w="12700">
            <a:solidFill>
              <a:srgbClr val="E4E4E4"/>
            </a:solidFill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372" name="!!title"/>
          <p:cNvSpPr txBox="1"/>
          <p:nvPr/>
        </p:nvSpPr>
        <p:spPr>
          <a:xfrm>
            <a:off x="1458829" y="474871"/>
            <a:ext cx="15361920" cy="1620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94851"/>
              </a:lnSpc>
            </a:pPr>
            <a:r>
              <a:rPr lang="es-CL" sz="54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Mapa de </a:t>
            </a:r>
            <a:r>
              <a:rPr lang="es-CL" sz="5400" b="1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módulos</a:t>
            </a:r>
            <a:endParaRPr lang="es-CL" sz="5400" b="1" noProof="0">
              <a:solidFill>
                <a:srgbClr val="111111"/>
              </a:solidFill>
              <a:latin typeface="Inter SemiBold"/>
              <a:ea typeface="Inter SemiBold"/>
            </a:endParaRPr>
          </a:p>
        </p:txBody>
      </p:sp>
      <p:sp>
        <p:nvSpPr>
          <p:cNvPr id="373" name="!!deco_1438196a_2"/>
          <p:cNvSpPr/>
          <p:nvPr/>
        </p:nvSpPr>
        <p:spPr>
          <a:xfrm>
            <a:off x="14947361" y="-1590568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374" name="!!deco_dce8b6c9_1"/>
          <p:cNvSpPr/>
          <p:nvPr/>
        </p:nvSpPr>
        <p:spPr>
          <a:xfrm>
            <a:off x="-10" y="875994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2" y="0"/>
                </a:lnTo>
                <a:lnTo>
                  <a:pt x="10236982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377" name="Google Shape;377;p8"/>
          <p:cNvSpPr txBox="1"/>
          <p:nvPr/>
        </p:nvSpPr>
        <p:spPr>
          <a:xfrm>
            <a:off x="1828800" y="2459162"/>
            <a:ext cx="14630400" cy="620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200" b="1">
                <a:solidFill>
                  <a:schemeClr val="tx1"/>
                </a:solidFill>
                <a:latin typeface="Inter"/>
                <a:ea typeface="Inter"/>
                <a:sym typeface="Inter"/>
              </a:rPr>
              <a:t>Módulos</a:t>
            </a:r>
            <a:endParaRPr lang="en-US" sz="3200" b="1">
              <a:solidFill>
                <a:schemeClr val="tx1"/>
              </a:solidFill>
            </a:endParaRPr>
          </a:p>
        </p:txBody>
      </p:sp>
      <p:sp>
        <p:nvSpPr>
          <p:cNvPr id="378" name="Google Shape;378;p8"/>
          <p:cNvSpPr txBox="1"/>
          <p:nvPr/>
        </p:nvSpPr>
        <p:spPr>
          <a:xfrm>
            <a:off x="1255496" y="3170922"/>
            <a:ext cx="16531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INTERFACES</a:t>
            </a:r>
            <a:endParaRPr lang="es-CL" sz="2000" noProof="0"/>
          </a:p>
        </p:txBody>
      </p:sp>
      <p:sp>
        <p:nvSpPr>
          <p:cNvPr id="379" name="Google Shape;379;p8"/>
          <p:cNvSpPr/>
          <p:nvPr/>
        </p:nvSpPr>
        <p:spPr>
          <a:xfrm>
            <a:off x="984785" y="3581801"/>
            <a:ext cx="2194560" cy="627017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App Preventa</a:t>
            </a:r>
            <a:endParaRPr lang="es-CL" sz="1600" b="1" noProof="0"/>
          </a:p>
        </p:txBody>
      </p:sp>
      <p:sp>
        <p:nvSpPr>
          <p:cNvPr id="380" name="Google Shape;380;p8"/>
          <p:cNvSpPr/>
          <p:nvPr/>
        </p:nvSpPr>
        <p:spPr>
          <a:xfrm>
            <a:off x="984785" y="4345978"/>
            <a:ext cx="2194560" cy="627017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App Reparto</a:t>
            </a:r>
            <a:endParaRPr lang="es-CL" sz="1600" b="1" noProof="0"/>
          </a:p>
        </p:txBody>
      </p:sp>
      <p:sp>
        <p:nvSpPr>
          <p:cNvPr id="381" name="Google Shape;381;p8"/>
          <p:cNvSpPr/>
          <p:nvPr/>
        </p:nvSpPr>
        <p:spPr>
          <a:xfrm>
            <a:off x="984785" y="5110155"/>
            <a:ext cx="2194560" cy="627017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App Bodega</a:t>
            </a:r>
            <a:endParaRPr lang="es-CL" sz="1600" b="1" noProof="0"/>
          </a:p>
        </p:txBody>
      </p:sp>
      <p:sp>
        <p:nvSpPr>
          <p:cNvPr id="382" name="Google Shape;382;p8"/>
          <p:cNvSpPr/>
          <p:nvPr/>
        </p:nvSpPr>
        <p:spPr>
          <a:xfrm>
            <a:off x="984785" y="5874332"/>
            <a:ext cx="2194560" cy="627017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Portal Clientes</a:t>
            </a:r>
            <a:endParaRPr lang="es-CL" sz="1600" b="1" noProof="0"/>
          </a:p>
        </p:txBody>
      </p:sp>
      <p:sp>
        <p:nvSpPr>
          <p:cNvPr id="383" name="Google Shape;383;p8"/>
          <p:cNvSpPr/>
          <p:nvPr/>
        </p:nvSpPr>
        <p:spPr>
          <a:xfrm>
            <a:off x="984785" y="6638510"/>
            <a:ext cx="2194560" cy="627017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Portal Transportistas</a:t>
            </a:r>
            <a:endParaRPr lang="es-CL" sz="1600" b="1" noProof="0"/>
          </a:p>
        </p:txBody>
      </p:sp>
      <p:sp>
        <p:nvSpPr>
          <p:cNvPr id="384" name="Google Shape;384;p8"/>
          <p:cNvSpPr/>
          <p:nvPr/>
        </p:nvSpPr>
        <p:spPr>
          <a:xfrm>
            <a:off x="984785" y="7402687"/>
            <a:ext cx="2194560" cy="627017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Portal Proveedores</a:t>
            </a:r>
            <a:endParaRPr lang="es-CL" sz="1600" b="1" noProof="0"/>
          </a:p>
        </p:txBody>
      </p:sp>
      <p:sp>
        <p:nvSpPr>
          <p:cNvPr id="385" name="Google Shape;385;p8"/>
          <p:cNvSpPr/>
          <p:nvPr/>
        </p:nvSpPr>
        <p:spPr>
          <a:xfrm>
            <a:off x="984785" y="8166864"/>
            <a:ext cx="2194560" cy="627017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Consolas</a:t>
            </a:r>
            <a:endParaRPr lang="es-CL" sz="1600" b="1" noProof="0"/>
          </a:p>
        </p:txBody>
      </p:sp>
      <p:cxnSp>
        <p:nvCxnSpPr>
          <p:cNvPr id="386" name="Google Shape;386;p8"/>
          <p:cNvCxnSpPr/>
          <p:nvPr/>
        </p:nvCxnSpPr>
        <p:spPr>
          <a:xfrm>
            <a:off x="3182594" y="6050078"/>
            <a:ext cx="868800" cy="1"/>
          </a:xfrm>
          <a:prstGeom prst="straightConnector1">
            <a:avLst/>
          </a:prstGeom>
          <a:ln>
            <a:headEnd type="none" w="sm" len="sm"/>
            <a:tailEnd type="triangl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87" name="Google Shape;387;p8"/>
          <p:cNvSpPr/>
          <p:nvPr/>
        </p:nvSpPr>
        <p:spPr>
          <a:xfrm>
            <a:off x="4114800" y="3276198"/>
            <a:ext cx="7995775" cy="2697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8" name="Google Shape;388;p8"/>
          <p:cNvSpPr txBox="1"/>
          <p:nvPr/>
        </p:nvSpPr>
        <p:spPr>
          <a:xfrm>
            <a:off x="4251960" y="3349350"/>
            <a:ext cx="772145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>
                <a:solidFill>
                  <a:schemeClr val="tx1"/>
                </a:solidFill>
                <a:latin typeface="Inter SemiBold"/>
                <a:ea typeface="Inter SemiBold"/>
                <a:sym typeface="Inter SemiBold"/>
              </a:rPr>
              <a:t>Bodega y calidad</a:t>
            </a:r>
            <a:endParaRPr lang="es-CL" sz="1800" b="1">
              <a:solidFill>
                <a:schemeClr val="tx1"/>
              </a:solidFill>
              <a:latin typeface="Inter SemiBold"/>
              <a:ea typeface="Inter SemiBold"/>
            </a:endParaRPr>
          </a:p>
        </p:txBody>
      </p:sp>
      <p:sp>
        <p:nvSpPr>
          <p:cNvPr id="389" name="Google Shape;389;p8"/>
          <p:cNvSpPr/>
          <p:nvPr/>
        </p:nvSpPr>
        <p:spPr>
          <a:xfrm>
            <a:off x="4251960" y="3715110"/>
            <a:ext cx="1456509" cy="2121408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0" name="Google Shape;390;p8"/>
          <p:cNvSpPr txBox="1"/>
          <p:nvPr/>
        </p:nvSpPr>
        <p:spPr>
          <a:xfrm>
            <a:off x="4343400" y="4090014"/>
            <a:ext cx="127362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M1</a:t>
            </a:r>
            <a:endParaRPr lang="es-CL" sz="1600" noProof="0"/>
          </a:p>
        </p:txBody>
      </p:sp>
      <p:sp>
        <p:nvSpPr>
          <p:cNvPr id="391" name="Google Shape;391;p8"/>
          <p:cNvSpPr txBox="1"/>
          <p:nvPr/>
        </p:nvSpPr>
        <p:spPr>
          <a:xfrm>
            <a:off x="4343400" y="4501494"/>
            <a:ext cx="127362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Recepción</a:t>
            </a:r>
            <a:endParaRPr lang="es-CL" sz="1600" noProof="0"/>
          </a:p>
        </p:txBody>
      </p:sp>
      <p:sp>
        <p:nvSpPr>
          <p:cNvPr id="393" name="Google Shape;393;p8"/>
          <p:cNvSpPr/>
          <p:nvPr/>
        </p:nvSpPr>
        <p:spPr>
          <a:xfrm>
            <a:off x="5818197" y="3715110"/>
            <a:ext cx="1456509" cy="2121408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4" name="Google Shape;394;p8"/>
          <p:cNvSpPr txBox="1"/>
          <p:nvPr/>
        </p:nvSpPr>
        <p:spPr>
          <a:xfrm>
            <a:off x="5909637" y="4090014"/>
            <a:ext cx="127362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M2</a:t>
            </a:r>
            <a:endParaRPr lang="es-CL" sz="1600" noProof="0"/>
          </a:p>
        </p:txBody>
      </p:sp>
      <p:sp>
        <p:nvSpPr>
          <p:cNvPr id="395" name="Google Shape;395;p8"/>
          <p:cNvSpPr txBox="1"/>
          <p:nvPr/>
        </p:nvSpPr>
        <p:spPr>
          <a:xfrm>
            <a:off x="5909637" y="4501494"/>
            <a:ext cx="127362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Inventario</a:t>
            </a:r>
            <a:endParaRPr lang="es-CL" sz="1600" noProof="0"/>
          </a:p>
        </p:txBody>
      </p:sp>
      <p:sp>
        <p:nvSpPr>
          <p:cNvPr id="397" name="Google Shape;397;p8"/>
          <p:cNvSpPr/>
          <p:nvPr/>
        </p:nvSpPr>
        <p:spPr>
          <a:xfrm>
            <a:off x="7384433" y="3715110"/>
            <a:ext cx="1456509" cy="2121408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8" name="Google Shape;398;p8"/>
          <p:cNvSpPr txBox="1"/>
          <p:nvPr/>
        </p:nvSpPr>
        <p:spPr>
          <a:xfrm>
            <a:off x="7475873" y="4090014"/>
            <a:ext cx="127362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M5</a:t>
            </a:r>
            <a:endParaRPr lang="es-CL" sz="1600" noProof="0"/>
          </a:p>
        </p:txBody>
      </p:sp>
      <p:sp>
        <p:nvSpPr>
          <p:cNvPr id="399" name="Google Shape;399;p8"/>
          <p:cNvSpPr txBox="1"/>
          <p:nvPr/>
        </p:nvSpPr>
        <p:spPr>
          <a:xfrm>
            <a:off x="7475873" y="4501494"/>
            <a:ext cx="127362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Preparación</a:t>
            </a:r>
            <a:endParaRPr lang="es-CL" sz="1600" noProof="0"/>
          </a:p>
        </p:txBody>
      </p:sp>
      <p:sp>
        <p:nvSpPr>
          <p:cNvPr id="401" name="Google Shape;401;p8"/>
          <p:cNvSpPr/>
          <p:nvPr/>
        </p:nvSpPr>
        <p:spPr>
          <a:xfrm>
            <a:off x="8950670" y="3715110"/>
            <a:ext cx="1456509" cy="2121408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2" name="Google Shape;402;p8"/>
          <p:cNvSpPr txBox="1"/>
          <p:nvPr/>
        </p:nvSpPr>
        <p:spPr>
          <a:xfrm>
            <a:off x="9042110" y="4090014"/>
            <a:ext cx="127362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M9</a:t>
            </a:r>
            <a:endParaRPr lang="es-CL" sz="1600" noProof="0">
              <a:solidFill>
                <a:schemeClr val="accent1"/>
              </a:solidFill>
            </a:endParaRPr>
          </a:p>
        </p:txBody>
      </p:sp>
      <p:sp>
        <p:nvSpPr>
          <p:cNvPr id="403" name="Google Shape;403;p8"/>
          <p:cNvSpPr txBox="1"/>
          <p:nvPr/>
        </p:nvSpPr>
        <p:spPr>
          <a:xfrm>
            <a:off x="9042110" y="4501494"/>
            <a:ext cx="1273629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chemeClr val="tx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Calidad y trazabilidad</a:t>
            </a:r>
            <a:endParaRPr lang="es-CL" sz="1600" noProof="0">
              <a:solidFill>
                <a:schemeClr val="tx1"/>
              </a:solidFill>
            </a:endParaRPr>
          </a:p>
        </p:txBody>
      </p:sp>
      <p:sp>
        <p:nvSpPr>
          <p:cNvPr id="405" name="Google Shape;405;p8"/>
          <p:cNvSpPr/>
          <p:nvPr/>
        </p:nvSpPr>
        <p:spPr>
          <a:xfrm>
            <a:off x="10516906" y="3715110"/>
            <a:ext cx="1456509" cy="2121408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6" name="Google Shape;406;p8"/>
          <p:cNvSpPr txBox="1"/>
          <p:nvPr/>
        </p:nvSpPr>
        <p:spPr>
          <a:xfrm>
            <a:off x="10608346" y="4090014"/>
            <a:ext cx="127362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M12</a:t>
            </a:r>
            <a:endParaRPr lang="es-CL" sz="1600" noProof="0"/>
          </a:p>
        </p:txBody>
      </p:sp>
      <p:sp>
        <p:nvSpPr>
          <p:cNvPr id="407" name="Google Shape;407;p8"/>
          <p:cNvSpPr txBox="1"/>
          <p:nvPr/>
        </p:nvSpPr>
        <p:spPr>
          <a:xfrm>
            <a:off x="10608346" y="4501494"/>
            <a:ext cx="127362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Telemetría</a:t>
            </a:r>
            <a:endParaRPr lang="es-CL" sz="1600" noProof="0"/>
          </a:p>
        </p:txBody>
      </p:sp>
      <p:sp>
        <p:nvSpPr>
          <p:cNvPr id="409" name="Google Shape;409;p8"/>
          <p:cNvSpPr/>
          <p:nvPr/>
        </p:nvSpPr>
        <p:spPr>
          <a:xfrm>
            <a:off x="12338575" y="3321316"/>
            <a:ext cx="1973590" cy="263732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0" name="Google Shape;410;p8"/>
          <p:cNvSpPr txBox="1"/>
          <p:nvPr/>
        </p:nvSpPr>
        <p:spPr>
          <a:xfrm>
            <a:off x="12460694" y="3319272"/>
            <a:ext cx="172935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s-CL" sz="1800" b="1">
                <a:solidFill>
                  <a:schemeClr val="tx1"/>
                </a:solidFill>
                <a:latin typeface="Inter SemiBold"/>
                <a:ea typeface="Inter SemiBold"/>
                <a:sym typeface="Inter SemiBold"/>
              </a:rPr>
              <a:t>Canal moderno</a:t>
            </a:r>
            <a:endParaRPr lang="es-CL" sz="1800" b="1">
              <a:solidFill>
                <a:schemeClr val="tx1"/>
              </a:solidFill>
              <a:latin typeface="Inter SemiBold"/>
              <a:ea typeface="Inter SemiBold"/>
            </a:endParaRPr>
          </a:p>
        </p:txBody>
      </p:sp>
      <p:sp>
        <p:nvSpPr>
          <p:cNvPr id="411" name="Google Shape;411;p8"/>
          <p:cNvSpPr/>
          <p:nvPr/>
        </p:nvSpPr>
        <p:spPr>
          <a:xfrm>
            <a:off x="12611089" y="3669993"/>
            <a:ext cx="1456509" cy="2121408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2" name="Google Shape;412;p8"/>
          <p:cNvSpPr txBox="1"/>
          <p:nvPr/>
        </p:nvSpPr>
        <p:spPr>
          <a:xfrm>
            <a:off x="12702529" y="4044897"/>
            <a:ext cx="127362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M11</a:t>
            </a:r>
            <a:endParaRPr lang="es-CL" sz="1600" noProof="0"/>
          </a:p>
        </p:txBody>
      </p:sp>
      <p:sp>
        <p:nvSpPr>
          <p:cNvPr id="413" name="Google Shape;413;p8"/>
          <p:cNvSpPr txBox="1"/>
          <p:nvPr/>
        </p:nvSpPr>
        <p:spPr>
          <a:xfrm>
            <a:off x="12702529" y="4456377"/>
            <a:ext cx="127362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EDI</a:t>
            </a:r>
            <a:endParaRPr lang="es-CL" sz="1600" noProof="0"/>
          </a:p>
        </p:txBody>
      </p:sp>
      <p:sp>
        <p:nvSpPr>
          <p:cNvPr id="416" name="Google Shape;416;p8"/>
          <p:cNvSpPr/>
          <p:nvPr/>
        </p:nvSpPr>
        <p:spPr>
          <a:xfrm>
            <a:off x="4114800" y="6171597"/>
            <a:ext cx="6579932" cy="265236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7" name="Google Shape;417;p8"/>
          <p:cNvSpPr txBox="1"/>
          <p:nvPr/>
        </p:nvSpPr>
        <p:spPr>
          <a:xfrm>
            <a:off x="4251960" y="6229710"/>
            <a:ext cx="615521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chemeClr val="tx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Preventa, rutas y reparto</a:t>
            </a:r>
            <a:endParaRPr lang="es-CL" sz="1800" b="1" noProof="0">
              <a:solidFill>
                <a:schemeClr val="tx1"/>
              </a:solidFill>
            </a:endParaRPr>
          </a:p>
        </p:txBody>
      </p:sp>
      <p:sp>
        <p:nvSpPr>
          <p:cNvPr id="418" name="Google Shape;418;p8"/>
          <p:cNvSpPr/>
          <p:nvPr/>
        </p:nvSpPr>
        <p:spPr>
          <a:xfrm>
            <a:off x="4251960" y="6595470"/>
            <a:ext cx="1456509" cy="2121408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9" name="Google Shape;419;p8"/>
          <p:cNvSpPr txBox="1"/>
          <p:nvPr/>
        </p:nvSpPr>
        <p:spPr>
          <a:xfrm>
            <a:off x="4343400" y="6970374"/>
            <a:ext cx="127362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M3</a:t>
            </a:r>
            <a:endParaRPr lang="es-CL" sz="1600" noProof="0"/>
          </a:p>
        </p:txBody>
      </p:sp>
      <p:sp>
        <p:nvSpPr>
          <p:cNvPr id="420" name="Google Shape;420;p8"/>
          <p:cNvSpPr txBox="1"/>
          <p:nvPr/>
        </p:nvSpPr>
        <p:spPr>
          <a:xfrm>
            <a:off x="4343400" y="7381854"/>
            <a:ext cx="127362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Preventa</a:t>
            </a:r>
            <a:endParaRPr lang="es-CL" sz="1600" noProof="0"/>
          </a:p>
        </p:txBody>
      </p:sp>
      <p:sp>
        <p:nvSpPr>
          <p:cNvPr id="422" name="Google Shape;422;p8"/>
          <p:cNvSpPr/>
          <p:nvPr/>
        </p:nvSpPr>
        <p:spPr>
          <a:xfrm>
            <a:off x="5818197" y="6595470"/>
            <a:ext cx="1456509" cy="2121408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3" name="Google Shape;423;p8"/>
          <p:cNvSpPr txBox="1"/>
          <p:nvPr/>
        </p:nvSpPr>
        <p:spPr>
          <a:xfrm>
            <a:off x="5909637" y="6970374"/>
            <a:ext cx="127362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M4</a:t>
            </a:r>
            <a:endParaRPr lang="es-CL" sz="1600" noProof="0"/>
          </a:p>
        </p:txBody>
      </p:sp>
      <p:sp>
        <p:nvSpPr>
          <p:cNvPr id="424" name="Google Shape;424;p8"/>
          <p:cNvSpPr txBox="1"/>
          <p:nvPr/>
        </p:nvSpPr>
        <p:spPr>
          <a:xfrm>
            <a:off x="5909637" y="7381854"/>
            <a:ext cx="127362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Rutas + GIS</a:t>
            </a:r>
            <a:endParaRPr lang="es-CL" sz="1600" noProof="0"/>
          </a:p>
        </p:txBody>
      </p:sp>
      <p:sp>
        <p:nvSpPr>
          <p:cNvPr id="426" name="Google Shape;426;p8"/>
          <p:cNvSpPr/>
          <p:nvPr/>
        </p:nvSpPr>
        <p:spPr>
          <a:xfrm>
            <a:off x="7384433" y="6595470"/>
            <a:ext cx="1456509" cy="2121408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7" name="Google Shape;427;p8"/>
          <p:cNvSpPr txBox="1"/>
          <p:nvPr/>
        </p:nvSpPr>
        <p:spPr>
          <a:xfrm>
            <a:off x="7475873" y="6970374"/>
            <a:ext cx="127362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M6</a:t>
            </a:r>
            <a:endParaRPr lang="es-CL" sz="1600" noProof="0"/>
          </a:p>
        </p:txBody>
      </p:sp>
      <p:sp>
        <p:nvSpPr>
          <p:cNvPr id="428" name="Google Shape;428;p8"/>
          <p:cNvSpPr txBox="1"/>
          <p:nvPr/>
        </p:nvSpPr>
        <p:spPr>
          <a:xfrm>
            <a:off x="7475873" y="7381854"/>
            <a:ext cx="127362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Reparto</a:t>
            </a:r>
            <a:endParaRPr lang="es-CL" sz="1600" noProof="0"/>
          </a:p>
        </p:txBody>
      </p:sp>
      <p:sp>
        <p:nvSpPr>
          <p:cNvPr id="430" name="Google Shape;430;p8"/>
          <p:cNvSpPr/>
          <p:nvPr/>
        </p:nvSpPr>
        <p:spPr>
          <a:xfrm>
            <a:off x="8950670" y="6610509"/>
            <a:ext cx="1591864" cy="209133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1" name="Google Shape;431;p8"/>
          <p:cNvSpPr txBox="1"/>
          <p:nvPr/>
        </p:nvSpPr>
        <p:spPr>
          <a:xfrm>
            <a:off x="9042110" y="6970374"/>
            <a:ext cx="127362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M8</a:t>
            </a:r>
            <a:endParaRPr lang="es-CL" sz="1600" noProof="0"/>
          </a:p>
        </p:txBody>
      </p:sp>
      <p:sp>
        <p:nvSpPr>
          <p:cNvPr id="432" name="Google Shape;432;p8"/>
          <p:cNvSpPr txBox="1"/>
          <p:nvPr/>
        </p:nvSpPr>
        <p:spPr>
          <a:xfrm>
            <a:off x="9042110" y="7366815"/>
            <a:ext cx="136386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Devoluciones y envases</a:t>
            </a:r>
            <a:endParaRPr lang="es-CL" sz="1600" noProof="0"/>
          </a:p>
        </p:txBody>
      </p:sp>
      <p:sp>
        <p:nvSpPr>
          <p:cNvPr id="434" name="Google Shape;434;p8"/>
          <p:cNvSpPr/>
          <p:nvPr/>
        </p:nvSpPr>
        <p:spPr>
          <a:xfrm>
            <a:off x="11012968" y="6141519"/>
            <a:ext cx="3299197" cy="2697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5" name="Google Shape;435;p8"/>
          <p:cNvSpPr txBox="1"/>
          <p:nvPr/>
        </p:nvSpPr>
        <p:spPr>
          <a:xfrm>
            <a:off x="11150128" y="6229710"/>
            <a:ext cx="275416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>
              <a:buFont typeface="Arial"/>
              <a:buNone/>
            </a:pPr>
            <a:r>
              <a:rPr lang="es-CL" sz="1800" b="1">
                <a:solidFill>
                  <a:schemeClr val="tx1"/>
                </a:solidFill>
                <a:latin typeface="Inter SemiBold"/>
                <a:ea typeface="Inter SemiBold"/>
                <a:sym typeface="Inter SemiBold"/>
              </a:rPr>
              <a:t>Datos y rendición</a:t>
            </a:r>
            <a:endParaRPr lang="es-CL" sz="1800" b="1">
              <a:solidFill>
                <a:schemeClr val="tx1"/>
              </a:solidFill>
              <a:latin typeface="Inter SemiBold"/>
              <a:ea typeface="Inter SemiBold"/>
            </a:endParaRPr>
          </a:p>
        </p:txBody>
      </p:sp>
      <p:sp>
        <p:nvSpPr>
          <p:cNvPr id="436" name="Google Shape;436;p8"/>
          <p:cNvSpPr/>
          <p:nvPr/>
        </p:nvSpPr>
        <p:spPr>
          <a:xfrm>
            <a:off x="11150128" y="6580431"/>
            <a:ext cx="1456509" cy="2121408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7" name="Google Shape;437;p8"/>
          <p:cNvSpPr txBox="1"/>
          <p:nvPr/>
        </p:nvSpPr>
        <p:spPr>
          <a:xfrm>
            <a:off x="11241568" y="6955335"/>
            <a:ext cx="127362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M7</a:t>
            </a:r>
            <a:endParaRPr lang="es-CL" sz="1600" noProof="0"/>
          </a:p>
        </p:txBody>
      </p:sp>
      <p:sp>
        <p:nvSpPr>
          <p:cNvPr id="438" name="Google Shape;438;p8"/>
          <p:cNvSpPr txBox="1"/>
          <p:nvPr/>
        </p:nvSpPr>
        <p:spPr>
          <a:xfrm>
            <a:off x="11241568" y="7366815"/>
            <a:ext cx="1273629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Cobranza y rendición</a:t>
            </a:r>
            <a:endParaRPr lang="es-CL" sz="1600" noProof="0"/>
          </a:p>
        </p:txBody>
      </p:sp>
      <p:sp>
        <p:nvSpPr>
          <p:cNvPr id="440" name="Google Shape;440;p8"/>
          <p:cNvSpPr/>
          <p:nvPr/>
        </p:nvSpPr>
        <p:spPr>
          <a:xfrm>
            <a:off x="12716364" y="6580431"/>
            <a:ext cx="1456509" cy="2121408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1" name="Google Shape;441;p8"/>
          <p:cNvSpPr txBox="1"/>
          <p:nvPr/>
        </p:nvSpPr>
        <p:spPr>
          <a:xfrm>
            <a:off x="12807804" y="6955335"/>
            <a:ext cx="127362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M10</a:t>
            </a:r>
            <a:endParaRPr lang="es-CL" sz="1600" noProof="0"/>
          </a:p>
        </p:txBody>
      </p:sp>
      <p:sp>
        <p:nvSpPr>
          <p:cNvPr id="442" name="Google Shape;442;p8"/>
          <p:cNvSpPr txBox="1"/>
          <p:nvPr/>
        </p:nvSpPr>
        <p:spPr>
          <a:xfrm>
            <a:off x="12807804" y="7366815"/>
            <a:ext cx="127362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Analítica BI</a:t>
            </a:r>
            <a:endParaRPr lang="es-CL" sz="1600" noProof="0"/>
          </a:p>
        </p:txBody>
      </p:sp>
      <p:sp>
        <p:nvSpPr>
          <p:cNvPr id="452" name="Google Shape;452;p8"/>
          <p:cNvSpPr txBox="1"/>
          <p:nvPr/>
        </p:nvSpPr>
        <p:spPr>
          <a:xfrm>
            <a:off x="14886674" y="3170922"/>
            <a:ext cx="295796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SISTEMAS EXTERNOS</a:t>
            </a:r>
            <a:endParaRPr lang="es-CL" sz="2000" b="1" noProof="0"/>
          </a:p>
        </p:txBody>
      </p:sp>
      <p:sp>
        <p:nvSpPr>
          <p:cNvPr id="453" name="Google Shape;453;p8"/>
          <p:cNvSpPr/>
          <p:nvPr/>
        </p:nvSpPr>
        <p:spPr>
          <a:xfrm>
            <a:off x="15082186" y="3777314"/>
            <a:ext cx="2190951" cy="1085850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182875" tIns="45700" rIns="18287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ERP 2017</a:t>
            </a:r>
            <a:endParaRPr lang="es-CL" noProof="0"/>
          </a:p>
        </p:txBody>
      </p:sp>
      <p:cxnSp>
        <p:nvCxnSpPr>
          <p:cNvPr id="454" name="Google Shape;454;p8"/>
          <p:cNvCxnSpPr/>
          <p:nvPr/>
        </p:nvCxnSpPr>
        <p:spPr>
          <a:xfrm flipV="1">
            <a:off x="14315413" y="4320239"/>
            <a:ext cx="763525" cy="0"/>
          </a:xfrm>
          <a:prstGeom prst="straightConnector1">
            <a:avLst/>
          </a:prstGeom>
          <a:ln>
            <a:headEnd type="none" w="sm" len="sm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55" name="Google Shape;455;p8"/>
          <p:cNvSpPr/>
          <p:nvPr/>
        </p:nvSpPr>
        <p:spPr>
          <a:xfrm>
            <a:off x="15082186" y="6314774"/>
            <a:ext cx="2190951" cy="10858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45700" rIns="18287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Geolocalización</a:t>
            </a:r>
            <a:endParaRPr lang="es-CL" sz="1400" b="0" noProof="0">
              <a:solidFill>
                <a:srgbClr val="6060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56" name="Google Shape;456;p8"/>
          <p:cNvCxnSpPr/>
          <p:nvPr/>
        </p:nvCxnSpPr>
        <p:spPr>
          <a:xfrm>
            <a:off x="14315413" y="5649127"/>
            <a:ext cx="778564" cy="0"/>
          </a:xfrm>
          <a:prstGeom prst="straightConnector1">
            <a:avLst/>
          </a:prstGeom>
          <a:ln>
            <a:headEnd type="none" w="sm" len="sm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58" name="Google Shape;458;p8"/>
          <p:cNvCxnSpPr/>
          <p:nvPr/>
        </p:nvCxnSpPr>
        <p:spPr>
          <a:xfrm flipV="1">
            <a:off x="14300374" y="6752424"/>
            <a:ext cx="778563" cy="1"/>
          </a:xfrm>
          <a:prstGeom prst="straightConnector1">
            <a:avLst/>
          </a:prstGeom>
          <a:ln>
            <a:headEnd type="none" w="sm" len="sm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60" name="Google Shape;460;p8"/>
          <p:cNvSpPr/>
          <p:nvPr/>
        </p:nvSpPr>
        <p:spPr>
          <a:xfrm>
            <a:off x="15082186" y="5046044"/>
            <a:ext cx="2190951" cy="10858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45700" rIns="18287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Transbank</a:t>
            </a:r>
            <a:endParaRPr lang="es-CL" sz="1400" b="0" noProof="0">
              <a:solidFill>
                <a:srgbClr val="6060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2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06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07</a:t>
            </a:r>
          </a:p>
        </p:txBody>
      </p:sp>
      <p:pic>
        <p:nvPicPr>
          <p:cNvPr id="468" name="!!thumb" descr="Figura 1. Vista general completa de la arquitectura lógica (Subdocumento 4)"/>
          <p:cNvPicPr preferRelativeResize="0"/>
          <p:nvPr/>
        </p:nvPicPr>
        <p:blipFill rotWithShape="1">
          <a:blip r:embed="rId3">
            <a:alphaModFix/>
          </a:blip>
          <a:srcRect b="3400"/>
          <a:stretch/>
        </p:blipFill>
        <p:spPr>
          <a:xfrm>
            <a:off x="7963265" y="1143000"/>
            <a:ext cx="9310908" cy="8275320"/>
          </a:xfrm>
          <a:prstGeom prst="rect">
            <a:avLst/>
          </a:prstGeom>
          <a:noFill/>
          <a:ln w="12700">
            <a:solidFill>
              <a:srgbClr val="E4E4E4"/>
            </a:solidFill>
          </a:ln>
        </p:spPr>
      </p:pic>
      <p:sp>
        <p:nvSpPr>
          <p:cNvPr id="469" name="!!title"/>
          <p:cNvSpPr txBox="1"/>
          <p:nvPr/>
        </p:nvSpPr>
        <p:spPr>
          <a:xfrm>
            <a:off x="1444752" y="274320"/>
            <a:ext cx="91440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948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Arquitectura lógica</a:t>
            </a:r>
            <a:endParaRPr lang="es-CL" noProof="0"/>
          </a:p>
        </p:txBody>
      </p:sp>
      <p:sp>
        <p:nvSpPr>
          <p:cNvPr id="472" name="Google Shape;472;p9"/>
          <p:cNvSpPr/>
          <p:nvPr/>
        </p:nvSpPr>
        <p:spPr>
          <a:xfrm>
            <a:off x="1448700" y="1495764"/>
            <a:ext cx="5887200" cy="594300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57250" tIns="43675" rIns="43675" bIns="436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29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   </a:t>
            </a:r>
            <a:r>
              <a:rPr lang="es-CL" sz="1529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Presentación</a:t>
            </a:r>
            <a:r>
              <a:rPr lang="es-CL" sz="1338" b="1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  ·  captura y muestra la información</a:t>
            </a:r>
          </a:p>
        </p:txBody>
      </p:sp>
      <p:sp>
        <p:nvSpPr>
          <p:cNvPr id="473" name="Google Shape;473;p9"/>
          <p:cNvSpPr/>
          <p:nvPr/>
        </p:nvSpPr>
        <p:spPr>
          <a:xfrm>
            <a:off x="1448700" y="2876765"/>
            <a:ext cx="5887200" cy="594300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57250" tIns="43675" rIns="43675" bIns="436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29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   </a:t>
            </a:r>
            <a:r>
              <a:rPr lang="es-CL" sz="1529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Borde y exposición</a:t>
            </a:r>
            <a:r>
              <a:rPr lang="es-CL" sz="1338" b="1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  ·  protege la entrada</a:t>
            </a:r>
          </a:p>
        </p:txBody>
      </p:sp>
      <p:sp>
        <p:nvSpPr>
          <p:cNvPr id="474" name="Google Shape;474;p9"/>
          <p:cNvSpPr/>
          <p:nvPr/>
        </p:nvSpPr>
        <p:spPr>
          <a:xfrm>
            <a:off x="1448700" y="3457272"/>
            <a:ext cx="5887200" cy="594300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57250" tIns="43675" rIns="43675" bIns="436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29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3   </a:t>
            </a:r>
            <a:r>
              <a:rPr lang="es-CL" sz="1529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Puerta de enlace de servicios</a:t>
            </a:r>
            <a:r>
              <a:rPr lang="es-CL" sz="1338" b="1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  ·  valida las solicitudes</a:t>
            </a:r>
          </a:p>
        </p:txBody>
      </p:sp>
      <p:sp>
        <p:nvSpPr>
          <p:cNvPr id="475" name="Google Shape;475;p9"/>
          <p:cNvSpPr/>
          <p:nvPr/>
        </p:nvSpPr>
        <p:spPr>
          <a:xfrm>
            <a:off x="1448700" y="4682916"/>
            <a:ext cx="5887200" cy="594300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57250" tIns="43675" rIns="43675" bIns="436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29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4   </a:t>
            </a:r>
            <a:r>
              <a:rPr lang="es-CL" sz="1529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Lógica de negocio</a:t>
            </a:r>
            <a:r>
              <a:rPr lang="es-CL" sz="1338" b="1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  ·  aplica las reglas de M1–M12 en Laravel</a:t>
            </a:r>
          </a:p>
        </p:txBody>
      </p:sp>
      <p:sp>
        <p:nvSpPr>
          <p:cNvPr id="476" name="Google Shape;476;p9"/>
          <p:cNvSpPr/>
          <p:nvPr/>
        </p:nvSpPr>
        <p:spPr>
          <a:xfrm>
            <a:off x="1448700" y="5859958"/>
            <a:ext cx="5887200" cy="594300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57250" tIns="43675" rIns="43675" bIns="436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29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5   </a:t>
            </a:r>
            <a:r>
              <a:rPr lang="es-CL" sz="1529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Integración y eventos</a:t>
            </a:r>
            <a:r>
              <a:rPr lang="es-CL" sz="1338" b="1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  ·  conserva y distribuye eventos</a:t>
            </a:r>
          </a:p>
        </p:txBody>
      </p:sp>
      <p:sp>
        <p:nvSpPr>
          <p:cNvPr id="477" name="Google Shape;477;p9"/>
          <p:cNvSpPr/>
          <p:nvPr/>
        </p:nvSpPr>
        <p:spPr>
          <a:xfrm>
            <a:off x="1448700" y="6709049"/>
            <a:ext cx="5887200" cy="594300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57250" tIns="43675" rIns="43675" bIns="436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29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6   </a:t>
            </a:r>
            <a:r>
              <a:rPr lang="es-CL" sz="1529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Acceso a datos</a:t>
            </a:r>
            <a:r>
              <a:rPr lang="es-CL" sz="1338" b="1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  ·  administra la persistencia</a:t>
            </a:r>
          </a:p>
        </p:txBody>
      </p:sp>
      <p:sp>
        <p:nvSpPr>
          <p:cNvPr id="478" name="Google Shape;478;p9"/>
          <p:cNvSpPr/>
          <p:nvPr/>
        </p:nvSpPr>
        <p:spPr>
          <a:xfrm>
            <a:off x="1448700" y="8158047"/>
            <a:ext cx="5887200" cy="594300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57250" tIns="43675" rIns="43675" bIns="436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29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7   </a:t>
            </a:r>
            <a:r>
              <a:rPr lang="es-CL" sz="1529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Seguridad</a:t>
            </a:r>
            <a:r>
              <a:rPr lang="es-CL" sz="1338" b="1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  ·  transversal a todas las capas</a:t>
            </a:r>
          </a:p>
        </p:txBody>
      </p:sp>
      <p:sp>
        <p:nvSpPr>
          <p:cNvPr id="479" name="Google Shape;479;p9"/>
          <p:cNvSpPr/>
          <p:nvPr/>
        </p:nvSpPr>
        <p:spPr>
          <a:xfrm>
            <a:off x="1448700" y="8735182"/>
            <a:ext cx="5887200" cy="594300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57250" tIns="43675" rIns="43675" bIns="436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29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8   </a:t>
            </a:r>
            <a:r>
              <a:rPr lang="es-CL" sz="1529" b="1" noProof="0" err="1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Observabilidad</a:t>
            </a:r>
            <a:r>
              <a:rPr lang="es-CL" sz="1338" b="1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  ·  transversal a todas las capas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deco_7e767073_1">
            <a:extLst>
              <a:ext uri="{FF2B5EF4-FFF2-40B4-BE49-F238E27FC236}">
                <a16:creationId xmlns:a16="http://schemas.microsoft.com/office/drawing/2014/main" id="{9D34E8CE-C892-80BE-D30D-C67C2A1E5B55}"/>
              </a:ext>
            </a:extLst>
          </p:cNvPr>
          <p:cNvSpPr/>
          <p:nvPr/>
        </p:nvSpPr>
        <p:spPr>
          <a:xfrm rot="3854843">
            <a:off x="1385462" y="5963072"/>
            <a:ext cx="4308206" cy="8647858"/>
          </a:xfrm>
          <a:custGeom>
            <a:avLst/>
            <a:gdLst/>
            <a:ahLst/>
            <a:cxnLst/>
            <a:rect l="l" t="t" r="r" b="b"/>
            <a:pathLst>
              <a:path w="4308206" h="8647858">
                <a:moveTo>
                  <a:pt x="0" y="0"/>
                </a:moveTo>
                <a:lnTo>
                  <a:pt x="4308206" y="0"/>
                </a:lnTo>
                <a:lnTo>
                  <a:pt x="4308206" y="8647858"/>
                </a:lnTo>
                <a:lnTo>
                  <a:pt x="0" y="86478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2" name="!!deco_78f3c294_1"/>
          <p:cNvSpPr/>
          <p:nvPr/>
        </p:nvSpPr>
        <p:spPr>
          <a:xfrm flipH="1">
            <a:off x="16902895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501" name="!!deco_78f3c294_2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556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08</a:t>
            </a:r>
          </a:p>
        </p:txBody>
      </p:sp>
      <p:sp>
        <p:nvSpPr>
          <p:cNvPr id="485" name="!!title"/>
          <p:cNvSpPr/>
          <p:nvPr/>
        </p:nvSpPr>
        <p:spPr>
          <a:xfrm>
            <a:off x="1000125" y="495300"/>
            <a:ext cx="16478400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400" b="1" i="0" u="none" strike="noStrike" cap="none" noProof="0">
                <a:solidFill>
                  <a:srgbClr val="111111"/>
                </a:solidFill>
                <a:latin typeface="Inter SemiBold"/>
                <a:ea typeface="Inter"/>
                <a:cs typeface="Inter"/>
                <a:sym typeface="Inter"/>
              </a:rPr>
              <a:t>Capa 1. Presentación</a:t>
            </a:r>
            <a:endParaRPr lang="es-CL" noProof="0"/>
          </a:p>
        </p:txBody>
      </p:sp>
      <p:sp>
        <p:nvSpPr>
          <p:cNvPr id="486" name="!!vista"/>
          <p:cNvSpPr/>
          <p:nvPr/>
        </p:nvSpPr>
        <p:spPr>
          <a:xfrm>
            <a:off x="857250" y="1981200"/>
            <a:ext cx="32385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Vista general</a:t>
            </a:r>
            <a:endParaRPr lang="es-CL" noProof="0"/>
          </a:p>
        </p:txBody>
      </p:sp>
      <p:sp>
        <p:nvSpPr>
          <p:cNvPr id="487" name="!!capan"/>
          <p:cNvSpPr/>
          <p:nvPr/>
        </p:nvSpPr>
        <p:spPr>
          <a:xfrm>
            <a:off x="857250" y="6096000"/>
            <a:ext cx="32385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50" b="1" i="0" u="none" strike="noStrike" cap="none" noProof="0">
                <a:solidFill>
                  <a:srgbClr val="E8641B"/>
                </a:solidFill>
                <a:latin typeface="Inter"/>
                <a:ea typeface="Inter"/>
                <a:cs typeface="Inter"/>
                <a:sym typeface="Inter"/>
              </a:rPr>
              <a:t>Capa 1 de 8</a:t>
            </a:r>
            <a:endParaRPr lang="es-CL" noProof="0"/>
          </a:p>
        </p:txBody>
      </p:sp>
      <p:sp>
        <p:nvSpPr>
          <p:cNvPr id="488" name="!!capadesc"/>
          <p:cNvSpPr/>
          <p:nvPr/>
        </p:nvSpPr>
        <p:spPr>
          <a:xfrm>
            <a:off x="857250" y="6743700"/>
            <a:ext cx="3238500" cy="14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Aplicaciones, portales y dispositivos de cada actor</a:t>
            </a:r>
            <a:endParaRPr lang="es-CL" noProof="0"/>
          </a:p>
        </p:txBody>
      </p:sp>
      <p:pic>
        <p:nvPicPr>
          <p:cNvPr id="490" name="!!thumb" descr="!!ARQL-overview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1989" y="2428875"/>
            <a:ext cx="3129021" cy="2878455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!!capahl"/>
          <p:cNvSpPr/>
          <p:nvPr/>
        </p:nvSpPr>
        <p:spPr>
          <a:xfrm>
            <a:off x="809625" y="2390775"/>
            <a:ext cx="3333900" cy="738300"/>
          </a:xfrm>
          <a:prstGeom prst="rect">
            <a:avLst/>
          </a:prstGeom>
          <a:noFill/>
          <a:ln w="28575" cap="flat" cmpd="sng">
            <a:solidFill>
              <a:srgbClr val="E86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noProof="0"/>
          </a:p>
        </p:txBody>
      </p:sp>
      <p:pic>
        <p:nvPicPr>
          <p:cNvPr id="493" name="Google Shape;493;hc7cc306779174be_1_3" descr="!!ARQL-layer-2"/>
          <p:cNvPicPr preferRelativeResize="0"/>
          <p:nvPr/>
        </p:nvPicPr>
        <p:blipFill rotWithShape="1">
          <a:blip r:embed="rId6">
            <a:alphaModFix amt="0"/>
          </a:blip>
          <a:srcRect/>
          <a:stretch/>
        </p:blipFill>
        <p:spPr>
          <a:xfrm>
            <a:off x="2296741" y="3090920"/>
            <a:ext cx="359518" cy="172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494" name="Google Shape;494;hc7cc306779174be_1_3" descr="!!ARQL-layer-3"/>
          <p:cNvPicPr preferRelativeResize="0"/>
          <p:nvPr/>
        </p:nvPicPr>
        <p:blipFill rotWithShape="1">
          <a:blip r:embed="rId7">
            <a:alphaModFix amt="0"/>
          </a:blip>
          <a:srcRect/>
          <a:stretch/>
        </p:blipFill>
        <p:spPr>
          <a:xfrm>
            <a:off x="2326735" y="3263627"/>
            <a:ext cx="299532" cy="201493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hc7cc306779174be_1_3" descr="!!ARQL-layer-4"/>
          <p:cNvPicPr preferRelativeResize="0"/>
          <p:nvPr/>
        </p:nvPicPr>
        <p:blipFill rotWithShape="1">
          <a:blip r:embed="rId8">
            <a:alphaModFix amt="0"/>
          </a:blip>
          <a:srcRect/>
          <a:stretch/>
        </p:blipFill>
        <p:spPr>
          <a:xfrm>
            <a:off x="1968077" y="3465119"/>
            <a:ext cx="1016846" cy="575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496" name="Google Shape;496;hc7cc306779174be_1_3" descr="!!ARQL-layer-5"/>
          <p:cNvPicPr preferRelativeResize="0"/>
          <p:nvPr/>
        </p:nvPicPr>
        <p:blipFill rotWithShape="1">
          <a:blip r:embed="rId9">
            <a:alphaModFix amt="0"/>
          </a:blip>
          <a:srcRect/>
          <a:stretch/>
        </p:blipFill>
        <p:spPr>
          <a:xfrm>
            <a:off x="2180924" y="4040810"/>
            <a:ext cx="591153" cy="287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hc7cc306779174be_1_3" descr="!!ARQL-layer-6"/>
          <p:cNvPicPr preferRelativeResize="0"/>
          <p:nvPr/>
        </p:nvPicPr>
        <p:blipFill rotWithShape="1">
          <a:blip r:embed="rId10">
            <a:alphaModFix amt="0"/>
          </a:blip>
          <a:srcRect/>
          <a:stretch/>
        </p:blipFill>
        <p:spPr>
          <a:xfrm>
            <a:off x="2078416" y="4328655"/>
            <a:ext cx="796170" cy="518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hc7cc306779174be_1_3" descr="!!ARQL-layer-7"/>
          <p:cNvPicPr preferRelativeResize="0"/>
          <p:nvPr/>
        </p:nvPicPr>
        <p:blipFill rotWithShape="1">
          <a:blip r:embed="rId11">
            <a:alphaModFix amt="0"/>
          </a:blip>
          <a:srcRect/>
          <a:stretch/>
        </p:blipFill>
        <p:spPr>
          <a:xfrm>
            <a:off x="2237586" y="4846777"/>
            <a:ext cx="477828" cy="23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hc7cc306779174be_1_3" descr="!!ARQL-layer-8"/>
          <p:cNvPicPr preferRelativeResize="0"/>
          <p:nvPr/>
        </p:nvPicPr>
        <p:blipFill rotWithShape="1">
          <a:blip r:embed="rId12">
            <a:alphaModFix amt="0"/>
          </a:blip>
          <a:srcRect/>
          <a:stretch/>
        </p:blipFill>
        <p:spPr>
          <a:xfrm>
            <a:off x="2272993" y="5077054"/>
            <a:ext cx="407015" cy="230277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!!capaimg" descr="!!ARQL-layer-1" title="Capa 1. Presentación"/>
          <p:cNvPicPr preferRelativeResize="0"/>
          <p:nvPr/>
        </p:nvPicPr>
        <p:blipFill rotWithShape="1">
          <a:blip r:embed="rId13">
            <a:alphaModFix/>
          </a:blip>
          <a:srcRect t="3348" b="12745"/>
          <a:stretch/>
        </p:blipFill>
        <p:spPr>
          <a:xfrm>
            <a:off x="5840632" y="1691640"/>
            <a:ext cx="10721535" cy="7040880"/>
          </a:xfrm>
          <a:prstGeom prst="rect">
            <a:avLst/>
          </a:prstGeom>
          <a:noFill/>
          <a:ln w="12700">
            <a:solidFill>
              <a:srgbClr val="E4E4E4"/>
            </a:solidFill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deco_7e767073_1">
            <a:extLst>
              <a:ext uri="{FF2B5EF4-FFF2-40B4-BE49-F238E27FC236}">
                <a16:creationId xmlns:a16="http://schemas.microsoft.com/office/drawing/2014/main" id="{8A2C77C1-248E-D58C-CCA0-DCA505869DD4}"/>
              </a:ext>
            </a:extLst>
          </p:cNvPr>
          <p:cNvSpPr/>
          <p:nvPr/>
        </p:nvSpPr>
        <p:spPr>
          <a:xfrm rot="3854843">
            <a:off x="1385462" y="5963072"/>
            <a:ext cx="4308206" cy="8647858"/>
          </a:xfrm>
          <a:custGeom>
            <a:avLst/>
            <a:gdLst/>
            <a:ahLst/>
            <a:cxnLst/>
            <a:rect l="l" t="t" r="r" b="b"/>
            <a:pathLst>
              <a:path w="4308206" h="8647858">
                <a:moveTo>
                  <a:pt x="0" y="0"/>
                </a:moveTo>
                <a:lnTo>
                  <a:pt x="4308206" y="0"/>
                </a:lnTo>
                <a:lnTo>
                  <a:pt x="4308206" y="8647858"/>
                </a:lnTo>
                <a:lnTo>
                  <a:pt x="0" y="86478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21" name="!!deco_78f3c294_1"/>
          <p:cNvSpPr/>
          <p:nvPr/>
        </p:nvSpPr>
        <p:spPr>
          <a:xfrm flipH="1">
            <a:off x="16902895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520" name="!!deco_78f3c294_2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548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09</a:t>
            </a:r>
          </a:p>
        </p:txBody>
      </p:sp>
      <p:sp>
        <p:nvSpPr>
          <p:cNvPr id="505" name="!!title"/>
          <p:cNvSpPr/>
          <p:nvPr/>
        </p:nvSpPr>
        <p:spPr>
          <a:xfrm>
            <a:off x="1000125" y="495300"/>
            <a:ext cx="16478400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400" b="1" i="0" u="none" strike="noStrike" cap="none" noProof="0">
                <a:solidFill>
                  <a:srgbClr val="111111"/>
                </a:solidFill>
                <a:latin typeface="Inter SemiBold"/>
                <a:ea typeface="Inter"/>
                <a:cs typeface="Inter"/>
                <a:sym typeface="Inter"/>
              </a:rPr>
              <a:t>Capa 2. Borde y exposición</a:t>
            </a:r>
            <a:endParaRPr lang="es-CL" noProof="0"/>
          </a:p>
        </p:txBody>
      </p:sp>
      <p:pic>
        <p:nvPicPr>
          <p:cNvPr id="506" name="!!thumb" descr="!!ARQL-overview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1989" y="2428875"/>
            <a:ext cx="3129021" cy="2878455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!!vista"/>
          <p:cNvSpPr/>
          <p:nvPr/>
        </p:nvSpPr>
        <p:spPr>
          <a:xfrm>
            <a:off x="857250" y="1981200"/>
            <a:ext cx="32385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Vista general</a:t>
            </a:r>
            <a:endParaRPr lang="es-CL" noProof="0"/>
          </a:p>
        </p:txBody>
      </p:sp>
      <p:sp>
        <p:nvSpPr>
          <p:cNvPr id="508" name="!!capahl"/>
          <p:cNvSpPr/>
          <p:nvPr/>
        </p:nvSpPr>
        <p:spPr>
          <a:xfrm>
            <a:off x="809625" y="3052820"/>
            <a:ext cx="3333900" cy="249000"/>
          </a:xfrm>
          <a:prstGeom prst="rect">
            <a:avLst/>
          </a:prstGeom>
          <a:noFill/>
          <a:ln w="28575" cap="flat" cmpd="sng">
            <a:solidFill>
              <a:srgbClr val="E86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noProof="0"/>
          </a:p>
        </p:txBody>
      </p:sp>
      <p:sp>
        <p:nvSpPr>
          <p:cNvPr id="509" name="!!capan"/>
          <p:cNvSpPr/>
          <p:nvPr/>
        </p:nvSpPr>
        <p:spPr>
          <a:xfrm>
            <a:off x="857250" y="6096000"/>
            <a:ext cx="32385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50" b="1" i="0" u="none" strike="noStrike" cap="none" noProof="0">
                <a:solidFill>
                  <a:srgbClr val="E8641B"/>
                </a:solidFill>
                <a:latin typeface="Inter"/>
                <a:ea typeface="Inter"/>
                <a:cs typeface="Inter"/>
                <a:sym typeface="Inter"/>
              </a:rPr>
              <a:t>Capa 2 de 8</a:t>
            </a:r>
            <a:endParaRPr lang="es-CL" noProof="0"/>
          </a:p>
        </p:txBody>
      </p:sp>
      <p:sp>
        <p:nvSpPr>
          <p:cNvPr id="510" name="!!capadesc"/>
          <p:cNvSpPr/>
          <p:nvPr/>
        </p:nvSpPr>
        <p:spPr>
          <a:xfrm>
            <a:off x="857250" y="6743700"/>
            <a:ext cx="3238500" cy="14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Protección de las entradas públicas, privadas y locales</a:t>
            </a:r>
            <a:endParaRPr lang="es-CL" noProof="0"/>
          </a:p>
        </p:txBody>
      </p:sp>
      <p:pic>
        <p:nvPicPr>
          <p:cNvPr id="511" name="Google Shape;511;hc7cc306779174be_10_2" descr="!!ARQL-layer-1"/>
          <p:cNvPicPr preferRelativeResize="0"/>
          <p:nvPr/>
        </p:nvPicPr>
        <p:blipFill rotWithShape="1">
          <a:blip r:embed="rId6">
            <a:alphaModFix amt="0"/>
          </a:blip>
          <a:srcRect/>
          <a:stretch/>
        </p:blipFill>
        <p:spPr>
          <a:xfrm>
            <a:off x="2053572" y="2428875"/>
            <a:ext cx="845856" cy="662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!!capaimg" descr="!!ARQL-layer-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846320" y="1691640"/>
            <a:ext cx="12710159" cy="6105765"/>
          </a:xfrm>
          <a:prstGeom prst="rect">
            <a:avLst/>
          </a:prstGeom>
          <a:noFill/>
          <a:ln w="12700">
            <a:solidFill>
              <a:srgbClr val="E4E4E4"/>
            </a:solidFill>
          </a:ln>
        </p:spPr>
      </p:pic>
      <p:pic>
        <p:nvPicPr>
          <p:cNvPr id="513" name="Google Shape;513;hc7cc306779174be_10_2" descr="!!ARQL-layer-3"/>
          <p:cNvPicPr preferRelativeResize="0"/>
          <p:nvPr/>
        </p:nvPicPr>
        <p:blipFill rotWithShape="1">
          <a:blip r:embed="rId8">
            <a:alphaModFix amt="0"/>
          </a:blip>
          <a:srcRect/>
          <a:stretch/>
        </p:blipFill>
        <p:spPr>
          <a:xfrm>
            <a:off x="2326735" y="3263627"/>
            <a:ext cx="299532" cy="201493"/>
          </a:xfrm>
          <a:prstGeom prst="rect">
            <a:avLst/>
          </a:prstGeom>
          <a:noFill/>
          <a:ln>
            <a:noFill/>
          </a:ln>
        </p:spPr>
      </p:pic>
      <p:pic>
        <p:nvPicPr>
          <p:cNvPr id="514" name="Google Shape;514;hc7cc306779174be_10_2" descr="!!ARQL-layer-4"/>
          <p:cNvPicPr preferRelativeResize="0"/>
          <p:nvPr/>
        </p:nvPicPr>
        <p:blipFill rotWithShape="1">
          <a:blip r:embed="rId9">
            <a:alphaModFix amt="0"/>
          </a:blip>
          <a:srcRect/>
          <a:stretch/>
        </p:blipFill>
        <p:spPr>
          <a:xfrm>
            <a:off x="1968077" y="3465119"/>
            <a:ext cx="1016846" cy="575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hc7cc306779174be_10_2" descr="!!ARQL-layer-5"/>
          <p:cNvPicPr preferRelativeResize="0"/>
          <p:nvPr/>
        </p:nvPicPr>
        <p:blipFill rotWithShape="1">
          <a:blip r:embed="rId10">
            <a:alphaModFix amt="0"/>
          </a:blip>
          <a:srcRect/>
          <a:stretch/>
        </p:blipFill>
        <p:spPr>
          <a:xfrm>
            <a:off x="2180924" y="4040810"/>
            <a:ext cx="591153" cy="287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516" name="Google Shape;516;hc7cc306779174be_10_2" descr="!!ARQL-layer-6"/>
          <p:cNvPicPr preferRelativeResize="0"/>
          <p:nvPr/>
        </p:nvPicPr>
        <p:blipFill rotWithShape="1">
          <a:blip r:embed="rId11">
            <a:alphaModFix amt="0"/>
          </a:blip>
          <a:srcRect/>
          <a:stretch/>
        </p:blipFill>
        <p:spPr>
          <a:xfrm>
            <a:off x="2078416" y="4328655"/>
            <a:ext cx="796170" cy="518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517" name="Google Shape;517;hc7cc306779174be_10_2" descr="!!ARQL-layer-7"/>
          <p:cNvPicPr preferRelativeResize="0"/>
          <p:nvPr/>
        </p:nvPicPr>
        <p:blipFill rotWithShape="1">
          <a:blip r:embed="rId12">
            <a:alphaModFix amt="0"/>
          </a:blip>
          <a:srcRect/>
          <a:stretch/>
        </p:blipFill>
        <p:spPr>
          <a:xfrm>
            <a:off x="2237586" y="4846777"/>
            <a:ext cx="477828" cy="23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8" name="Google Shape;518;hc7cc306779174be_10_2" descr="!!ARQL-layer-8"/>
          <p:cNvPicPr preferRelativeResize="0"/>
          <p:nvPr/>
        </p:nvPicPr>
        <p:blipFill rotWithShape="1">
          <a:blip r:embed="rId13">
            <a:alphaModFix amt="0"/>
          </a:blip>
          <a:srcRect/>
          <a:stretch/>
        </p:blipFill>
        <p:spPr>
          <a:xfrm>
            <a:off x="2272993" y="5077054"/>
            <a:ext cx="407015" cy="230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deco_7e767073_1">
            <a:extLst>
              <a:ext uri="{FF2B5EF4-FFF2-40B4-BE49-F238E27FC236}">
                <a16:creationId xmlns:a16="http://schemas.microsoft.com/office/drawing/2014/main" id="{6E6A1E67-3323-F4BD-3962-037B050FFC6F}"/>
              </a:ext>
            </a:extLst>
          </p:cNvPr>
          <p:cNvSpPr/>
          <p:nvPr/>
        </p:nvSpPr>
        <p:spPr>
          <a:xfrm rot="3854843">
            <a:off x="1385462" y="5963072"/>
            <a:ext cx="4308206" cy="8647858"/>
          </a:xfrm>
          <a:custGeom>
            <a:avLst/>
            <a:gdLst/>
            <a:ahLst/>
            <a:cxnLst/>
            <a:rect l="l" t="t" r="r" b="b"/>
            <a:pathLst>
              <a:path w="4308206" h="8647858">
                <a:moveTo>
                  <a:pt x="0" y="0"/>
                </a:moveTo>
                <a:lnTo>
                  <a:pt x="4308206" y="0"/>
                </a:lnTo>
                <a:lnTo>
                  <a:pt x="4308206" y="8647858"/>
                </a:lnTo>
                <a:lnTo>
                  <a:pt x="0" y="86478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0" name="!!deco_78f3c294_1"/>
          <p:cNvSpPr/>
          <p:nvPr/>
        </p:nvSpPr>
        <p:spPr>
          <a:xfrm flipH="1">
            <a:off x="16902895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539" name="!!deco_78f3c294_2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574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10</a:t>
            </a:r>
          </a:p>
        </p:txBody>
      </p:sp>
      <p:sp>
        <p:nvSpPr>
          <p:cNvPr id="524" name="!!title"/>
          <p:cNvSpPr/>
          <p:nvPr/>
        </p:nvSpPr>
        <p:spPr>
          <a:xfrm>
            <a:off x="1000125" y="495300"/>
            <a:ext cx="16478400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400" b="1" i="0" u="none" strike="noStrike" cap="none" noProof="0">
                <a:solidFill>
                  <a:srgbClr val="111111"/>
                </a:solidFill>
                <a:latin typeface="Inter SemiBold"/>
                <a:ea typeface="Inter"/>
                <a:cs typeface="Inter"/>
                <a:sym typeface="Inter"/>
              </a:rPr>
              <a:t>Capa 3. Enlace de servicios</a:t>
            </a:r>
            <a:endParaRPr lang="es-CL" noProof="0"/>
          </a:p>
        </p:txBody>
      </p:sp>
      <p:pic>
        <p:nvPicPr>
          <p:cNvPr id="525" name="!!thumb" descr="!!ARQL-overview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1989" y="2428875"/>
            <a:ext cx="3129021" cy="2878455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!!vista"/>
          <p:cNvSpPr/>
          <p:nvPr/>
        </p:nvSpPr>
        <p:spPr>
          <a:xfrm>
            <a:off x="857250" y="1981200"/>
            <a:ext cx="32385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Vista general</a:t>
            </a:r>
            <a:endParaRPr lang="es-CL" noProof="0"/>
          </a:p>
        </p:txBody>
      </p:sp>
      <p:sp>
        <p:nvSpPr>
          <p:cNvPr id="527" name="!!capahl"/>
          <p:cNvSpPr/>
          <p:nvPr/>
        </p:nvSpPr>
        <p:spPr>
          <a:xfrm>
            <a:off x="809625" y="3225527"/>
            <a:ext cx="3333900" cy="277800"/>
          </a:xfrm>
          <a:prstGeom prst="rect">
            <a:avLst/>
          </a:prstGeom>
          <a:noFill/>
          <a:ln w="28575" cap="flat" cmpd="sng">
            <a:solidFill>
              <a:srgbClr val="E86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noProof="0"/>
          </a:p>
        </p:txBody>
      </p:sp>
      <p:sp>
        <p:nvSpPr>
          <p:cNvPr id="528" name="!!capan"/>
          <p:cNvSpPr/>
          <p:nvPr/>
        </p:nvSpPr>
        <p:spPr>
          <a:xfrm>
            <a:off x="857250" y="6096000"/>
            <a:ext cx="32385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50" b="1" i="0" u="none" strike="noStrike" cap="none" noProof="0">
                <a:solidFill>
                  <a:srgbClr val="E8641B"/>
                </a:solidFill>
                <a:latin typeface="Inter"/>
                <a:ea typeface="Inter"/>
                <a:cs typeface="Inter"/>
                <a:sym typeface="Inter"/>
              </a:rPr>
              <a:t>Capa 3 de 8</a:t>
            </a:r>
            <a:endParaRPr lang="es-CL" noProof="0"/>
          </a:p>
        </p:txBody>
      </p:sp>
      <p:sp>
        <p:nvSpPr>
          <p:cNvPr id="529" name="!!capadesc"/>
          <p:cNvSpPr/>
          <p:nvPr/>
        </p:nvSpPr>
        <p:spPr>
          <a:xfrm>
            <a:off x="857250" y="6743700"/>
            <a:ext cx="3238500" cy="14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Validación de solicitudes y acceso local del WMS</a:t>
            </a:r>
            <a:endParaRPr lang="es-CL" noProof="0"/>
          </a:p>
        </p:txBody>
      </p:sp>
      <p:pic>
        <p:nvPicPr>
          <p:cNvPr id="530" name="Google Shape;530;hc7cc306779174be_10_5" descr="!!ARQL-layer-1"/>
          <p:cNvPicPr preferRelativeResize="0"/>
          <p:nvPr/>
        </p:nvPicPr>
        <p:blipFill rotWithShape="1">
          <a:blip r:embed="rId6">
            <a:alphaModFix amt="0"/>
          </a:blip>
          <a:srcRect/>
          <a:stretch/>
        </p:blipFill>
        <p:spPr>
          <a:xfrm>
            <a:off x="2053572" y="2428875"/>
            <a:ext cx="845856" cy="662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531" name="Google Shape;531;hc7cc306779174be_10_5" descr="!!ARQL-layer-2"/>
          <p:cNvPicPr preferRelativeResize="0"/>
          <p:nvPr/>
        </p:nvPicPr>
        <p:blipFill rotWithShape="1">
          <a:blip r:embed="rId7">
            <a:alphaModFix amt="0"/>
          </a:blip>
          <a:srcRect/>
          <a:stretch/>
        </p:blipFill>
        <p:spPr>
          <a:xfrm>
            <a:off x="2296741" y="3090920"/>
            <a:ext cx="359518" cy="172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532" name="!!capaimg" title="capa3-flechas-simplificadas.png"/>
          <p:cNvPicPr preferRelativeResize="0"/>
          <p:nvPr/>
        </p:nvPicPr>
        <p:blipFill rotWithShape="1">
          <a:blip r:embed="rId8">
            <a:alphaModFix/>
          </a:blip>
          <a:srcRect t="7" b="31505"/>
          <a:stretch/>
        </p:blipFill>
        <p:spPr>
          <a:xfrm>
            <a:off x="4846320" y="1691640"/>
            <a:ext cx="12710159" cy="5856770"/>
          </a:xfrm>
          <a:prstGeom prst="rect">
            <a:avLst/>
          </a:prstGeom>
          <a:noFill/>
          <a:ln w="12700">
            <a:solidFill>
              <a:srgbClr val="E4E4E4"/>
            </a:solidFill>
          </a:ln>
        </p:spPr>
      </p:pic>
      <p:pic>
        <p:nvPicPr>
          <p:cNvPr id="533" name="Google Shape;533;hc7cc306779174be_10_5" descr="!!ARQL-layer-4"/>
          <p:cNvPicPr preferRelativeResize="0"/>
          <p:nvPr/>
        </p:nvPicPr>
        <p:blipFill rotWithShape="1">
          <a:blip r:embed="rId9">
            <a:alphaModFix amt="0"/>
          </a:blip>
          <a:srcRect/>
          <a:stretch/>
        </p:blipFill>
        <p:spPr>
          <a:xfrm>
            <a:off x="1968077" y="3465119"/>
            <a:ext cx="1016846" cy="575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534" name="Google Shape;534;hc7cc306779174be_10_5" descr="!!ARQL-layer-5"/>
          <p:cNvPicPr preferRelativeResize="0"/>
          <p:nvPr/>
        </p:nvPicPr>
        <p:blipFill rotWithShape="1">
          <a:blip r:embed="rId10">
            <a:alphaModFix amt="0"/>
          </a:blip>
          <a:srcRect/>
          <a:stretch/>
        </p:blipFill>
        <p:spPr>
          <a:xfrm>
            <a:off x="2180924" y="4040810"/>
            <a:ext cx="591153" cy="287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535" name="Google Shape;535;hc7cc306779174be_10_5" descr="!!ARQL-layer-6"/>
          <p:cNvPicPr preferRelativeResize="0"/>
          <p:nvPr/>
        </p:nvPicPr>
        <p:blipFill rotWithShape="1">
          <a:blip r:embed="rId11">
            <a:alphaModFix amt="0"/>
          </a:blip>
          <a:srcRect/>
          <a:stretch/>
        </p:blipFill>
        <p:spPr>
          <a:xfrm>
            <a:off x="2078416" y="4328655"/>
            <a:ext cx="796170" cy="518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hc7cc306779174be_10_5" descr="!!ARQL-layer-7"/>
          <p:cNvPicPr preferRelativeResize="0"/>
          <p:nvPr/>
        </p:nvPicPr>
        <p:blipFill rotWithShape="1">
          <a:blip r:embed="rId12">
            <a:alphaModFix amt="0"/>
          </a:blip>
          <a:srcRect/>
          <a:stretch/>
        </p:blipFill>
        <p:spPr>
          <a:xfrm>
            <a:off x="2237586" y="4846777"/>
            <a:ext cx="477828" cy="23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7" name="Google Shape;537;hc7cc306779174be_10_5" descr="!!ARQL-layer-8"/>
          <p:cNvPicPr preferRelativeResize="0"/>
          <p:nvPr/>
        </p:nvPicPr>
        <p:blipFill rotWithShape="1">
          <a:blip r:embed="rId13">
            <a:alphaModFix amt="0"/>
          </a:blip>
          <a:srcRect/>
          <a:stretch/>
        </p:blipFill>
        <p:spPr>
          <a:xfrm>
            <a:off x="2272993" y="5077054"/>
            <a:ext cx="407015" cy="230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deco_7e767073_1">
            <a:extLst>
              <a:ext uri="{FF2B5EF4-FFF2-40B4-BE49-F238E27FC236}">
                <a16:creationId xmlns:a16="http://schemas.microsoft.com/office/drawing/2014/main" id="{FA660EF0-661E-C72E-E8F1-A63487D8CDF7}"/>
              </a:ext>
            </a:extLst>
          </p:cNvPr>
          <p:cNvSpPr/>
          <p:nvPr/>
        </p:nvSpPr>
        <p:spPr>
          <a:xfrm rot="3854843">
            <a:off x="1385462" y="5963072"/>
            <a:ext cx="4308206" cy="8647858"/>
          </a:xfrm>
          <a:custGeom>
            <a:avLst/>
            <a:gdLst/>
            <a:ahLst/>
            <a:cxnLst/>
            <a:rect l="l" t="t" r="r" b="b"/>
            <a:pathLst>
              <a:path w="4308206" h="8647858">
                <a:moveTo>
                  <a:pt x="0" y="0"/>
                </a:moveTo>
                <a:lnTo>
                  <a:pt x="4308206" y="0"/>
                </a:lnTo>
                <a:lnTo>
                  <a:pt x="4308206" y="8647858"/>
                </a:lnTo>
                <a:lnTo>
                  <a:pt x="0" y="86478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9" name="!!deco_78f3c294_1"/>
          <p:cNvSpPr/>
          <p:nvPr/>
        </p:nvSpPr>
        <p:spPr>
          <a:xfrm flipH="1">
            <a:off x="16902895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558" name="!!deco_78f3c294_2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588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11</a:t>
            </a:r>
          </a:p>
        </p:txBody>
      </p:sp>
      <p:sp>
        <p:nvSpPr>
          <p:cNvPr id="543" name="!!title"/>
          <p:cNvSpPr/>
          <p:nvPr/>
        </p:nvSpPr>
        <p:spPr>
          <a:xfrm>
            <a:off x="1000125" y="495300"/>
            <a:ext cx="16478400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400" b="1" i="0" u="none" strike="noStrike" cap="none" noProof="0">
                <a:solidFill>
                  <a:srgbClr val="111111"/>
                </a:solidFill>
                <a:latin typeface="Inter SemiBold"/>
                <a:ea typeface="Inter"/>
                <a:cs typeface="Inter"/>
                <a:sym typeface="Inter"/>
              </a:rPr>
              <a:t>Capa 4. Lógica de negocio</a:t>
            </a:r>
            <a:endParaRPr lang="es-CL" noProof="0"/>
          </a:p>
        </p:txBody>
      </p:sp>
      <p:pic>
        <p:nvPicPr>
          <p:cNvPr id="544" name="!!thumb" descr="!!ARQL-overview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1989" y="2428875"/>
            <a:ext cx="3129021" cy="2878455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!!vista"/>
          <p:cNvSpPr/>
          <p:nvPr/>
        </p:nvSpPr>
        <p:spPr>
          <a:xfrm>
            <a:off x="857250" y="1981200"/>
            <a:ext cx="32385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Vista general</a:t>
            </a:r>
            <a:endParaRPr lang="es-CL" noProof="0"/>
          </a:p>
        </p:txBody>
      </p:sp>
      <p:sp>
        <p:nvSpPr>
          <p:cNvPr id="546" name="!!capahl"/>
          <p:cNvSpPr/>
          <p:nvPr/>
        </p:nvSpPr>
        <p:spPr>
          <a:xfrm>
            <a:off x="809625" y="3427019"/>
            <a:ext cx="3333900" cy="651900"/>
          </a:xfrm>
          <a:prstGeom prst="rect">
            <a:avLst/>
          </a:prstGeom>
          <a:noFill/>
          <a:ln w="28575" cap="flat" cmpd="sng">
            <a:solidFill>
              <a:srgbClr val="E86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noProof="0"/>
          </a:p>
        </p:txBody>
      </p:sp>
      <p:sp>
        <p:nvSpPr>
          <p:cNvPr id="547" name="!!capan"/>
          <p:cNvSpPr/>
          <p:nvPr/>
        </p:nvSpPr>
        <p:spPr>
          <a:xfrm>
            <a:off x="857250" y="6096000"/>
            <a:ext cx="32385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50" b="1" i="0" u="none" strike="noStrike" cap="none" noProof="0">
                <a:solidFill>
                  <a:srgbClr val="E8641B"/>
                </a:solidFill>
                <a:latin typeface="Inter"/>
                <a:ea typeface="Inter"/>
                <a:cs typeface="Inter"/>
                <a:sym typeface="Inter"/>
              </a:rPr>
              <a:t>Capa 4 de 8</a:t>
            </a:r>
            <a:endParaRPr lang="es-CL" noProof="0"/>
          </a:p>
        </p:txBody>
      </p:sp>
      <p:sp>
        <p:nvSpPr>
          <p:cNvPr id="548" name="!!capadesc"/>
          <p:cNvSpPr/>
          <p:nvPr/>
        </p:nvSpPr>
        <p:spPr>
          <a:xfrm>
            <a:off x="857250" y="6743700"/>
            <a:ext cx="3238500" cy="14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Reglas de negocio de los doce módulos Laravel</a:t>
            </a:r>
            <a:endParaRPr lang="es-CL" noProof="0"/>
          </a:p>
        </p:txBody>
      </p:sp>
      <p:pic>
        <p:nvPicPr>
          <p:cNvPr id="549" name="Google Shape;549;hc7cc306779174be_10_8" descr="!!ARQL-layer-1"/>
          <p:cNvPicPr preferRelativeResize="0"/>
          <p:nvPr/>
        </p:nvPicPr>
        <p:blipFill rotWithShape="1">
          <a:blip r:embed="rId6">
            <a:alphaModFix amt="0"/>
          </a:blip>
          <a:srcRect/>
          <a:stretch/>
        </p:blipFill>
        <p:spPr>
          <a:xfrm>
            <a:off x="2053572" y="2428875"/>
            <a:ext cx="845856" cy="662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550" name="Google Shape;550;hc7cc306779174be_10_8" descr="!!ARQL-layer-2"/>
          <p:cNvPicPr preferRelativeResize="0"/>
          <p:nvPr/>
        </p:nvPicPr>
        <p:blipFill rotWithShape="1">
          <a:blip r:embed="rId7">
            <a:alphaModFix amt="0"/>
          </a:blip>
          <a:srcRect/>
          <a:stretch/>
        </p:blipFill>
        <p:spPr>
          <a:xfrm>
            <a:off x="2296741" y="3090920"/>
            <a:ext cx="359518" cy="172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551" name="Google Shape;551;hc7cc306779174be_10_8" descr="!!ARQL-layer-3"/>
          <p:cNvPicPr preferRelativeResize="0"/>
          <p:nvPr/>
        </p:nvPicPr>
        <p:blipFill rotWithShape="1">
          <a:blip r:embed="rId8">
            <a:alphaModFix amt="0"/>
          </a:blip>
          <a:srcRect/>
          <a:stretch/>
        </p:blipFill>
        <p:spPr>
          <a:xfrm>
            <a:off x="2326735" y="3263627"/>
            <a:ext cx="299532" cy="201493"/>
          </a:xfrm>
          <a:prstGeom prst="rect">
            <a:avLst/>
          </a:prstGeom>
          <a:noFill/>
          <a:ln>
            <a:noFill/>
          </a:ln>
        </p:spPr>
      </p:pic>
      <p:pic>
        <p:nvPicPr>
          <p:cNvPr id="552" name="!!capaimg" descr="!!ARQL-layer-4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983232" y="1691640"/>
            <a:ext cx="12436335" cy="7040880"/>
          </a:xfrm>
          <a:prstGeom prst="rect">
            <a:avLst/>
          </a:prstGeom>
          <a:noFill/>
          <a:ln w="12700">
            <a:solidFill>
              <a:srgbClr val="E4E4E4"/>
            </a:solidFill>
          </a:ln>
        </p:spPr>
      </p:pic>
      <p:pic>
        <p:nvPicPr>
          <p:cNvPr id="553" name="Google Shape;553;hc7cc306779174be_10_8" descr="!!ARQL-layer-5"/>
          <p:cNvPicPr preferRelativeResize="0"/>
          <p:nvPr/>
        </p:nvPicPr>
        <p:blipFill rotWithShape="1">
          <a:blip r:embed="rId10">
            <a:alphaModFix amt="0"/>
          </a:blip>
          <a:srcRect/>
          <a:stretch/>
        </p:blipFill>
        <p:spPr>
          <a:xfrm>
            <a:off x="2180924" y="4040810"/>
            <a:ext cx="591153" cy="287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554" name="Google Shape;554;hc7cc306779174be_10_8" descr="!!ARQL-layer-6"/>
          <p:cNvPicPr preferRelativeResize="0"/>
          <p:nvPr/>
        </p:nvPicPr>
        <p:blipFill rotWithShape="1">
          <a:blip r:embed="rId11">
            <a:alphaModFix amt="0"/>
          </a:blip>
          <a:srcRect/>
          <a:stretch/>
        </p:blipFill>
        <p:spPr>
          <a:xfrm>
            <a:off x="2078416" y="4328655"/>
            <a:ext cx="796170" cy="518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555" name="Google Shape;555;hc7cc306779174be_10_8" descr="!!ARQL-layer-7"/>
          <p:cNvPicPr preferRelativeResize="0"/>
          <p:nvPr/>
        </p:nvPicPr>
        <p:blipFill rotWithShape="1">
          <a:blip r:embed="rId12">
            <a:alphaModFix amt="0"/>
          </a:blip>
          <a:srcRect/>
          <a:stretch/>
        </p:blipFill>
        <p:spPr>
          <a:xfrm>
            <a:off x="2237586" y="4846777"/>
            <a:ext cx="477828" cy="23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6" name="Google Shape;556;hc7cc306779174be_10_8" descr="!!ARQL-layer-8"/>
          <p:cNvPicPr preferRelativeResize="0"/>
          <p:nvPr/>
        </p:nvPicPr>
        <p:blipFill rotWithShape="1">
          <a:blip r:embed="rId13">
            <a:alphaModFix amt="0"/>
          </a:blip>
          <a:srcRect/>
          <a:stretch/>
        </p:blipFill>
        <p:spPr>
          <a:xfrm>
            <a:off x="2272993" y="5077054"/>
            <a:ext cx="407015" cy="230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deco_7e767073_1">
            <a:extLst>
              <a:ext uri="{FF2B5EF4-FFF2-40B4-BE49-F238E27FC236}">
                <a16:creationId xmlns:a16="http://schemas.microsoft.com/office/drawing/2014/main" id="{772FE207-07B2-12AE-90AC-BBC788B7A27A}"/>
              </a:ext>
            </a:extLst>
          </p:cNvPr>
          <p:cNvSpPr/>
          <p:nvPr/>
        </p:nvSpPr>
        <p:spPr>
          <a:xfrm rot="3854843">
            <a:off x="1385462" y="5963072"/>
            <a:ext cx="4308206" cy="8647858"/>
          </a:xfrm>
          <a:custGeom>
            <a:avLst/>
            <a:gdLst/>
            <a:ahLst/>
            <a:cxnLst/>
            <a:rect l="l" t="t" r="r" b="b"/>
            <a:pathLst>
              <a:path w="4308206" h="8647858">
                <a:moveTo>
                  <a:pt x="0" y="0"/>
                </a:moveTo>
                <a:lnTo>
                  <a:pt x="4308206" y="0"/>
                </a:lnTo>
                <a:lnTo>
                  <a:pt x="4308206" y="8647858"/>
                </a:lnTo>
                <a:lnTo>
                  <a:pt x="0" y="86478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8" name="!!deco_78f3c294_1"/>
          <p:cNvSpPr/>
          <p:nvPr/>
        </p:nvSpPr>
        <p:spPr>
          <a:xfrm flipH="1">
            <a:off x="16902895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577" name="!!deco_78f3c294_2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620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12</a:t>
            </a:r>
          </a:p>
        </p:txBody>
      </p:sp>
      <p:sp>
        <p:nvSpPr>
          <p:cNvPr id="562" name="!!title"/>
          <p:cNvSpPr/>
          <p:nvPr/>
        </p:nvSpPr>
        <p:spPr>
          <a:xfrm>
            <a:off x="1000125" y="495300"/>
            <a:ext cx="16478400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400" b="1" i="0" u="none" strike="noStrike" cap="none" noProof="0">
                <a:solidFill>
                  <a:srgbClr val="111111"/>
                </a:solidFill>
                <a:latin typeface="Inter SemiBold"/>
                <a:ea typeface="Inter"/>
                <a:cs typeface="Inter"/>
                <a:sym typeface="Inter"/>
              </a:rPr>
              <a:t>Capa 5. Integración y eventos</a:t>
            </a:r>
            <a:endParaRPr lang="es-CL" noProof="0"/>
          </a:p>
        </p:txBody>
      </p:sp>
      <p:pic>
        <p:nvPicPr>
          <p:cNvPr id="563" name="!!thumb" descr="!!ARQL-overview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1989" y="2428875"/>
            <a:ext cx="3129021" cy="2878455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!!vista"/>
          <p:cNvSpPr/>
          <p:nvPr/>
        </p:nvSpPr>
        <p:spPr>
          <a:xfrm>
            <a:off x="857250" y="1981200"/>
            <a:ext cx="32385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Vista general</a:t>
            </a:r>
            <a:endParaRPr lang="es-CL" noProof="0"/>
          </a:p>
        </p:txBody>
      </p:sp>
      <p:sp>
        <p:nvSpPr>
          <p:cNvPr id="565" name="!!capahl"/>
          <p:cNvSpPr/>
          <p:nvPr/>
        </p:nvSpPr>
        <p:spPr>
          <a:xfrm>
            <a:off x="809625" y="4002710"/>
            <a:ext cx="3333900" cy="363900"/>
          </a:xfrm>
          <a:prstGeom prst="rect">
            <a:avLst/>
          </a:prstGeom>
          <a:noFill/>
          <a:ln w="28575" cap="flat" cmpd="sng">
            <a:solidFill>
              <a:srgbClr val="E86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noProof="0"/>
          </a:p>
        </p:txBody>
      </p:sp>
      <p:sp>
        <p:nvSpPr>
          <p:cNvPr id="566" name="!!capan"/>
          <p:cNvSpPr/>
          <p:nvPr/>
        </p:nvSpPr>
        <p:spPr>
          <a:xfrm>
            <a:off x="857250" y="6096000"/>
            <a:ext cx="32385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50" b="1" i="0" u="none" strike="noStrike" cap="none" noProof="0">
                <a:solidFill>
                  <a:srgbClr val="E8641B"/>
                </a:solidFill>
                <a:latin typeface="Inter"/>
                <a:ea typeface="Inter"/>
                <a:cs typeface="Inter"/>
                <a:sym typeface="Inter"/>
              </a:rPr>
              <a:t>Capa 5 de 8</a:t>
            </a:r>
            <a:endParaRPr lang="es-CL" noProof="0"/>
          </a:p>
        </p:txBody>
      </p:sp>
      <p:sp>
        <p:nvSpPr>
          <p:cNvPr id="567" name="!!capadesc"/>
          <p:cNvSpPr/>
          <p:nvPr/>
        </p:nvSpPr>
        <p:spPr>
          <a:xfrm>
            <a:off x="857250" y="6743700"/>
            <a:ext cx="3238500" cy="14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Intercambio de eventos y continuidad de los sitios</a:t>
            </a:r>
            <a:endParaRPr lang="es-CL" noProof="0"/>
          </a:p>
        </p:txBody>
      </p:sp>
      <p:pic>
        <p:nvPicPr>
          <p:cNvPr id="568" name="Google Shape;568;hc7cc306779174be_10_11" descr="!!ARQL-layer-1"/>
          <p:cNvPicPr preferRelativeResize="0"/>
          <p:nvPr/>
        </p:nvPicPr>
        <p:blipFill rotWithShape="1">
          <a:blip r:embed="rId6">
            <a:alphaModFix amt="0"/>
          </a:blip>
          <a:srcRect/>
          <a:stretch/>
        </p:blipFill>
        <p:spPr>
          <a:xfrm>
            <a:off x="2053572" y="2428875"/>
            <a:ext cx="845856" cy="662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569" name="Google Shape;569;hc7cc306779174be_10_11" descr="!!ARQL-layer-2"/>
          <p:cNvPicPr preferRelativeResize="0"/>
          <p:nvPr/>
        </p:nvPicPr>
        <p:blipFill rotWithShape="1">
          <a:blip r:embed="rId7">
            <a:alphaModFix amt="0"/>
          </a:blip>
          <a:srcRect/>
          <a:stretch/>
        </p:blipFill>
        <p:spPr>
          <a:xfrm>
            <a:off x="2296741" y="3090920"/>
            <a:ext cx="359518" cy="172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570" name="Google Shape;570;hc7cc306779174be_10_11" descr="!!ARQL-layer-3"/>
          <p:cNvPicPr preferRelativeResize="0"/>
          <p:nvPr/>
        </p:nvPicPr>
        <p:blipFill rotWithShape="1">
          <a:blip r:embed="rId8">
            <a:alphaModFix amt="0"/>
          </a:blip>
          <a:srcRect/>
          <a:stretch/>
        </p:blipFill>
        <p:spPr>
          <a:xfrm>
            <a:off x="2326735" y="3263627"/>
            <a:ext cx="299532" cy="201493"/>
          </a:xfrm>
          <a:prstGeom prst="rect">
            <a:avLst/>
          </a:prstGeom>
          <a:noFill/>
          <a:ln>
            <a:noFill/>
          </a:ln>
        </p:spPr>
      </p:pic>
      <p:pic>
        <p:nvPicPr>
          <p:cNvPr id="571" name="Google Shape;571;hc7cc306779174be_10_11" descr="!!ARQL-layer-4"/>
          <p:cNvPicPr preferRelativeResize="0"/>
          <p:nvPr/>
        </p:nvPicPr>
        <p:blipFill rotWithShape="1">
          <a:blip r:embed="rId9">
            <a:alphaModFix amt="0"/>
          </a:blip>
          <a:srcRect/>
          <a:stretch/>
        </p:blipFill>
        <p:spPr>
          <a:xfrm>
            <a:off x="1968077" y="3465119"/>
            <a:ext cx="1016846" cy="575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2" name="!!capaimg" descr="!!ARQL-layer-5" title="Capa 5. Integración y eventos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846320" y="1691640"/>
            <a:ext cx="12710159" cy="6188869"/>
          </a:xfrm>
          <a:prstGeom prst="rect">
            <a:avLst/>
          </a:prstGeom>
          <a:noFill/>
          <a:ln w="12700">
            <a:solidFill>
              <a:srgbClr val="E4E4E4"/>
            </a:solidFill>
          </a:ln>
        </p:spPr>
      </p:pic>
      <p:pic>
        <p:nvPicPr>
          <p:cNvPr id="573" name="Google Shape;573;hc7cc306779174be_10_11" descr="!!ARQL-layer-6"/>
          <p:cNvPicPr preferRelativeResize="0"/>
          <p:nvPr/>
        </p:nvPicPr>
        <p:blipFill rotWithShape="1">
          <a:blip r:embed="rId11">
            <a:alphaModFix amt="0"/>
          </a:blip>
          <a:srcRect/>
          <a:stretch/>
        </p:blipFill>
        <p:spPr>
          <a:xfrm>
            <a:off x="2078416" y="4328655"/>
            <a:ext cx="796170" cy="518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4" name="Google Shape;574;hc7cc306779174be_10_11" descr="!!ARQL-layer-7"/>
          <p:cNvPicPr preferRelativeResize="0"/>
          <p:nvPr/>
        </p:nvPicPr>
        <p:blipFill rotWithShape="1">
          <a:blip r:embed="rId12">
            <a:alphaModFix amt="0"/>
          </a:blip>
          <a:srcRect/>
          <a:stretch/>
        </p:blipFill>
        <p:spPr>
          <a:xfrm>
            <a:off x="2237586" y="4846777"/>
            <a:ext cx="477828" cy="23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5" name="Google Shape;575;hc7cc306779174be_10_11" descr="!!ARQL-layer-8"/>
          <p:cNvPicPr preferRelativeResize="0"/>
          <p:nvPr/>
        </p:nvPicPr>
        <p:blipFill rotWithShape="1">
          <a:blip r:embed="rId13">
            <a:alphaModFix amt="0"/>
          </a:blip>
          <a:srcRect/>
          <a:stretch/>
        </p:blipFill>
        <p:spPr>
          <a:xfrm>
            <a:off x="2272993" y="5077054"/>
            <a:ext cx="407015" cy="230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deco_7e767073_1">
            <a:extLst>
              <a:ext uri="{FF2B5EF4-FFF2-40B4-BE49-F238E27FC236}">
                <a16:creationId xmlns:a16="http://schemas.microsoft.com/office/drawing/2014/main" id="{FECD422C-D9E2-E088-A7BE-D63D5CEE45E7}"/>
              </a:ext>
            </a:extLst>
          </p:cNvPr>
          <p:cNvSpPr/>
          <p:nvPr/>
        </p:nvSpPr>
        <p:spPr>
          <a:xfrm rot="3854843">
            <a:off x="1385462" y="5963072"/>
            <a:ext cx="4308206" cy="8647858"/>
          </a:xfrm>
          <a:custGeom>
            <a:avLst/>
            <a:gdLst/>
            <a:ahLst/>
            <a:cxnLst/>
            <a:rect l="l" t="t" r="r" b="b"/>
            <a:pathLst>
              <a:path w="4308206" h="8647858">
                <a:moveTo>
                  <a:pt x="0" y="0"/>
                </a:moveTo>
                <a:lnTo>
                  <a:pt x="4308206" y="0"/>
                </a:lnTo>
                <a:lnTo>
                  <a:pt x="4308206" y="8647858"/>
                </a:lnTo>
                <a:lnTo>
                  <a:pt x="0" y="86478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7" name="!!deco_78f3c294_1"/>
          <p:cNvSpPr/>
          <p:nvPr/>
        </p:nvSpPr>
        <p:spPr>
          <a:xfrm flipH="1">
            <a:off x="16902895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596" name="!!deco_78f3c294_2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639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13</a:t>
            </a:r>
          </a:p>
        </p:txBody>
      </p:sp>
      <p:sp>
        <p:nvSpPr>
          <p:cNvPr id="581" name="!!title"/>
          <p:cNvSpPr/>
          <p:nvPr/>
        </p:nvSpPr>
        <p:spPr>
          <a:xfrm>
            <a:off x="1000125" y="495300"/>
            <a:ext cx="16478400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400" b="1" i="0" u="none" strike="noStrike" cap="none" noProof="0">
                <a:solidFill>
                  <a:srgbClr val="111111"/>
                </a:solidFill>
                <a:latin typeface="Inter SemiBold"/>
                <a:ea typeface="Inter"/>
                <a:cs typeface="Inter"/>
                <a:sym typeface="Inter"/>
              </a:rPr>
              <a:t>Capa 6. Acceso a datos</a:t>
            </a:r>
            <a:endParaRPr lang="es-CL" noProof="0"/>
          </a:p>
        </p:txBody>
      </p:sp>
      <p:pic>
        <p:nvPicPr>
          <p:cNvPr id="582" name="!!thumb" descr="!!ARQL-overview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1989" y="2428875"/>
            <a:ext cx="3129021" cy="2878455"/>
          </a:xfrm>
          <a:prstGeom prst="rect">
            <a:avLst/>
          </a:prstGeom>
          <a:noFill/>
          <a:ln>
            <a:noFill/>
          </a:ln>
        </p:spPr>
      </p:pic>
      <p:sp>
        <p:nvSpPr>
          <p:cNvPr id="583" name="!!vista"/>
          <p:cNvSpPr/>
          <p:nvPr/>
        </p:nvSpPr>
        <p:spPr>
          <a:xfrm>
            <a:off x="857250" y="1981200"/>
            <a:ext cx="32385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Vista general</a:t>
            </a:r>
            <a:endParaRPr lang="es-CL" noProof="0"/>
          </a:p>
        </p:txBody>
      </p:sp>
      <p:sp>
        <p:nvSpPr>
          <p:cNvPr id="584" name="!!capahl"/>
          <p:cNvSpPr/>
          <p:nvPr/>
        </p:nvSpPr>
        <p:spPr>
          <a:xfrm>
            <a:off x="809625" y="4290555"/>
            <a:ext cx="3333900" cy="594300"/>
          </a:xfrm>
          <a:prstGeom prst="rect">
            <a:avLst/>
          </a:prstGeom>
          <a:noFill/>
          <a:ln w="28575" cap="flat" cmpd="sng">
            <a:solidFill>
              <a:srgbClr val="E86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noProof="0"/>
          </a:p>
        </p:txBody>
      </p:sp>
      <p:sp>
        <p:nvSpPr>
          <p:cNvPr id="585" name="!!capan"/>
          <p:cNvSpPr/>
          <p:nvPr/>
        </p:nvSpPr>
        <p:spPr>
          <a:xfrm>
            <a:off x="857250" y="6096000"/>
            <a:ext cx="32385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50" b="1" i="0" u="none" strike="noStrike" cap="none" noProof="0">
                <a:solidFill>
                  <a:srgbClr val="E8641B"/>
                </a:solidFill>
                <a:latin typeface="Inter"/>
                <a:ea typeface="Inter"/>
                <a:cs typeface="Inter"/>
                <a:sym typeface="Inter"/>
              </a:rPr>
              <a:t>Capa 6 de 8</a:t>
            </a:r>
            <a:endParaRPr lang="es-CL" noProof="0"/>
          </a:p>
        </p:txBody>
      </p:sp>
      <p:sp>
        <p:nvSpPr>
          <p:cNvPr id="586" name="!!capadesc"/>
          <p:cNvSpPr/>
          <p:nvPr/>
        </p:nvSpPr>
        <p:spPr>
          <a:xfrm>
            <a:off x="857250" y="6743700"/>
            <a:ext cx="3238500" cy="14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Propiedad de los datos y persistencia híbrida</a:t>
            </a:r>
            <a:endParaRPr lang="es-CL" noProof="0"/>
          </a:p>
        </p:txBody>
      </p:sp>
      <p:pic>
        <p:nvPicPr>
          <p:cNvPr id="587" name="Google Shape;587;hc7cc306779174be_10_74" descr="!!ARQL-layer-1"/>
          <p:cNvPicPr preferRelativeResize="0"/>
          <p:nvPr/>
        </p:nvPicPr>
        <p:blipFill rotWithShape="1">
          <a:blip r:embed="rId6">
            <a:alphaModFix amt="0"/>
          </a:blip>
          <a:srcRect/>
          <a:stretch/>
        </p:blipFill>
        <p:spPr>
          <a:xfrm>
            <a:off x="2053572" y="2428875"/>
            <a:ext cx="845856" cy="662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8" name="Google Shape;588;hc7cc306779174be_10_74" descr="!!ARQL-layer-2"/>
          <p:cNvPicPr preferRelativeResize="0"/>
          <p:nvPr/>
        </p:nvPicPr>
        <p:blipFill rotWithShape="1">
          <a:blip r:embed="rId7">
            <a:alphaModFix amt="0"/>
          </a:blip>
          <a:srcRect/>
          <a:stretch/>
        </p:blipFill>
        <p:spPr>
          <a:xfrm>
            <a:off x="2296741" y="3090920"/>
            <a:ext cx="359518" cy="172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589" name="Google Shape;589;hc7cc306779174be_10_74" descr="!!ARQL-layer-3"/>
          <p:cNvPicPr preferRelativeResize="0"/>
          <p:nvPr/>
        </p:nvPicPr>
        <p:blipFill rotWithShape="1">
          <a:blip r:embed="rId8">
            <a:alphaModFix amt="0"/>
          </a:blip>
          <a:srcRect/>
          <a:stretch/>
        </p:blipFill>
        <p:spPr>
          <a:xfrm>
            <a:off x="2326735" y="3263627"/>
            <a:ext cx="299532" cy="201493"/>
          </a:xfrm>
          <a:prstGeom prst="rect">
            <a:avLst/>
          </a:prstGeom>
          <a:noFill/>
          <a:ln>
            <a:noFill/>
          </a:ln>
        </p:spPr>
      </p:pic>
      <p:pic>
        <p:nvPicPr>
          <p:cNvPr id="590" name="Google Shape;590;hc7cc306779174be_10_74" descr="!!ARQL-layer-4"/>
          <p:cNvPicPr preferRelativeResize="0"/>
          <p:nvPr/>
        </p:nvPicPr>
        <p:blipFill rotWithShape="1">
          <a:blip r:embed="rId9">
            <a:alphaModFix amt="0"/>
          </a:blip>
          <a:srcRect/>
          <a:stretch/>
        </p:blipFill>
        <p:spPr>
          <a:xfrm>
            <a:off x="1968077" y="3465119"/>
            <a:ext cx="1016846" cy="575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591" name="Google Shape;591;hc7cc306779174be_10_74" descr="!!ARQL-layer-5"/>
          <p:cNvPicPr preferRelativeResize="0"/>
          <p:nvPr/>
        </p:nvPicPr>
        <p:blipFill rotWithShape="1">
          <a:blip r:embed="rId10">
            <a:alphaModFix amt="0"/>
          </a:blip>
          <a:srcRect/>
          <a:stretch/>
        </p:blipFill>
        <p:spPr>
          <a:xfrm>
            <a:off x="2180924" y="4040810"/>
            <a:ext cx="591153" cy="287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592" name="!!capaimg" descr="!!ARQL-layer-6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791740" y="1691640"/>
            <a:ext cx="10819319" cy="7040880"/>
          </a:xfrm>
          <a:prstGeom prst="rect">
            <a:avLst/>
          </a:prstGeom>
          <a:noFill/>
          <a:ln w="12700">
            <a:solidFill>
              <a:srgbClr val="E4E4E4"/>
            </a:solidFill>
          </a:ln>
        </p:spPr>
      </p:pic>
      <p:pic>
        <p:nvPicPr>
          <p:cNvPr id="593" name="Google Shape;593;hc7cc306779174be_10_74" descr="!!ARQL-layer-7"/>
          <p:cNvPicPr preferRelativeResize="0"/>
          <p:nvPr/>
        </p:nvPicPr>
        <p:blipFill rotWithShape="1">
          <a:blip r:embed="rId12">
            <a:alphaModFix amt="0"/>
          </a:blip>
          <a:srcRect/>
          <a:stretch/>
        </p:blipFill>
        <p:spPr>
          <a:xfrm>
            <a:off x="2237586" y="4846777"/>
            <a:ext cx="477828" cy="23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4" name="Google Shape;594;hc7cc306779174be_10_74" descr="!!ARQL-layer-8"/>
          <p:cNvPicPr preferRelativeResize="0"/>
          <p:nvPr/>
        </p:nvPicPr>
        <p:blipFill rotWithShape="1">
          <a:blip r:embed="rId13">
            <a:alphaModFix amt="0"/>
          </a:blip>
          <a:srcRect/>
          <a:stretch/>
        </p:blipFill>
        <p:spPr>
          <a:xfrm>
            <a:off x="2272993" y="5077054"/>
            <a:ext cx="407015" cy="230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deco_7e767073_1">
            <a:extLst>
              <a:ext uri="{FF2B5EF4-FFF2-40B4-BE49-F238E27FC236}">
                <a16:creationId xmlns:a16="http://schemas.microsoft.com/office/drawing/2014/main" id="{B345DCB2-75F0-3394-4B81-CE5AEC799C19}"/>
              </a:ext>
            </a:extLst>
          </p:cNvPr>
          <p:cNvSpPr/>
          <p:nvPr/>
        </p:nvSpPr>
        <p:spPr>
          <a:xfrm rot="3854843">
            <a:off x="1385462" y="5963072"/>
            <a:ext cx="4308206" cy="8647858"/>
          </a:xfrm>
          <a:custGeom>
            <a:avLst/>
            <a:gdLst/>
            <a:ahLst/>
            <a:cxnLst/>
            <a:rect l="l" t="t" r="r" b="b"/>
            <a:pathLst>
              <a:path w="4308206" h="8647858">
                <a:moveTo>
                  <a:pt x="0" y="0"/>
                </a:moveTo>
                <a:lnTo>
                  <a:pt x="4308206" y="0"/>
                </a:lnTo>
                <a:lnTo>
                  <a:pt x="4308206" y="8647858"/>
                </a:lnTo>
                <a:lnTo>
                  <a:pt x="0" y="86478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6" name="!!deco_78f3c294_1"/>
          <p:cNvSpPr/>
          <p:nvPr/>
        </p:nvSpPr>
        <p:spPr>
          <a:xfrm flipH="1">
            <a:off x="16902895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615" name="!!deco_78f3c294_2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648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14</a:t>
            </a:r>
          </a:p>
        </p:txBody>
      </p:sp>
      <p:sp>
        <p:nvSpPr>
          <p:cNvPr id="600" name="!!title"/>
          <p:cNvSpPr/>
          <p:nvPr/>
        </p:nvSpPr>
        <p:spPr>
          <a:xfrm>
            <a:off x="1000125" y="495300"/>
            <a:ext cx="16478400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400" b="1" i="0" u="none" strike="noStrike" cap="none" noProof="0">
                <a:solidFill>
                  <a:srgbClr val="111111"/>
                </a:solidFill>
                <a:latin typeface="Inter SemiBold"/>
                <a:ea typeface="Inter"/>
                <a:cs typeface="Inter"/>
                <a:sym typeface="Inter"/>
              </a:rPr>
              <a:t>Capa 7. Seguridad transversal</a:t>
            </a:r>
            <a:endParaRPr lang="es-CL" noProof="0"/>
          </a:p>
        </p:txBody>
      </p:sp>
      <p:pic>
        <p:nvPicPr>
          <p:cNvPr id="601" name="!!thumb" descr="!!ARQL-overview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1989" y="2428875"/>
            <a:ext cx="3129021" cy="2878455"/>
          </a:xfrm>
          <a:prstGeom prst="rect">
            <a:avLst/>
          </a:prstGeom>
          <a:noFill/>
          <a:ln>
            <a:noFill/>
          </a:ln>
        </p:spPr>
      </p:pic>
      <p:sp>
        <p:nvSpPr>
          <p:cNvPr id="602" name="!!vista"/>
          <p:cNvSpPr/>
          <p:nvPr/>
        </p:nvSpPr>
        <p:spPr>
          <a:xfrm>
            <a:off x="857250" y="1981200"/>
            <a:ext cx="32385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Vista general</a:t>
            </a:r>
            <a:endParaRPr lang="es-CL" noProof="0"/>
          </a:p>
        </p:txBody>
      </p:sp>
      <p:sp>
        <p:nvSpPr>
          <p:cNvPr id="603" name="!!capahl"/>
          <p:cNvSpPr/>
          <p:nvPr/>
        </p:nvSpPr>
        <p:spPr>
          <a:xfrm>
            <a:off x="809625" y="4808677"/>
            <a:ext cx="3333900" cy="306600"/>
          </a:xfrm>
          <a:prstGeom prst="rect">
            <a:avLst/>
          </a:prstGeom>
          <a:noFill/>
          <a:ln w="28575" cap="flat" cmpd="sng">
            <a:solidFill>
              <a:srgbClr val="E86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noProof="0"/>
          </a:p>
        </p:txBody>
      </p:sp>
      <p:sp>
        <p:nvSpPr>
          <p:cNvPr id="604" name="!!capan"/>
          <p:cNvSpPr/>
          <p:nvPr/>
        </p:nvSpPr>
        <p:spPr>
          <a:xfrm>
            <a:off x="857250" y="6096000"/>
            <a:ext cx="32385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50" b="1" i="0" u="none" strike="noStrike" cap="none" noProof="0">
                <a:solidFill>
                  <a:srgbClr val="E8641B"/>
                </a:solidFill>
                <a:latin typeface="Inter"/>
                <a:ea typeface="Inter"/>
                <a:cs typeface="Inter"/>
                <a:sym typeface="Inter"/>
              </a:rPr>
              <a:t>Capa 7 de 8</a:t>
            </a:r>
            <a:endParaRPr lang="es-CL" noProof="0"/>
          </a:p>
        </p:txBody>
      </p:sp>
      <p:sp>
        <p:nvSpPr>
          <p:cNvPr id="605" name="!!capadesc"/>
          <p:cNvSpPr/>
          <p:nvPr/>
        </p:nvSpPr>
        <p:spPr>
          <a:xfrm>
            <a:off x="857250" y="6743700"/>
            <a:ext cx="3238500" cy="14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Identidad y autorización en todas las capas</a:t>
            </a:r>
            <a:endParaRPr lang="es-CL" noProof="0"/>
          </a:p>
        </p:txBody>
      </p:sp>
      <p:pic>
        <p:nvPicPr>
          <p:cNvPr id="606" name="Google Shape;606;hc7cc306779174be_10_92" descr="!!ARQL-layer-1"/>
          <p:cNvPicPr preferRelativeResize="0"/>
          <p:nvPr/>
        </p:nvPicPr>
        <p:blipFill rotWithShape="1">
          <a:blip r:embed="rId6">
            <a:alphaModFix amt="0"/>
          </a:blip>
          <a:srcRect/>
          <a:stretch/>
        </p:blipFill>
        <p:spPr>
          <a:xfrm>
            <a:off x="2053572" y="2428875"/>
            <a:ext cx="845856" cy="662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607" name="Google Shape;607;hc7cc306779174be_10_92" descr="!!ARQL-layer-2"/>
          <p:cNvPicPr preferRelativeResize="0"/>
          <p:nvPr/>
        </p:nvPicPr>
        <p:blipFill rotWithShape="1">
          <a:blip r:embed="rId7">
            <a:alphaModFix amt="0"/>
          </a:blip>
          <a:srcRect/>
          <a:stretch/>
        </p:blipFill>
        <p:spPr>
          <a:xfrm>
            <a:off x="2296741" y="3090920"/>
            <a:ext cx="359518" cy="172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608" name="Google Shape;608;hc7cc306779174be_10_92" descr="!!ARQL-layer-3"/>
          <p:cNvPicPr preferRelativeResize="0"/>
          <p:nvPr/>
        </p:nvPicPr>
        <p:blipFill rotWithShape="1">
          <a:blip r:embed="rId8">
            <a:alphaModFix amt="0"/>
          </a:blip>
          <a:srcRect/>
          <a:stretch/>
        </p:blipFill>
        <p:spPr>
          <a:xfrm>
            <a:off x="2326735" y="3263627"/>
            <a:ext cx="299532" cy="201493"/>
          </a:xfrm>
          <a:prstGeom prst="rect">
            <a:avLst/>
          </a:prstGeom>
          <a:noFill/>
          <a:ln>
            <a:noFill/>
          </a:ln>
        </p:spPr>
      </p:pic>
      <p:pic>
        <p:nvPicPr>
          <p:cNvPr id="609" name="Google Shape;609;hc7cc306779174be_10_92" descr="!!ARQL-layer-4"/>
          <p:cNvPicPr preferRelativeResize="0"/>
          <p:nvPr/>
        </p:nvPicPr>
        <p:blipFill rotWithShape="1">
          <a:blip r:embed="rId9">
            <a:alphaModFix amt="0"/>
          </a:blip>
          <a:srcRect/>
          <a:stretch/>
        </p:blipFill>
        <p:spPr>
          <a:xfrm>
            <a:off x="1968077" y="3465119"/>
            <a:ext cx="1016846" cy="575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610" name="Google Shape;610;hc7cc306779174be_10_92" descr="!!ARQL-layer-5"/>
          <p:cNvPicPr preferRelativeResize="0"/>
          <p:nvPr/>
        </p:nvPicPr>
        <p:blipFill rotWithShape="1">
          <a:blip r:embed="rId10">
            <a:alphaModFix amt="0"/>
          </a:blip>
          <a:srcRect/>
          <a:stretch/>
        </p:blipFill>
        <p:spPr>
          <a:xfrm>
            <a:off x="2180924" y="4040810"/>
            <a:ext cx="591153" cy="287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611" name="Google Shape;611;hc7cc306779174be_10_92" descr="!!ARQL-layer-6"/>
          <p:cNvPicPr preferRelativeResize="0"/>
          <p:nvPr/>
        </p:nvPicPr>
        <p:blipFill rotWithShape="1">
          <a:blip r:embed="rId11">
            <a:alphaModFix amt="0"/>
          </a:blip>
          <a:srcRect/>
          <a:stretch/>
        </p:blipFill>
        <p:spPr>
          <a:xfrm>
            <a:off x="2078416" y="4328655"/>
            <a:ext cx="796170" cy="518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612" name="!!capaimg" descr="!!ARQL-layer-7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846320" y="1691640"/>
            <a:ext cx="12710159" cy="6125319"/>
          </a:xfrm>
          <a:prstGeom prst="rect">
            <a:avLst/>
          </a:prstGeom>
          <a:noFill/>
          <a:ln w="12700">
            <a:solidFill>
              <a:srgbClr val="E4E4E4"/>
            </a:solidFill>
          </a:ln>
        </p:spPr>
      </p:pic>
      <p:pic>
        <p:nvPicPr>
          <p:cNvPr id="613" name="Google Shape;613;hc7cc306779174be_10_92" descr="!!ARQL-layer-8"/>
          <p:cNvPicPr preferRelativeResize="0"/>
          <p:nvPr/>
        </p:nvPicPr>
        <p:blipFill rotWithShape="1">
          <a:blip r:embed="rId13">
            <a:alphaModFix amt="0"/>
          </a:blip>
          <a:srcRect/>
          <a:stretch/>
        </p:blipFill>
        <p:spPr>
          <a:xfrm>
            <a:off x="2272993" y="5077054"/>
            <a:ext cx="407015" cy="230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deco_7e767073_1">
            <a:extLst>
              <a:ext uri="{FF2B5EF4-FFF2-40B4-BE49-F238E27FC236}">
                <a16:creationId xmlns:a16="http://schemas.microsoft.com/office/drawing/2014/main" id="{F9C06234-46B7-E085-5485-50BD0751C5C1}"/>
              </a:ext>
            </a:extLst>
          </p:cNvPr>
          <p:cNvSpPr/>
          <p:nvPr/>
        </p:nvSpPr>
        <p:spPr>
          <a:xfrm rot="3854843">
            <a:off x="1385462" y="5963072"/>
            <a:ext cx="4308206" cy="8647858"/>
          </a:xfrm>
          <a:custGeom>
            <a:avLst/>
            <a:gdLst/>
            <a:ahLst/>
            <a:cxnLst/>
            <a:rect l="l" t="t" r="r" b="b"/>
            <a:pathLst>
              <a:path w="4308206" h="8647858">
                <a:moveTo>
                  <a:pt x="0" y="0"/>
                </a:moveTo>
                <a:lnTo>
                  <a:pt x="4308206" y="0"/>
                </a:lnTo>
                <a:lnTo>
                  <a:pt x="4308206" y="8647858"/>
                </a:lnTo>
                <a:lnTo>
                  <a:pt x="0" y="86478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5" name="!!deco_78f3c294_1"/>
          <p:cNvSpPr/>
          <p:nvPr/>
        </p:nvSpPr>
        <p:spPr>
          <a:xfrm flipH="1">
            <a:off x="16902895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634" name="!!deco_78f3c294_2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663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15</a:t>
            </a:r>
          </a:p>
        </p:txBody>
      </p:sp>
      <p:sp>
        <p:nvSpPr>
          <p:cNvPr id="619" name="!!title"/>
          <p:cNvSpPr/>
          <p:nvPr/>
        </p:nvSpPr>
        <p:spPr>
          <a:xfrm>
            <a:off x="1000125" y="495300"/>
            <a:ext cx="16478400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400" b="1" i="0" u="none" strike="noStrike" cap="none" noProof="0">
                <a:solidFill>
                  <a:srgbClr val="111111"/>
                </a:solidFill>
                <a:latin typeface="Inter SemiBold"/>
                <a:ea typeface="Inter"/>
                <a:cs typeface="Inter"/>
                <a:sym typeface="Inter"/>
              </a:rPr>
              <a:t>Capa 8. </a:t>
            </a:r>
            <a:r>
              <a:rPr lang="es-CL" sz="5400" b="1" i="0" u="none" strike="noStrike" cap="none" noProof="0" err="1">
                <a:solidFill>
                  <a:srgbClr val="111111"/>
                </a:solidFill>
                <a:latin typeface="Inter SemiBold"/>
                <a:ea typeface="Inter"/>
                <a:cs typeface="Inter"/>
                <a:sym typeface="Inter"/>
              </a:rPr>
              <a:t>Observabilidad</a:t>
            </a:r>
            <a:r>
              <a:rPr lang="es-CL" sz="5400" b="1" i="0" u="none" strike="noStrike" cap="none" noProof="0">
                <a:solidFill>
                  <a:srgbClr val="111111"/>
                </a:solidFill>
                <a:latin typeface="Inter SemiBold"/>
                <a:ea typeface="Inter"/>
                <a:cs typeface="Inter"/>
                <a:sym typeface="Inter"/>
              </a:rPr>
              <a:t> transversal</a:t>
            </a:r>
            <a:endParaRPr lang="es-CL" noProof="0"/>
          </a:p>
        </p:txBody>
      </p:sp>
      <p:pic>
        <p:nvPicPr>
          <p:cNvPr id="620" name="!!thumb" descr="!!ARQL-overview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1989" y="2428875"/>
            <a:ext cx="3129021" cy="2878455"/>
          </a:xfrm>
          <a:prstGeom prst="rect">
            <a:avLst/>
          </a:prstGeom>
          <a:noFill/>
          <a:ln>
            <a:noFill/>
          </a:ln>
        </p:spPr>
      </p:pic>
      <p:sp>
        <p:nvSpPr>
          <p:cNvPr id="621" name="!!vista"/>
          <p:cNvSpPr/>
          <p:nvPr/>
        </p:nvSpPr>
        <p:spPr>
          <a:xfrm>
            <a:off x="857250" y="1981200"/>
            <a:ext cx="32385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Vista general</a:t>
            </a:r>
            <a:endParaRPr lang="es-CL" noProof="0"/>
          </a:p>
        </p:txBody>
      </p:sp>
      <p:sp>
        <p:nvSpPr>
          <p:cNvPr id="622" name="!!capahl"/>
          <p:cNvSpPr/>
          <p:nvPr/>
        </p:nvSpPr>
        <p:spPr>
          <a:xfrm>
            <a:off x="809625" y="5038954"/>
            <a:ext cx="3333900" cy="306600"/>
          </a:xfrm>
          <a:prstGeom prst="rect">
            <a:avLst/>
          </a:prstGeom>
          <a:noFill/>
          <a:ln w="28575" cap="flat" cmpd="sng">
            <a:solidFill>
              <a:srgbClr val="E86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noProof="0"/>
          </a:p>
        </p:txBody>
      </p:sp>
      <p:sp>
        <p:nvSpPr>
          <p:cNvPr id="623" name="!!capan"/>
          <p:cNvSpPr/>
          <p:nvPr/>
        </p:nvSpPr>
        <p:spPr>
          <a:xfrm>
            <a:off x="857250" y="6096000"/>
            <a:ext cx="32385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50" b="1" i="0" u="none" strike="noStrike" cap="none" noProof="0">
                <a:solidFill>
                  <a:srgbClr val="E8641B"/>
                </a:solidFill>
                <a:latin typeface="Inter"/>
                <a:ea typeface="Inter"/>
                <a:cs typeface="Inter"/>
                <a:sym typeface="Inter"/>
              </a:rPr>
              <a:t>Capa 8 de 8</a:t>
            </a:r>
            <a:endParaRPr lang="es-CL" noProof="0"/>
          </a:p>
        </p:txBody>
      </p:sp>
      <p:sp>
        <p:nvSpPr>
          <p:cNvPr id="624" name="!!capadesc"/>
          <p:cNvSpPr/>
          <p:nvPr/>
        </p:nvSpPr>
        <p:spPr>
          <a:xfrm>
            <a:off x="857250" y="6743700"/>
            <a:ext cx="3238500" cy="14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Correlación y seguimiento de la operación</a:t>
            </a:r>
            <a:endParaRPr lang="es-CL" noProof="0"/>
          </a:p>
        </p:txBody>
      </p:sp>
      <p:pic>
        <p:nvPicPr>
          <p:cNvPr id="625" name="Google Shape;625;hc7cc306779174be_10_110" descr="!!ARQL-layer-1"/>
          <p:cNvPicPr preferRelativeResize="0"/>
          <p:nvPr/>
        </p:nvPicPr>
        <p:blipFill rotWithShape="1">
          <a:blip r:embed="rId6">
            <a:alphaModFix amt="0"/>
          </a:blip>
          <a:srcRect/>
          <a:stretch/>
        </p:blipFill>
        <p:spPr>
          <a:xfrm>
            <a:off x="2053572" y="2428875"/>
            <a:ext cx="845856" cy="662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626" name="Google Shape;626;hc7cc306779174be_10_110" descr="!!ARQL-layer-2"/>
          <p:cNvPicPr preferRelativeResize="0"/>
          <p:nvPr/>
        </p:nvPicPr>
        <p:blipFill rotWithShape="1">
          <a:blip r:embed="rId7">
            <a:alphaModFix amt="0"/>
          </a:blip>
          <a:srcRect/>
          <a:stretch/>
        </p:blipFill>
        <p:spPr>
          <a:xfrm>
            <a:off x="2296741" y="3090920"/>
            <a:ext cx="359518" cy="172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627" name="Google Shape;627;hc7cc306779174be_10_110" descr="!!ARQL-layer-3"/>
          <p:cNvPicPr preferRelativeResize="0"/>
          <p:nvPr/>
        </p:nvPicPr>
        <p:blipFill rotWithShape="1">
          <a:blip r:embed="rId8">
            <a:alphaModFix amt="0"/>
          </a:blip>
          <a:srcRect/>
          <a:stretch/>
        </p:blipFill>
        <p:spPr>
          <a:xfrm>
            <a:off x="2326735" y="3263627"/>
            <a:ext cx="299532" cy="201493"/>
          </a:xfrm>
          <a:prstGeom prst="rect">
            <a:avLst/>
          </a:prstGeom>
          <a:noFill/>
          <a:ln>
            <a:noFill/>
          </a:ln>
        </p:spPr>
      </p:pic>
      <p:pic>
        <p:nvPicPr>
          <p:cNvPr id="628" name="Google Shape;628;hc7cc306779174be_10_110" descr="!!ARQL-layer-4"/>
          <p:cNvPicPr preferRelativeResize="0"/>
          <p:nvPr/>
        </p:nvPicPr>
        <p:blipFill rotWithShape="1">
          <a:blip r:embed="rId9">
            <a:alphaModFix amt="0"/>
          </a:blip>
          <a:srcRect/>
          <a:stretch/>
        </p:blipFill>
        <p:spPr>
          <a:xfrm>
            <a:off x="1968077" y="3465119"/>
            <a:ext cx="1016846" cy="575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629" name="Google Shape;629;hc7cc306779174be_10_110" descr="!!ARQL-layer-5"/>
          <p:cNvPicPr preferRelativeResize="0"/>
          <p:nvPr/>
        </p:nvPicPr>
        <p:blipFill rotWithShape="1">
          <a:blip r:embed="rId10">
            <a:alphaModFix amt="0"/>
          </a:blip>
          <a:srcRect/>
          <a:stretch/>
        </p:blipFill>
        <p:spPr>
          <a:xfrm>
            <a:off x="2180924" y="4040810"/>
            <a:ext cx="591153" cy="287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630" name="Google Shape;630;hc7cc306779174be_10_110" descr="!!ARQL-layer-6"/>
          <p:cNvPicPr preferRelativeResize="0"/>
          <p:nvPr/>
        </p:nvPicPr>
        <p:blipFill rotWithShape="1">
          <a:blip r:embed="rId11">
            <a:alphaModFix amt="0"/>
          </a:blip>
          <a:srcRect/>
          <a:stretch/>
        </p:blipFill>
        <p:spPr>
          <a:xfrm>
            <a:off x="2078416" y="4328655"/>
            <a:ext cx="796170" cy="518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631" name="Google Shape;631;hc7cc306779174be_10_110" descr="!!ARQL-layer-7"/>
          <p:cNvPicPr preferRelativeResize="0"/>
          <p:nvPr/>
        </p:nvPicPr>
        <p:blipFill rotWithShape="1">
          <a:blip r:embed="rId12">
            <a:alphaModFix amt="0"/>
          </a:blip>
          <a:srcRect/>
          <a:stretch/>
        </p:blipFill>
        <p:spPr>
          <a:xfrm>
            <a:off x="2237586" y="4846777"/>
            <a:ext cx="477828" cy="23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2" name="!!capaimg" descr="!!ARQL-layer-8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4979003" y="1691640"/>
            <a:ext cx="12444792" cy="7040880"/>
          </a:xfrm>
          <a:prstGeom prst="rect">
            <a:avLst/>
          </a:prstGeom>
          <a:noFill/>
          <a:ln w="12700">
            <a:solidFill>
              <a:srgbClr val="E4E4E4"/>
            </a:solidFill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!!deco_78f3c294_1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641" name="!!deco_78f3c294_2"/>
          <p:cNvSpPr/>
          <p:nvPr/>
        </p:nvSpPr>
        <p:spPr>
          <a:xfrm flipH="1">
            <a:off x="16902895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13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16</a:t>
            </a:r>
          </a:p>
        </p:txBody>
      </p:sp>
      <p:sp>
        <p:nvSpPr>
          <p:cNvPr id="639" name="!!title"/>
          <p:cNvSpPr txBox="1"/>
          <p:nvPr/>
        </p:nvSpPr>
        <p:spPr>
          <a:xfrm>
            <a:off x="2286000" y="-3419"/>
            <a:ext cx="137160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948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Arquitectura física</a:t>
            </a:r>
            <a:endParaRPr lang="es-CL" noProof="0"/>
          </a:p>
        </p:txBody>
      </p:sp>
      <p:pic>
        <p:nvPicPr>
          <p:cNvPr id="643" name="Google Shape;643;p10" descr="Figura 14. Vista general de la arquitectura física híbrida (Subdocumento 4)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4871" y="1417320"/>
            <a:ext cx="16138256" cy="8046719"/>
          </a:xfrm>
          <a:prstGeom prst="rect">
            <a:avLst/>
          </a:prstGeom>
          <a:noFill/>
          <a:ln w="12700">
            <a:solidFill>
              <a:srgbClr val="E4E4E4"/>
            </a:solidFill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!!deco_21515bef_1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35" name="!!deco_21515bef_2"/>
          <p:cNvSpPr/>
          <p:nvPr/>
        </p:nvSpPr>
        <p:spPr>
          <a:xfrm flipH="1">
            <a:off x="16902895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36" name="!!deco_451158c2_1"/>
          <p:cNvSpPr/>
          <p:nvPr/>
        </p:nvSpPr>
        <p:spPr>
          <a:xfrm>
            <a:off x="16117519" y="-2801973"/>
            <a:ext cx="6415501" cy="6415501"/>
          </a:xfrm>
          <a:custGeom>
            <a:avLst/>
            <a:gdLst/>
            <a:ahLst/>
            <a:cxnLst/>
            <a:rect l="l" t="t" r="r" b="b"/>
            <a:pathLst>
              <a:path w="6415501" h="6415501">
                <a:moveTo>
                  <a:pt x="0" y="0"/>
                </a:moveTo>
                <a:lnTo>
                  <a:pt x="6415501" y="0"/>
                </a:lnTo>
                <a:lnTo>
                  <a:pt x="6415501" y="6415500"/>
                </a:lnTo>
                <a:lnTo>
                  <a:pt x="0" y="6415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37" name="!!title"/>
          <p:cNvSpPr txBox="1"/>
          <p:nvPr/>
        </p:nvSpPr>
        <p:spPr>
          <a:xfrm>
            <a:off x="1475324" y="1600200"/>
            <a:ext cx="7668600" cy="12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115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Metodología</a:t>
            </a:r>
            <a:endParaRPr lang="es-CL" noProof="0"/>
          </a:p>
        </p:txBody>
      </p:sp>
      <p:sp>
        <p:nvSpPr>
          <p:cNvPr id="738" name="!!brand"/>
          <p:cNvSpPr txBox="1"/>
          <p:nvPr/>
        </p:nvSpPr>
        <p:spPr>
          <a:xfrm>
            <a:off x="2188556" y="1000125"/>
            <a:ext cx="3328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LafroX </a:t>
            </a:r>
            <a:r>
              <a:rPr lang="es-CL" sz="1800" b="1" noProof="0" err="1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SpA</a:t>
            </a:r>
            <a:endParaRPr lang="es-CL" noProof="0"/>
          </a:p>
        </p:txBody>
      </p:sp>
      <p:pic>
        <p:nvPicPr>
          <p:cNvPr id="739" name="!!logo" descr="Isotipo LafroX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72184" y="850392"/>
            <a:ext cx="551724" cy="566927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!!msub"/>
          <p:cNvSpPr txBox="1"/>
          <p:nvPr/>
        </p:nvSpPr>
        <p:spPr>
          <a:xfrm>
            <a:off x="1472184" y="3063240"/>
            <a:ext cx="7498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PMBOK + RUP + </a:t>
            </a:r>
            <a:r>
              <a:rPr lang="es-CL" sz="2800" b="1" noProof="0" err="1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DevSecOps</a:t>
            </a:r>
            <a:endParaRPr lang="es-CL" noProof="0"/>
          </a:p>
        </p:txBody>
      </p:sp>
      <p:sp>
        <p:nvSpPr>
          <p:cNvPr id="756" name="TextBox 755"/>
          <p:cNvSpPr txBox="1"/>
          <p:nvPr/>
        </p:nvSpPr>
        <p:spPr>
          <a:xfrm>
            <a:off x="1463040" y="3703320"/>
            <a:ext cx="6858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CÓMO TRABAJAMOS</a:t>
            </a:r>
          </a:p>
        </p:txBody>
      </p:sp>
      <p:cxnSp>
        <p:nvCxnSpPr>
          <p:cNvPr id="757" name="Connector 756"/>
          <p:cNvCxnSpPr/>
          <p:nvPr/>
        </p:nvCxnSpPr>
        <p:spPr>
          <a:xfrm>
            <a:off x="1783080" y="4526280"/>
            <a:ext cx="0" cy="3840479"/>
          </a:xfrm>
          <a:prstGeom prst="line">
            <a:avLst/>
          </a:prstGeom>
          <a:ln w="31750">
            <a:solidFill>
              <a:srgbClr val="C7C7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8" name="!!mstep0"/>
          <p:cNvSpPr/>
          <p:nvPr/>
        </p:nvSpPr>
        <p:spPr>
          <a:xfrm>
            <a:off x="1463040" y="4206240"/>
            <a:ext cx="640080" cy="64008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800" b="1" noProof="0">
                <a:solidFill>
                  <a:srgbClr val="FFFFFF"/>
                </a:solidFill>
                <a:latin typeface="Inter SemiBold"/>
              </a:rPr>
              <a:t>1</a:t>
            </a:r>
          </a:p>
        </p:txBody>
      </p:sp>
      <p:sp>
        <p:nvSpPr>
          <p:cNvPr id="759" name="TextBox 758"/>
          <p:cNvSpPr txBox="1"/>
          <p:nvPr/>
        </p:nvSpPr>
        <p:spPr>
          <a:xfrm>
            <a:off x="2377440" y="4187952"/>
            <a:ext cx="6035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2000" b="1" noProof="0">
                <a:solidFill>
                  <a:srgbClr val="111111"/>
                </a:solidFill>
                <a:latin typeface="Inter SemiBold"/>
              </a:rPr>
              <a:t>PMBOK adaptado a 56 meses</a:t>
            </a:r>
          </a:p>
        </p:txBody>
      </p:sp>
      <p:sp>
        <p:nvSpPr>
          <p:cNvPr id="760" name="TextBox 759"/>
          <p:cNvSpPr txBox="1"/>
          <p:nvPr/>
        </p:nvSpPr>
        <p:spPr>
          <a:xfrm>
            <a:off x="2377440" y="4617720"/>
            <a:ext cx="6035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0" noProof="0">
                <a:solidFill>
                  <a:srgbClr val="606060"/>
                </a:solidFill>
                <a:latin typeface="Inter"/>
              </a:rPr>
              <a:t>valor ganado: alerta si SPI o CPI &lt; 0,90</a:t>
            </a:r>
          </a:p>
        </p:txBody>
      </p:sp>
      <p:sp>
        <p:nvSpPr>
          <p:cNvPr id="761" name="!!mstep1"/>
          <p:cNvSpPr/>
          <p:nvPr/>
        </p:nvSpPr>
        <p:spPr>
          <a:xfrm>
            <a:off x="1463040" y="5486400"/>
            <a:ext cx="640080" cy="64008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800" b="1" noProof="0">
                <a:solidFill>
                  <a:srgbClr val="FFFFFF"/>
                </a:solidFill>
                <a:latin typeface="Inter SemiBold"/>
              </a:rPr>
              <a:t>2</a:t>
            </a:r>
          </a:p>
        </p:txBody>
      </p:sp>
      <p:sp>
        <p:nvSpPr>
          <p:cNvPr id="762" name="TextBox 761"/>
          <p:cNvSpPr txBox="1"/>
          <p:nvPr/>
        </p:nvSpPr>
        <p:spPr>
          <a:xfrm>
            <a:off x="2377440" y="5468112"/>
            <a:ext cx="6035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2000" b="1" noProof="0">
                <a:solidFill>
                  <a:srgbClr val="111111"/>
                </a:solidFill>
                <a:latin typeface="Inter SemiBold"/>
              </a:rPr>
              <a:t>Entregas incrementales</a:t>
            </a:r>
          </a:p>
        </p:txBody>
      </p:sp>
      <p:sp>
        <p:nvSpPr>
          <p:cNvPr id="763" name="TextBox 762"/>
          <p:cNvSpPr txBox="1"/>
          <p:nvPr/>
        </p:nvSpPr>
        <p:spPr>
          <a:xfrm>
            <a:off x="2377440" y="5897880"/>
            <a:ext cx="6035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0" noProof="0">
                <a:solidFill>
                  <a:srgbClr val="606060"/>
                </a:solidFill>
                <a:latin typeface="Inter"/>
              </a:rPr>
              <a:t>sin despliegues en septiembre ni diciembre</a:t>
            </a:r>
          </a:p>
        </p:txBody>
      </p:sp>
      <p:sp>
        <p:nvSpPr>
          <p:cNvPr id="764" name="!!mstep2"/>
          <p:cNvSpPr/>
          <p:nvPr/>
        </p:nvSpPr>
        <p:spPr>
          <a:xfrm>
            <a:off x="1463040" y="6766559"/>
            <a:ext cx="640080" cy="64008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800" b="1" noProof="0">
                <a:solidFill>
                  <a:srgbClr val="FFFFFF"/>
                </a:solidFill>
                <a:latin typeface="Inter SemiBold"/>
              </a:rPr>
              <a:t>3</a:t>
            </a:r>
          </a:p>
        </p:txBody>
      </p:sp>
      <p:sp>
        <p:nvSpPr>
          <p:cNvPr id="765" name="TextBox 764"/>
          <p:cNvSpPr txBox="1"/>
          <p:nvPr/>
        </p:nvSpPr>
        <p:spPr>
          <a:xfrm>
            <a:off x="2377440" y="6748272"/>
            <a:ext cx="6035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2000" b="1" noProof="0">
                <a:solidFill>
                  <a:srgbClr val="111111"/>
                </a:solidFill>
                <a:latin typeface="Inter SemiBold"/>
              </a:rPr>
              <a:t>Iteraciones de 2 semanas</a:t>
            </a:r>
          </a:p>
        </p:txBody>
      </p:sp>
      <p:sp>
        <p:nvSpPr>
          <p:cNvPr id="766" name="TextBox 765"/>
          <p:cNvSpPr txBox="1"/>
          <p:nvPr/>
        </p:nvSpPr>
        <p:spPr>
          <a:xfrm>
            <a:off x="2377440" y="7178040"/>
            <a:ext cx="6035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0" noProof="0">
                <a:solidFill>
                  <a:srgbClr val="606060"/>
                </a:solidFill>
                <a:latin typeface="Inter"/>
              </a:rPr>
              <a:t>cada cambio pasa por puertas que bloquean</a:t>
            </a:r>
          </a:p>
        </p:txBody>
      </p:sp>
      <p:sp>
        <p:nvSpPr>
          <p:cNvPr id="767" name="!!mstep3"/>
          <p:cNvSpPr/>
          <p:nvPr/>
        </p:nvSpPr>
        <p:spPr>
          <a:xfrm>
            <a:off x="1463040" y="8046719"/>
            <a:ext cx="640080" cy="64008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800" b="1" noProof="0">
                <a:solidFill>
                  <a:srgbClr val="FFFFFF"/>
                </a:solidFill>
                <a:latin typeface="Inter SemiBold"/>
              </a:rPr>
              <a:t>4</a:t>
            </a:r>
          </a:p>
        </p:txBody>
      </p:sp>
      <p:sp>
        <p:nvSpPr>
          <p:cNvPr id="768" name="TextBox 767"/>
          <p:cNvSpPr txBox="1"/>
          <p:nvPr/>
        </p:nvSpPr>
        <p:spPr>
          <a:xfrm>
            <a:off x="2377440" y="8028431"/>
            <a:ext cx="6035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2000" b="1" noProof="0">
                <a:solidFill>
                  <a:srgbClr val="111111"/>
                </a:solidFill>
                <a:latin typeface="Inter SemiBold"/>
              </a:rPr>
              <a:t>Control de tareas Kanban</a:t>
            </a:r>
          </a:p>
        </p:txBody>
      </p:sp>
      <p:sp>
        <p:nvSpPr>
          <p:cNvPr id="769" name="TextBox 768"/>
          <p:cNvSpPr txBox="1"/>
          <p:nvPr/>
        </p:nvSpPr>
        <p:spPr>
          <a:xfrm>
            <a:off x="2377440" y="8458199"/>
            <a:ext cx="6035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0" noProof="0">
                <a:solidFill>
                  <a:srgbClr val="606060"/>
                </a:solidFill>
                <a:latin typeface="Inter"/>
              </a:rPr>
              <a:t>flujo del equipo visible para todos</a:t>
            </a:r>
          </a:p>
        </p:txBody>
      </p:sp>
      <p:sp>
        <p:nvSpPr>
          <p:cNvPr id="770" name="TextBox 769"/>
          <p:cNvSpPr txBox="1"/>
          <p:nvPr/>
        </p:nvSpPr>
        <p:spPr>
          <a:xfrm>
            <a:off x="9326880" y="3703320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RITMO DE GOBIERNO</a:t>
            </a:r>
          </a:p>
        </p:txBody>
      </p:sp>
      <p:sp>
        <p:nvSpPr>
          <p:cNvPr id="771" name="!!gov0"/>
          <p:cNvSpPr/>
          <p:nvPr/>
        </p:nvSpPr>
        <p:spPr>
          <a:xfrm>
            <a:off x="9326880" y="4206240"/>
            <a:ext cx="2286000" cy="777240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700" b="1" noProof="0">
                <a:solidFill>
                  <a:srgbClr val="FFFFFF"/>
                </a:solidFill>
                <a:latin typeface="Inter SemiBold"/>
              </a:rPr>
              <a:t>Semanal</a:t>
            </a:r>
          </a:p>
        </p:txBody>
      </p:sp>
      <p:sp>
        <p:nvSpPr>
          <p:cNvPr id="772" name="TextBox 771"/>
          <p:cNvSpPr txBox="1"/>
          <p:nvPr/>
        </p:nvSpPr>
        <p:spPr>
          <a:xfrm>
            <a:off x="11887200" y="4187952"/>
            <a:ext cx="5303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900" b="1" noProof="0">
                <a:solidFill>
                  <a:srgbClr val="111111"/>
                </a:solidFill>
                <a:latin typeface="Inter SemiBold"/>
              </a:rPr>
              <a:t>Seguimiento</a:t>
            </a:r>
          </a:p>
        </p:txBody>
      </p:sp>
      <p:sp>
        <p:nvSpPr>
          <p:cNvPr id="773" name="Rounded Rectangle 772"/>
          <p:cNvSpPr/>
          <p:nvPr/>
        </p:nvSpPr>
        <p:spPr>
          <a:xfrm>
            <a:off x="11887200" y="4709159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774" name="Rounded Rectangle 773"/>
          <p:cNvSpPr/>
          <p:nvPr/>
        </p:nvSpPr>
        <p:spPr>
          <a:xfrm>
            <a:off x="12527280" y="4709159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775" name="Rounded Rectangle 774"/>
          <p:cNvSpPr/>
          <p:nvPr/>
        </p:nvSpPr>
        <p:spPr>
          <a:xfrm>
            <a:off x="13167360" y="4709159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776" name="Rounded Rectangle 775"/>
          <p:cNvSpPr/>
          <p:nvPr/>
        </p:nvSpPr>
        <p:spPr>
          <a:xfrm>
            <a:off x="13807440" y="4709159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777" name="Rounded Rectangle 776"/>
          <p:cNvSpPr/>
          <p:nvPr/>
        </p:nvSpPr>
        <p:spPr>
          <a:xfrm>
            <a:off x="14447520" y="4709159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778" name="Rounded Rectangle 777"/>
          <p:cNvSpPr/>
          <p:nvPr/>
        </p:nvSpPr>
        <p:spPr>
          <a:xfrm>
            <a:off x="15087600" y="4709159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779" name="Rounded Rectangle 778"/>
          <p:cNvSpPr/>
          <p:nvPr/>
        </p:nvSpPr>
        <p:spPr>
          <a:xfrm>
            <a:off x="15727680" y="4709159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780" name="Rounded Rectangle 779"/>
          <p:cNvSpPr/>
          <p:nvPr/>
        </p:nvSpPr>
        <p:spPr>
          <a:xfrm>
            <a:off x="16367759" y="4709159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781" name="Connector 780"/>
          <p:cNvCxnSpPr/>
          <p:nvPr/>
        </p:nvCxnSpPr>
        <p:spPr>
          <a:xfrm>
            <a:off x="11887200" y="4791455"/>
            <a:ext cx="5120640" cy="0"/>
          </a:xfrm>
          <a:prstGeom prst="line">
            <a:avLst/>
          </a:prstGeom>
          <a:ln w="12700">
            <a:solidFill>
              <a:srgbClr val="E4E4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2" name="!!gov1"/>
          <p:cNvSpPr/>
          <p:nvPr/>
        </p:nvSpPr>
        <p:spPr>
          <a:xfrm>
            <a:off x="9326880" y="5486400"/>
            <a:ext cx="2286000" cy="777240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700" b="1" noProof="0">
                <a:solidFill>
                  <a:srgbClr val="FFFFFF"/>
                </a:solidFill>
                <a:latin typeface="Inter SemiBold"/>
              </a:rPr>
              <a:t>Quincenal</a:t>
            </a:r>
          </a:p>
        </p:txBody>
      </p:sp>
      <p:sp>
        <p:nvSpPr>
          <p:cNvPr id="783" name="TextBox 782"/>
          <p:cNvSpPr txBox="1"/>
          <p:nvPr/>
        </p:nvSpPr>
        <p:spPr>
          <a:xfrm>
            <a:off x="11887200" y="5468112"/>
            <a:ext cx="5303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900" b="1" noProof="0">
                <a:solidFill>
                  <a:srgbClr val="111111"/>
                </a:solidFill>
                <a:latin typeface="Inter SemiBold"/>
              </a:rPr>
              <a:t>Comité de Proyecto</a:t>
            </a:r>
          </a:p>
        </p:txBody>
      </p:sp>
      <p:sp>
        <p:nvSpPr>
          <p:cNvPr id="784" name="Rounded Rectangle 783"/>
          <p:cNvSpPr/>
          <p:nvPr/>
        </p:nvSpPr>
        <p:spPr>
          <a:xfrm>
            <a:off x="11887200" y="5989320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785" name="Rounded Rectangle 784"/>
          <p:cNvSpPr/>
          <p:nvPr/>
        </p:nvSpPr>
        <p:spPr>
          <a:xfrm>
            <a:off x="13167360" y="5989320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786" name="Rounded Rectangle 785"/>
          <p:cNvSpPr/>
          <p:nvPr/>
        </p:nvSpPr>
        <p:spPr>
          <a:xfrm>
            <a:off x="14447520" y="5989320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787" name="Rounded Rectangle 786"/>
          <p:cNvSpPr/>
          <p:nvPr/>
        </p:nvSpPr>
        <p:spPr>
          <a:xfrm>
            <a:off x="15727680" y="5989320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788" name="Connector 787"/>
          <p:cNvCxnSpPr/>
          <p:nvPr/>
        </p:nvCxnSpPr>
        <p:spPr>
          <a:xfrm>
            <a:off x="11887200" y="6071616"/>
            <a:ext cx="5120640" cy="0"/>
          </a:xfrm>
          <a:prstGeom prst="line">
            <a:avLst/>
          </a:prstGeom>
          <a:ln w="12700">
            <a:solidFill>
              <a:srgbClr val="E4E4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9" name="!!gov2"/>
          <p:cNvSpPr/>
          <p:nvPr/>
        </p:nvSpPr>
        <p:spPr>
          <a:xfrm>
            <a:off x="9326880" y="6766559"/>
            <a:ext cx="2286000" cy="777240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700" b="1" noProof="0">
                <a:solidFill>
                  <a:srgbClr val="FFFFFF"/>
                </a:solidFill>
                <a:latin typeface="Inter SemiBold"/>
              </a:rPr>
              <a:t>Mensual</a:t>
            </a:r>
          </a:p>
        </p:txBody>
      </p:sp>
      <p:sp>
        <p:nvSpPr>
          <p:cNvPr id="790" name="TextBox 789"/>
          <p:cNvSpPr txBox="1"/>
          <p:nvPr/>
        </p:nvSpPr>
        <p:spPr>
          <a:xfrm>
            <a:off x="11887200" y="6748272"/>
            <a:ext cx="5303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900" b="1" noProof="0">
                <a:solidFill>
                  <a:srgbClr val="111111"/>
                </a:solidFill>
                <a:latin typeface="Inter SemiBold"/>
              </a:rPr>
              <a:t>Ejecutivo y Arquitectura</a:t>
            </a:r>
          </a:p>
        </p:txBody>
      </p:sp>
      <p:sp>
        <p:nvSpPr>
          <p:cNvPr id="791" name="Rounded Rectangle 790"/>
          <p:cNvSpPr/>
          <p:nvPr/>
        </p:nvSpPr>
        <p:spPr>
          <a:xfrm>
            <a:off x="11887200" y="7269479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792" name="Rounded Rectangle 791"/>
          <p:cNvSpPr/>
          <p:nvPr/>
        </p:nvSpPr>
        <p:spPr>
          <a:xfrm>
            <a:off x="14447520" y="7269479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793" name="Connector 792"/>
          <p:cNvCxnSpPr/>
          <p:nvPr/>
        </p:nvCxnSpPr>
        <p:spPr>
          <a:xfrm>
            <a:off x="11887200" y="7351775"/>
            <a:ext cx="5120640" cy="0"/>
          </a:xfrm>
          <a:prstGeom prst="line">
            <a:avLst/>
          </a:prstGeom>
          <a:ln w="12700">
            <a:solidFill>
              <a:srgbClr val="E4E4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4" name="!!gov3"/>
          <p:cNvSpPr/>
          <p:nvPr/>
        </p:nvSpPr>
        <p:spPr>
          <a:xfrm>
            <a:off x="9326880" y="8046719"/>
            <a:ext cx="2286000" cy="777240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700" b="1" noProof="0">
                <a:solidFill>
                  <a:srgbClr val="FFFFFF"/>
                </a:solidFill>
                <a:latin typeface="Inter SemiBold"/>
              </a:rPr>
              <a:t>Mes 13–56</a:t>
            </a:r>
          </a:p>
        </p:txBody>
      </p:sp>
      <p:sp>
        <p:nvSpPr>
          <p:cNvPr id="795" name="TextBox 794"/>
          <p:cNvSpPr txBox="1"/>
          <p:nvPr/>
        </p:nvSpPr>
        <p:spPr>
          <a:xfrm>
            <a:off x="11887200" y="8028431"/>
            <a:ext cx="5303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900" b="1" noProof="0">
                <a:solidFill>
                  <a:srgbClr val="111111"/>
                </a:solidFill>
                <a:latin typeface="Inter SemiBold"/>
              </a:rPr>
              <a:t>Comité de Operación</a:t>
            </a:r>
          </a:p>
        </p:txBody>
      </p:sp>
      <p:sp>
        <p:nvSpPr>
          <p:cNvPr id="796" name="Rounded Rectangle 795"/>
          <p:cNvSpPr/>
          <p:nvPr/>
        </p:nvSpPr>
        <p:spPr>
          <a:xfrm>
            <a:off x="11887200" y="8549640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797" name="Connector 796"/>
          <p:cNvCxnSpPr/>
          <p:nvPr/>
        </p:nvCxnSpPr>
        <p:spPr>
          <a:xfrm>
            <a:off x="11887200" y="8631936"/>
            <a:ext cx="5120640" cy="0"/>
          </a:xfrm>
          <a:prstGeom prst="line">
            <a:avLst/>
          </a:prstGeom>
          <a:ln w="12700">
            <a:solidFill>
              <a:srgbClr val="E4E4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8" name="TextBox 797"/>
          <p:cNvSpPr txBox="1"/>
          <p:nvPr/>
        </p:nvSpPr>
        <p:spPr>
          <a:xfrm>
            <a:off x="11887200" y="9326880"/>
            <a:ext cx="530352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9A9A9A"/>
                </a:solidFill>
                <a:latin typeface="Inter"/>
              </a:rPr>
              <a:t>cada línea = </a:t>
            </a:r>
            <a:r>
              <a:rPr lang="es-CL" sz="1300">
                <a:solidFill>
                  <a:srgbClr val="9A9A9A"/>
                </a:solidFill>
                <a:latin typeface="Inter"/>
              </a:rPr>
              <a:t>periodo de dos meses</a:t>
            </a:r>
            <a:endParaRPr lang="es-CL" sz="1300" b="0" noProof="0">
              <a:solidFill>
                <a:srgbClr val="9A9A9A"/>
              </a:solidFill>
              <a:latin typeface="Inter"/>
            </a:endParaRPr>
          </a:p>
        </p:txBody>
      </p:sp>
      <p:sp>
        <p:nvSpPr>
          <p:cNvPr id="799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17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!!deco_dce8b6c9_1"/>
          <p:cNvSpPr/>
          <p:nvPr/>
        </p:nvSpPr>
        <p:spPr>
          <a:xfrm>
            <a:off x="3107551" y="6541071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2" y="0"/>
                </a:lnTo>
                <a:lnTo>
                  <a:pt x="10236982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61" name="!!deco_21515bef_1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62" name="!!deco_21515bef_2"/>
          <p:cNvSpPr/>
          <p:nvPr/>
        </p:nvSpPr>
        <p:spPr>
          <a:xfrm flipH="1">
            <a:off x="16902895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63" name="!!deco_451158c2_1"/>
          <p:cNvSpPr/>
          <p:nvPr/>
        </p:nvSpPr>
        <p:spPr>
          <a:xfrm>
            <a:off x="16079419" y="-2801973"/>
            <a:ext cx="6415501" cy="6415501"/>
          </a:xfrm>
          <a:custGeom>
            <a:avLst/>
            <a:gdLst/>
            <a:ahLst/>
            <a:cxnLst/>
            <a:rect l="l" t="t" r="r" b="b"/>
            <a:pathLst>
              <a:path w="6415501" h="6415501">
                <a:moveTo>
                  <a:pt x="0" y="0"/>
                </a:moveTo>
                <a:lnTo>
                  <a:pt x="6415501" y="0"/>
                </a:lnTo>
                <a:lnTo>
                  <a:pt x="6415501" y="6415500"/>
                </a:lnTo>
                <a:lnTo>
                  <a:pt x="0" y="6415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64" name="!!title"/>
          <p:cNvSpPr txBox="1"/>
          <p:nvPr/>
        </p:nvSpPr>
        <p:spPr>
          <a:xfrm>
            <a:off x="1475324" y="1600200"/>
            <a:ext cx="7668600" cy="12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115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Metodología</a:t>
            </a:r>
            <a:endParaRPr lang="es-CL" noProof="0"/>
          </a:p>
        </p:txBody>
      </p:sp>
      <p:sp>
        <p:nvSpPr>
          <p:cNvPr id="765" name="!!brand"/>
          <p:cNvSpPr txBox="1"/>
          <p:nvPr/>
        </p:nvSpPr>
        <p:spPr>
          <a:xfrm>
            <a:off x="2188556" y="1000125"/>
            <a:ext cx="3328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LafroX </a:t>
            </a:r>
            <a:r>
              <a:rPr lang="es-CL" sz="1800" b="1" noProof="0" err="1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SpA</a:t>
            </a:r>
            <a:endParaRPr lang="es-CL" noProof="0"/>
          </a:p>
        </p:txBody>
      </p:sp>
      <p:pic>
        <p:nvPicPr>
          <p:cNvPr id="766" name="!!logo" descr="Isotipo LafroX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72184" y="850392"/>
            <a:ext cx="551724" cy="566927"/>
          </a:xfrm>
          <a:prstGeom prst="rect">
            <a:avLst/>
          </a:prstGeom>
          <a:noFill/>
          <a:ln>
            <a:noFill/>
          </a:ln>
        </p:spPr>
      </p:pic>
      <p:sp>
        <p:nvSpPr>
          <p:cNvPr id="767" name="!!msub"/>
          <p:cNvSpPr txBox="1"/>
          <p:nvPr/>
        </p:nvSpPr>
        <p:spPr>
          <a:xfrm>
            <a:off x="1472184" y="3063240"/>
            <a:ext cx="7498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PMBOK + RUP + </a:t>
            </a:r>
            <a:r>
              <a:rPr lang="es-CL" sz="2800" b="1" noProof="0" err="1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DevSecOps</a:t>
            </a:r>
            <a:endParaRPr lang="es-CL" noProof="0"/>
          </a:p>
        </p:txBody>
      </p:sp>
      <p:sp>
        <p:nvSpPr>
          <p:cNvPr id="774" name="!!deco_dce8b6c9_2"/>
          <p:cNvSpPr/>
          <p:nvPr/>
        </p:nvSpPr>
        <p:spPr>
          <a:xfrm>
            <a:off x="4047013" y="3708197"/>
            <a:ext cx="10236981" cy="2508060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2" y="0"/>
                </a:lnTo>
                <a:lnTo>
                  <a:pt x="10236982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81" name="TextBox 780"/>
          <p:cNvSpPr txBox="1"/>
          <p:nvPr/>
        </p:nvSpPr>
        <p:spPr>
          <a:xfrm>
            <a:off x="1463040" y="3703320"/>
            <a:ext cx="15544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FASES RUP · HORAS-HOMBRE DE LA EDT</a:t>
            </a:r>
          </a:p>
        </p:txBody>
      </p:sp>
      <p:sp>
        <p:nvSpPr>
          <p:cNvPr id="782" name="!!rup0"/>
          <p:cNvSpPr/>
          <p:nvPr/>
        </p:nvSpPr>
        <p:spPr>
          <a:xfrm>
            <a:off x="1463040" y="4160520"/>
            <a:ext cx="1595185" cy="73152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l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Inicio</a:t>
            </a:r>
          </a:p>
          <a:p>
            <a:pPr algn="l"/>
            <a:r>
              <a:rPr lang="es-CL" sz="1400" b="0" noProof="0">
                <a:solidFill>
                  <a:srgbClr val="FFFFFF"/>
                </a:solidFill>
                <a:latin typeface="Inter"/>
              </a:rPr>
              <a:t>6.920 HH</a:t>
            </a:r>
          </a:p>
        </p:txBody>
      </p:sp>
      <p:sp>
        <p:nvSpPr>
          <p:cNvPr id="783" name="!!rup1"/>
          <p:cNvSpPr/>
          <p:nvPr/>
        </p:nvSpPr>
        <p:spPr>
          <a:xfrm>
            <a:off x="3113089" y="4160520"/>
            <a:ext cx="975224" cy="731520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endParaRPr lang="es-CL" noProof="0"/>
          </a:p>
        </p:txBody>
      </p:sp>
      <p:sp>
        <p:nvSpPr>
          <p:cNvPr id="784" name="TextBox 783"/>
          <p:cNvSpPr txBox="1"/>
          <p:nvPr/>
        </p:nvSpPr>
        <p:spPr>
          <a:xfrm>
            <a:off x="3158809" y="498348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Elaboración</a:t>
            </a:r>
          </a:p>
        </p:txBody>
      </p:sp>
      <p:sp>
        <p:nvSpPr>
          <p:cNvPr id="785" name="TextBox 784"/>
          <p:cNvSpPr txBox="1"/>
          <p:nvPr/>
        </p:nvSpPr>
        <p:spPr>
          <a:xfrm>
            <a:off x="3158809" y="5303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0" noProof="0">
                <a:solidFill>
                  <a:srgbClr val="3C3C3C"/>
                </a:solidFill>
                <a:latin typeface="Inter"/>
              </a:rPr>
              <a:t>4.320 HH</a:t>
            </a:r>
          </a:p>
        </p:txBody>
      </p:sp>
      <p:sp>
        <p:nvSpPr>
          <p:cNvPr id="786" name="!!rup2"/>
          <p:cNvSpPr/>
          <p:nvPr/>
        </p:nvSpPr>
        <p:spPr>
          <a:xfrm>
            <a:off x="4143177" y="4160520"/>
            <a:ext cx="7880633" cy="731520"/>
          </a:xfrm>
          <a:prstGeom prst="rect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l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Construcción</a:t>
            </a:r>
          </a:p>
          <a:p>
            <a:pPr algn="l"/>
            <a:r>
              <a:rPr lang="es-CL" sz="1400" b="0" noProof="0">
                <a:solidFill>
                  <a:srgbClr val="FFFFFF"/>
                </a:solidFill>
                <a:latin typeface="Inter"/>
              </a:rPr>
              <a:t>33.280 HH</a:t>
            </a:r>
          </a:p>
        </p:txBody>
      </p:sp>
      <p:sp>
        <p:nvSpPr>
          <p:cNvPr id="787" name="!!rup3"/>
          <p:cNvSpPr/>
          <p:nvPr/>
        </p:nvSpPr>
        <p:spPr>
          <a:xfrm>
            <a:off x="12078675" y="4160520"/>
            <a:ext cx="4874300" cy="731520"/>
          </a:xfrm>
          <a:prstGeom prst="rect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Transición</a:t>
            </a:r>
          </a:p>
          <a:p>
            <a:pPr algn="l"/>
            <a:r>
              <a:rPr lang="es-CL" sz="1400" b="0" noProof="0">
                <a:solidFill>
                  <a:srgbClr val="111111"/>
                </a:solidFill>
                <a:latin typeface="Inter"/>
              </a:rPr>
              <a:t>20.672 HH</a:t>
            </a:r>
          </a:p>
        </p:txBody>
      </p:sp>
      <p:sp>
        <p:nvSpPr>
          <p:cNvPr id="788" name="TextBox 787"/>
          <p:cNvSpPr txBox="1"/>
          <p:nvPr/>
        </p:nvSpPr>
        <p:spPr>
          <a:xfrm>
            <a:off x="1463040" y="61722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DEVSECOPS · CICLO DE CADA CAMBIO</a:t>
            </a:r>
          </a:p>
        </p:txBody>
      </p:sp>
      <p:sp>
        <p:nvSpPr>
          <p:cNvPr id="789" name="Oval 788"/>
          <p:cNvSpPr/>
          <p:nvPr/>
        </p:nvSpPr>
        <p:spPr>
          <a:xfrm>
            <a:off x="4160520" y="7315200"/>
            <a:ext cx="1554480" cy="109728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Cada</a:t>
            </a:r>
          </a:p>
          <a:p>
            <a:pPr algn="ctr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cambio</a:t>
            </a:r>
          </a:p>
        </p:txBody>
      </p:sp>
      <p:sp>
        <p:nvSpPr>
          <p:cNvPr id="790" name="Rounded Rectangle 789"/>
          <p:cNvSpPr/>
          <p:nvPr/>
        </p:nvSpPr>
        <p:spPr>
          <a:xfrm>
            <a:off x="3794760" y="6400800"/>
            <a:ext cx="2286000" cy="640080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lang="es-CL" sz="1400" b="1" noProof="0">
                <a:solidFill>
                  <a:srgbClr val="FFFFFF"/>
                </a:solidFill>
                <a:latin typeface="Inter SemiBold"/>
              </a:rPr>
              <a:t>Auditorías</a:t>
            </a:r>
          </a:p>
        </p:txBody>
      </p:sp>
      <p:sp>
        <p:nvSpPr>
          <p:cNvPr id="791" name="Rounded Rectangle 790"/>
          <p:cNvSpPr/>
          <p:nvPr/>
        </p:nvSpPr>
        <p:spPr>
          <a:xfrm>
            <a:off x="6172200" y="7543800"/>
            <a:ext cx="2286000" cy="640080"/>
          </a:xfrm>
          <a:prstGeom prst="roundRect">
            <a:avLst>
              <a:gd name="adj" fmla="val 50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Análisis estático</a:t>
            </a:r>
          </a:p>
        </p:txBody>
      </p:sp>
      <p:sp>
        <p:nvSpPr>
          <p:cNvPr id="792" name="Rounded Rectangle 791"/>
          <p:cNvSpPr/>
          <p:nvPr/>
        </p:nvSpPr>
        <p:spPr>
          <a:xfrm>
            <a:off x="3794760" y="8686800"/>
            <a:ext cx="2286000" cy="640080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lang="es-CL" sz="1400" b="1" noProof="0">
                <a:solidFill>
                  <a:srgbClr val="FFFFFF"/>
                </a:solidFill>
                <a:latin typeface="Inter SemiBold"/>
              </a:rPr>
              <a:t>Pruebas de contrato</a:t>
            </a:r>
          </a:p>
        </p:txBody>
      </p:sp>
      <p:sp>
        <p:nvSpPr>
          <p:cNvPr id="793" name="Rounded Rectangle 792"/>
          <p:cNvSpPr/>
          <p:nvPr/>
        </p:nvSpPr>
        <p:spPr>
          <a:xfrm>
            <a:off x="1417320" y="7543800"/>
            <a:ext cx="2286000" cy="640080"/>
          </a:xfrm>
          <a:prstGeom prst="roundRect">
            <a:avLst>
              <a:gd name="adj" fmla="val 50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Medición de cobertura</a:t>
            </a:r>
          </a:p>
        </p:txBody>
      </p:sp>
      <p:cxnSp>
        <p:nvCxnSpPr>
          <p:cNvPr id="794" name="Connector 793"/>
          <p:cNvCxnSpPr/>
          <p:nvPr/>
        </p:nvCxnSpPr>
        <p:spPr>
          <a:xfrm>
            <a:off x="6080760" y="6720840"/>
            <a:ext cx="1234440" cy="822960"/>
          </a:xfrm>
          <a:prstGeom prst="line">
            <a:avLst/>
          </a:prstGeom>
          <a:ln w="22225">
            <a:solidFill>
              <a:srgbClr val="606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5" name="Connector 794"/>
          <p:cNvCxnSpPr/>
          <p:nvPr/>
        </p:nvCxnSpPr>
        <p:spPr>
          <a:xfrm flipH="1">
            <a:off x="6080760" y="8183879"/>
            <a:ext cx="1234440" cy="822961"/>
          </a:xfrm>
          <a:prstGeom prst="line">
            <a:avLst/>
          </a:prstGeom>
          <a:ln w="22225">
            <a:solidFill>
              <a:srgbClr val="606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6" name="Connector 795"/>
          <p:cNvCxnSpPr/>
          <p:nvPr/>
        </p:nvCxnSpPr>
        <p:spPr>
          <a:xfrm flipH="1" flipV="1">
            <a:off x="2560320" y="8183879"/>
            <a:ext cx="1234440" cy="822961"/>
          </a:xfrm>
          <a:prstGeom prst="line">
            <a:avLst/>
          </a:prstGeom>
          <a:ln w="22225">
            <a:solidFill>
              <a:srgbClr val="606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7" name="Connector 796"/>
          <p:cNvCxnSpPr/>
          <p:nvPr/>
        </p:nvCxnSpPr>
        <p:spPr>
          <a:xfrm flipV="1">
            <a:off x="2560320" y="6720840"/>
            <a:ext cx="1234440" cy="822960"/>
          </a:xfrm>
          <a:prstGeom prst="line">
            <a:avLst/>
          </a:prstGeom>
          <a:ln w="22225">
            <a:solidFill>
              <a:srgbClr val="606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8" name="TextBox 797"/>
          <p:cNvSpPr txBox="1"/>
          <p:nvPr/>
        </p:nvSpPr>
        <p:spPr>
          <a:xfrm>
            <a:off x="9509760" y="6172200"/>
            <a:ext cx="7680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DÓNDE SE APLICA</a:t>
            </a:r>
          </a:p>
        </p:txBody>
      </p:sp>
      <p:sp>
        <p:nvSpPr>
          <p:cNvPr id="799" name="Rounded Rectangle 798"/>
          <p:cNvSpPr/>
          <p:nvPr/>
        </p:nvSpPr>
        <p:spPr>
          <a:xfrm>
            <a:off x="9509760" y="6675120"/>
            <a:ext cx="685800" cy="685800"/>
          </a:xfrm>
          <a:prstGeom prst="roundRect">
            <a:avLst>
              <a:gd name="adj" fmla="val 2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G1</a:t>
            </a:r>
          </a:p>
        </p:txBody>
      </p:sp>
      <p:sp>
        <p:nvSpPr>
          <p:cNvPr id="800" name="TextBox 799"/>
          <p:cNvSpPr txBox="1"/>
          <p:nvPr/>
        </p:nvSpPr>
        <p:spPr>
          <a:xfrm>
            <a:off x="10378440" y="6675120"/>
            <a:ext cx="6766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700" b="1" noProof="0">
                <a:solidFill>
                  <a:srgbClr val="111111"/>
                </a:solidFill>
                <a:latin typeface="Inter SemiBold"/>
              </a:rPr>
              <a:t>Solicitud de fusión</a:t>
            </a:r>
          </a:p>
        </p:txBody>
      </p:sp>
      <p:sp>
        <p:nvSpPr>
          <p:cNvPr id="801" name="TextBox 800"/>
          <p:cNvSpPr txBox="1"/>
          <p:nvPr/>
        </p:nvSpPr>
        <p:spPr>
          <a:xfrm>
            <a:off x="10378440" y="7040880"/>
            <a:ext cx="6766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0" noProof="0">
                <a:solidFill>
                  <a:srgbClr val="606060"/>
                </a:solidFill>
                <a:latin typeface="Inter"/>
              </a:rPr>
              <a:t>revisión por pares y secretos</a:t>
            </a:r>
          </a:p>
        </p:txBody>
      </p:sp>
      <p:sp>
        <p:nvSpPr>
          <p:cNvPr id="802" name="Rounded Rectangle 801"/>
          <p:cNvSpPr/>
          <p:nvPr/>
        </p:nvSpPr>
        <p:spPr>
          <a:xfrm>
            <a:off x="9509760" y="7589520"/>
            <a:ext cx="685800" cy="685800"/>
          </a:xfrm>
          <a:prstGeom prst="roundRect">
            <a:avLst>
              <a:gd name="adj" fmla="val 2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G2</a:t>
            </a:r>
          </a:p>
        </p:txBody>
      </p:sp>
      <p:sp>
        <p:nvSpPr>
          <p:cNvPr id="803" name="TextBox 802"/>
          <p:cNvSpPr txBox="1"/>
          <p:nvPr/>
        </p:nvSpPr>
        <p:spPr>
          <a:xfrm>
            <a:off x="10378440" y="7589520"/>
            <a:ext cx="6766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700" b="1" noProof="0">
                <a:solidFill>
                  <a:srgbClr val="111111"/>
                </a:solidFill>
                <a:latin typeface="Inter SemiBold"/>
              </a:rPr>
              <a:t>Integración continua</a:t>
            </a:r>
          </a:p>
        </p:txBody>
      </p:sp>
      <p:sp>
        <p:nvSpPr>
          <p:cNvPr id="804" name="TextBox 803"/>
          <p:cNvSpPr txBox="1"/>
          <p:nvPr/>
        </p:nvSpPr>
        <p:spPr>
          <a:xfrm>
            <a:off x="10378440" y="7955280"/>
            <a:ext cx="6766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0" noProof="0">
                <a:solidFill>
                  <a:srgbClr val="606060"/>
                </a:solidFill>
                <a:latin typeface="Inter"/>
              </a:rPr>
              <a:t>cobertura ≥ 70 % negocio y 80 % global</a:t>
            </a:r>
          </a:p>
        </p:txBody>
      </p:sp>
      <p:sp>
        <p:nvSpPr>
          <p:cNvPr id="805" name="Rounded Rectangle 804"/>
          <p:cNvSpPr/>
          <p:nvPr/>
        </p:nvSpPr>
        <p:spPr>
          <a:xfrm>
            <a:off x="9509760" y="8503920"/>
            <a:ext cx="685800" cy="685800"/>
          </a:xfrm>
          <a:prstGeom prst="roundRect">
            <a:avLst>
              <a:gd name="adj" fmla="val 2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G3</a:t>
            </a:r>
          </a:p>
        </p:txBody>
      </p:sp>
      <p:sp>
        <p:nvSpPr>
          <p:cNvPr id="806" name="TextBox 805"/>
          <p:cNvSpPr txBox="1"/>
          <p:nvPr/>
        </p:nvSpPr>
        <p:spPr>
          <a:xfrm>
            <a:off x="10378440" y="8503920"/>
            <a:ext cx="6766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700" b="1" noProof="0">
                <a:solidFill>
                  <a:srgbClr val="111111"/>
                </a:solidFill>
                <a:latin typeface="Inter SemiBold"/>
              </a:rPr>
              <a:t>Promoción a QA</a:t>
            </a:r>
          </a:p>
        </p:txBody>
      </p:sp>
      <p:sp>
        <p:nvSpPr>
          <p:cNvPr id="807" name="TextBox 806"/>
          <p:cNvSpPr txBox="1"/>
          <p:nvPr/>
        </p:nvSpPr>
        <p:spPr>
          <a:xfrm>
            <a:off x="10378440" y="8869680"/>
            <a:ext cx="6766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0" noProof="0">
                <a:solidFill>
                  <a:srgbClr val="606060"/>
                </a:solidFill>
                <a:latin typeface="Inter"/>
              </a:rPr>
              <a:t>sin vulnerabilidades altas</a:t>
            </a:r>
          </a:p>
        </p:txBody>
      </p:sp>
      <p:sp>
        <p:nvSpPr>
          <p:cNvPr id="808" name="!!slidenum"/>
          <p:cNvSpPr txBox="1"/>
          <p:nvPr/>
        </p:nvSpPr>
        <p:spPr>
          <a:xfrm>
            <a:off x="16459200" y="9601200"/>
            <a:ext cx="13716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18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6" name="!!title"/>
          <p:cNvSpPr txBox="1"/>
          <p:nvPr/>
        </p:nvSpPr>
        <p:spPr>
          <a:xfrm>
            <a:off x="1503838" y="1097280"/>
            <a:ext cx="4524671" cy="2160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2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Cómo se divide el proyecto</a:t>
            </a:r>
            <a:endParaRPr lang="es-CL" noProof="0"/>
          </a:p>
        </p:txBody>
      </p:sp>
      <p:sp>
        <p:nvSpPr>
          <p:cNvPr id="1517" name="!!deco_dce8b6c9_1"/>
          <p:cNvSpPr/>
          <p:nvPr/>
        </p:nvSpPr>
        <p:spPr>
          <a:xfrm>
            <a:off x="-4730695" y="-7442573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2" y="0"/>
                </a:lnTo>
                <a:lnTo>
                  <a:pt x="10236982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18" name="Google Shape;1518;p24"/>
          <p:cNvSpPr txBox="1"/>
          <p:nvPr/>
        </p:nvSpPr>
        <p:spPr>
          <a:xfrm>
            <a:off x="1499616" y="4023360"/>
            <a:ext cx="56692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6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 etapas + operación</a:t>
            </a:r>
            <a:br>
              <a:rPr lang="es-CL" sz="26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s-CL" sz="26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8 frentes con responsable</a:t>
            </a:r>
            <a:endParaRPr lang="es-CL" noProof="0"/>
          </a:p>
        </p:txBody>
      </p:sp>
      <p:sp>
        <p:nvSpPr>
          <p:cNvPr id="1519" name="Google Shape;1519;p24"/>
          <p:cNvSpPr txBox="1"/>
          <p:nvPr/>
        </p:nvSpPr>
        <p:spPr>
          <a:xfrm>
            <a:off x="1499616" y="5486400"/>
            <a:ext cx="56692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Solapes: meses 13–15 y 19–20</a:t>
            </a:r>
            <a:endParaRPr lang="es-CL" noProof="0"/>
          </a:p>
        </p:txBody>
      </p:sp>
      <p:sp>
        <p:nvSpPr>
          <p:cNvPr id="1520" name="Google Shape;1520;p24"/>
          <p:cNvSpPr/>
          <p:nvPr/>
        </p:nvSpPr>
        <p:spPr>
          <a:xfrm>
            <a:off x="12076611" y="1188720"/>
            <a:ext cx="367392" cy="7269480"/>
          </a:xfrm>
          <a:prstGeom prst="rect">
            <a:avLst/>
          </a:prstGeom>
          <a:solidFill>
            <a:srgbClr val="FDE8DC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21" name="Google Shape;1521;p24"/>
          <p:cNvSpPr/>
          <p:nvPr/>
        </p:nvSpPr>
        <p:spPr>
          <a:xfrm>
            <a:off x="12811397" y="1188720"/>
            <a:ext cx="244928" cy="7269480"/>
          </a:xfrm>
          <a:prstGeom prst="rect">
            <a:avLst/>
          </a:prstGeom>
          <a:solidFill>
            <a:srgbClr val="FDE8DC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22" name="Google Shape;1522;p24"/>
          <p:cNvSpPr txBox="1"/>
          <p:nvPr/>
        </p:nvSpPr>
        <p:spPr>
          <a:xfrm>
            <a:off x="7680960" y="109728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BLOQUES</a:t>
            </a:r>
            <a:endParaRPr lang="es-CL" noProof="0"/>
          </a:p>
        </p:txBody>
      </p:sp>
      <p:sp>
        <p:nvSpPr>
          <p:cNvPr id="1523" name="Google Shape;1523;p24"/>
          <p:cNvSpPr txBox="1"/>
          <p:nvPr/>
        </p:nvSpPr>
        <p:spPr>
          <a:xfrm>
            <a:off x="7680960" y="146304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Etapa 1</a:t>
            </a:r>
            <a:endParaRPr lang="es-CL" noProof="0"/>
          </a:p>
        </p:txBody>
      </p:sp>
      <p:sp>
        <p:nvSpPr>
          <p:cNvPr id="1524" name="Google Shape;1524;p24"/>
          <p:cNvSpPr/>
          <p:nvPr/>
        </p:nvSpPr>
        <p:spPr>
          <a:xfrm>
            <a:off x="10607040" y="1463040"/>
            <a:ext cx="1959428" cy="411480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m1–16</a:t>
            </a:r>
            <a:endParaRPr lang="es-CL" noProof="0"/>
          </a:p>
        </p:txBody>
      </p:sp>
      <p:sp>
        <p:nvSpPr>
          <p:cNvPr id="1525" name="Google Shape;1525;p24"/>
          <p:cNvSpPr txBox="1"/>
          <p:nvPr/>
        </p:nvSpPr>
        <p:spPr>
          <a:xfrm>
            <a:off x="7680960" y="1993392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Etapa 2</a:t>
            </a:r>
            <a:endParaRPr lang="es-CL" noProof="0"/>
          </a:p>
        </p:txBody>
      </p:sp>
      <p:sp>
        <p:nvSpPr>
          <p:cNvPr id="1526" name="Google Shape;1526;p24"/>
          <p:cNvSpPr/>
          <p:nvPr/>
        </p:nvSpPr>
        <p:spPr>
          <a:xfrm>
            <a:off x="12076611" y="1993392"/>
            <a:ext cx="1102178" cy="411480"/>
          </a:xfrm>
          <a:prstGeom prst="roundRect">
            <a:avLst>
              <a:gd name="adj" fmla="val 30000"/>
            </a:avLst>
          </a:prstGeom>
          <a:solidFill>
            <a:srgbClr val="F29A5E"/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m13–21</a:t>
            </a:r>
            <a:endParaRPr lang="es-CL" noProof="0"/>
          </a:p>
        </p:txBody>
      </p:sp>
      <p:sp>
        <p:nvSpPr>
          <p:cNvPr id="1527" name="Google Shape;1527;p24"/>
          <p:cNvSpPr txBox="1"/>
          <p:nvPr/>
        </p:nvSpPr>
        <p:spPr>
          <a:xfrm>
            <a:off x="7680960" y="2523744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Operación</a:t>
            </a:r>
            <a:endParaRPr lang="es-CL" noProof="0"/>
          </a:p>
        </p:txBody>
      </p:sp>
      <p:sp>
        <p:nvSpPr>
          <p:cNvPr id="1528" name="Google Shape;1528;p24"/>
          <p:cNvSpPr/>
          <p:nvPr/>
        </p:nvSpPr>
        <p:spPr>
          <a:xfrm>
            <a:off x="13056325" y="2523744"/>
            <a:ext cx="4408714" cy="411480"/>
          </a:xfrm>
          <a:prstGeom prst="roundRect">
            <a:avLst>
              <a:gd name="adj" fmla="val 30000"/>
            </a:avLst>
          </a:prstGeom>
          <a:solidFill>
            <a:srgbClr val="3C3C3C"/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m21–56</a:t>
            </a:r>
            <a:endParaRPr lang="es-CL" noProof="0"/>
          </a:p>
        </p:txBody>
      </p:sp>
      <p:sp>
        <p:nvSpPr>
          <p:cNvPr id="1529" name="Google Shape;1529;p24"/>
          <p:cNvSpPr txBox="1"/>
          <p:nvPr/>
        </p:nvSpPr>
        <p:spPr>
          <a:xfrm>
            <a:off x="7680960" y="315468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FRENTES</a:t>
            </a:r>
            <a:endParaRPr lang="es-CL" noProof="0"/>
          </a:p>
        </p:txBody>
      </p:sp>
      <p:sp>
        <p:nvSpPr>
          <p:cNvPr id="1530" name="Google Shape;1530;p24"/>
          <p:cNvSpPr txBox="1"/>
          <p:nvPr/>
        </p:nvSpPr>
        <p:spPr>
          <a:xfrm>
            <a:off x="7680960" y="3483864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F1 Dirección</a:t>
            </a:r>
            <a:endParaRPr lang="es-CL" noProof="0"/>
          </a:p>
        </p:txBody>
      </p:sp>
      <p:sp>
        <p:nvSpPr>
          <p:cNvPr id="1531" name="Google Shape;1531;p24"/>
          <p:cNvSpPr txBox="1"/>
          <p:nvPr/>
        </p:nvSpPr>
        <p:spPr>
          <a:xfrm>
            <a:off x="7680960" y="3767328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Jefe de Proyecto</a:t>
            </a:r>
            <a:endParaRPr lang="es-CL" noProof="0"/>
          </a:p>
        </p:txBody>
      </p:sp>
      <p:sp>
        <p:nvSpPr>
          <p:cNvPr id="1532" name="Google Shape;1532;p24"/>
          <p:cNvSpPr/>
          <p:nvPr/>
        </p:nvSpPr>
        <p:spPr>
          <a:xfrm>
            <a:off x="10607040" y="3593592"/>
            <a:ext cx="6858000" cy="384048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33" name="!!gantt_label_design"/>
          <p:cNvSpPr txBox="1"/>
          <p:nvPr/>
        </p:nvSpPr>
        <p:spPr>
          <a:xfrm>
            <a:off x="7680960" y="4105656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F2 Arquitectura</a:t>
            </a:r>
            <a:endParaRPr lang="es-CL" noProof="0"/>
          </a:p>
        </p:txBody>
      </p:sp>
      <p:sp>
        <p:nvSpPr>
          <p:cNvPr id="1534" name="Google Shape;1534;p24"/>
          <p:cNvSpPr txBox="1"/>
          <p:nvPr/>
        </p:nvSpPr>
        <p:spPr>
          <a:xfrm>
            <a:off x="7680960" y="4389120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Arquitecto de Solución</a:t>
            </a:r>
            <a:endParaRPr lang="es-CL" noProof="0"/>
          </a:p>
        </p:txBody>
      </p:sp>
      <p:sp>
        <p:nvSpPr>
          <p:cNvPr id="1535" name="!!gv_0"/>
          <p:cNvSpPr/>
          <p:nvPr/>
        </p:nvSpPr>
        <p:spPr>
          <a:xfrm>
            <a:off x="10607040" y="4215384"/>
            <a:ext cx="2571750" cy="384048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36" name="!!gantt_label_e1"/>
          <p:cNvSpPr txBox="1"/>
          <p:nvPr/>
        </p:nvSpPr>
        <p:spPr>
          <a:xfrm>
            <a:off x="7680960" y="4727448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F3 Construcción E1</a:t>
            </a:r>
            <a:endParaRPr lang="es-CL" noProof="0"/>
          </a:p>
        </p:txBody>
      </p:sp>
      <p:sp>
        <p:nvSpPr>
          <p:cNvPr id="1537" name="Google Shape;1537;p24"/>
          <p:cNvSpPr txBox="1"/>
          <p:nvPr/>
        </p:nvSpPr>
        <p:spPr>
          <a:xfrm>
            <a:off x="7680960" y="5010912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Líder de Desarrollo</a:t>
            </a:r>
            <a:endParaRPr lang="es-CL" noProof="0"/>
          </a:p>
        </p:txBody>
      </p:sp>
      <p:sp>
        <p:nvSpPr>
          <p:cNvPr id="1538" name="!!gv_1"/>
          <p:cNvSpPr/>
          <p:nvPr/>
        </p:nvSpPr>
        <p:spPr>
          <a:xfrm>
            <a:off x="10607040" y="4837176"/>
            <a:ext cx="2449285" cy="384048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39" name="!!gantt_label_e2"/>
          <p:cNvSpPr txBox="1"/>
          <p:nvPr/>
        </p:nvSpPr>
        <p:spPr>
          <a:xfrm>
            <a:off x="7680960" y="5349240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F4 Construcción E2</a:t>
            </a:r>
            <a:endParaRPr lang="es-CL" noProof="0"/>
          </a:p>
        </p:txBody>
      </p:sp>
      <p:sp>
        <p:nvSpPr>
          <p:cNvPr id="1540" name="Google Shape;1540;p24"/>
          <p:cNvSpPr txBox="1"/>
          <p:nvPr/>
        </p:nvSpPr>
        <p:spPr>
          <a:xfrm>
            <a:off x="7680960" y="5632704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Líder de Desarrollo</a:t>
            </a:r>
            <a:endParaRPr lang="es-CL" noProof="0"/>
          </a:p>
        </p:txBody>
      </p:sp>
      <p:sp>
        <p:nvSpPr>
          <p:cNvPr id="1541" name="!!gv_4"/>
          <p:cNvSpPr/>
          <p:nvPr/>
        </p:nvSpPr>
        <p:spPr>
          <a:xfrm>
            <a:off x="12076611" y="5458968"/>
            <a:ext cx="979714" cy="384048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42" name="Google Shape;1542;p24"/>
          <p:cNvSpPr txBox="1"/>
          <p:nvPr/>
        </p:nvSpPr>
        <p:spPr>
          <a:xfrm>
            <a:off x="7680960" y="5971032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F5 Plataforma</a:t>
            </a:r>
            <a:endParaRPr lang="es-CL" noProof="0"/>
          </a:p>
        </p:txBody>
      </p:sp>
      <p:sp>
        <p:nvSpPr>
          <p:cNvPr id="1543" name="Google Shape;1543;p24"/>
          <p:cNvSpPr txBox="1"/>
          <p:nvPr/>
        </p:nvSpPr>
        <p:spPr>
          <a:xfrm>
            <a:off x="7680960" y="6254496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Líder de Operación/SRE</a:t>
            </a:r>
            <a:endParaRPr lang="es-CL" noProof="0"/>
          </a:p>
        </p:txBody>
      </p:sp>
      <p:sp>
        <p:nvSpPr>
          <p:cNvPr id="1544" name="Google Shape;1544;p24"/>
          <p:cNvSpPr/>
          <p:nvPr/>
        </p:nvSpPr>
        <p:spPr>
          <a:xfrm>
            <a:off x="10607040" y="6080760"/>
            <a:ext cx="2449285" cy="384048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45" name="Google Shape;1545;p24"/>
          <p:cNvSpPr txBox="1"/>
          <p:nvPr/>
        </p:nvSpPr>
        <p:spPr>
          <a:xfrm>
            <a:off x="7680960" y="6592824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F6 Calidad</a:t>
            </a:r>
            <a:endParaRPr lang="es-CL" noProof="0"/>
          </a:p>
        </p:txBody>
      </p:sp>
      <p:sp>
        <p:nvSpPr>
          <p:cNvPr id="1546" name="Google Shape;1546;p24"/>
          <p:cNvSpPr txBox="1"/>
          <p:nvPr/>
        </p:nvSpPr>
        <p:spPr>
          <a:xfrm>
            <a:off x="7680960" y="6876288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Líder de Calidad</a:t>
            </a:r>
            <a:endParaRPr lang="es-CL" noProof="0"/>
          </a:p>
        </p:txBody>
      </p:sp>
      <p:sp>
        <p:nvSpPr>
          <p:cNvPr id="1547" name="Google Shape;1547;p24"/>
          <p:cNvSpPr/>
          <p:nvPr/>
        </p:nvSpPr>
        <p:spPr>
          <a:xfrm>
            <a:off x="10607040" y="6702552"/>
            <a:ext cx="2571750" cy="384048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48" name="Google Shape;1548;p24"/>
          <p:cNvSpPr txBox="1"/>
          <p:nvPr/>
        </p:nvSpPr>
        <p:spPr>
          <a:xfrm>
            <a:off x="7680960" y="7214616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F7 Implantación</a:t>
            </a:r>
            <a:endParaRPr lang="es-CL" noProof="0"/>
          </a:p>
        </p:txBody>
      </p:sp>
      <p:sp>
        <p:nvSpPr>
          <p:cNvPr id="1549" name="Google Shape;1549;p24"/>
          <p:cNvSpPr txBox="1"/>
          <p:nvPr/>
        </p:nvSpPr>
        <p:spPr>
          <a:xfrm>
            <a:off x="7680960" y="7498079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Líder de Implantación</a:t>
            </a:r>
            <a:endParaRPr lang="es-CL" noProof="0"/>
          </a:p>
        </p:txBody>
      </p:sp>
      <p:sp>
        <p:nvSpPr>
          <p:cNvPr id="1550" name="!!gv_3"/>
          <p:cNvSpPr/>
          <p:nvPr/>
        </p:nvSpPr>
        <p:spPr>
          <a:xfrm>
            <a:off x="11586754" y="7324344"/>
            <a:ext cx="1592035" cy="384048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51" name="!!gantt_label_operation"/>
          <p:cNvSpPr txBox="1"/>
          <p:nvPr/>
        </p:nvSpPr>
        <p:spPr>
          <a:xfrm>
            <a:off x="7680960" y="7836408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F8 Operación</a:t>
            </a:r>
            <a:endParaRPr lang="es-CL" noProof="0"/>
          </a:p>
        </p:txBody>
      </p:sp>
      <p:sp>
        <p:nvSpPr>
          <p:cNvPr id="1552" name="Google Shape;1552;p24"/>
          <p:cNvSpPr txBox="1"/>
          <p:nvPr/>
        </p:nvSpPr>
        <p:spPr>
          <a:xfrm>
            <a:off x="7680960" y="8119872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Líder de Operación/SRE</a:t>
            </a:r>
            <a:endParaRPr lang="es-CL" noProof="0"/>
          </a:p>
        </p:txBody>
      </p:sp>
      <p:sp>
        <p:nvSpPr>
          <p:cNvPr id="1553" name="!!gv_10"/>
          <p:cNvSpPr/>
          <p:nvPr/>
        </p:nvSpPr>
        <p:spPr>
          <a:xfrm>
            <a:off x="13056325" y="7946136"/>
            <a:ext cx="4408714" cy="384048"/>
          </a:xfrm>
          <a:prstGeom prst="roundRect">
            <a:avLst>
              <a:gd name="adj" fmla="val 30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54" name="Google Shape;1554;p24"/>
          <p:cNvSpPr txBox="1"/>
          <p:nvPr/>
        </p:nvSpPr>
        <p:spPr>
          <a:xfrm>
            <a:off x="10287000" y="850392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m1</a:t>
            </a:r>
            <a:endParaRPr lang="es-CL" noProof="0"/>
          </a:p>
        </p:txBody>
      </p:sp>
      <p:sp>
        <p:nvSpPr>
          <p:cNvPr id="1555" name="Google Shape;1555;p24"/>
          <p:cNvSpPr txBox="1"/>
          <p:nvPr/>
        </p:nvSpPr>
        <p:spPr>
          <a:xfrm>
            <a:off x="11756571" y="850392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m13</a:t>
            </a:r>
            <a:endParaRPr lang="es-CL" noProof="0"/>
          </a:p>
        </p:txBody>
      </p:sp>
      <p:sp>
        <p:nvSpPr>
          <p:cNvPr id="1556" name="Google Shape;1556;p24"/>
          <p:cNvSpPr txBox="1"/>
          <p:nvPr/>
        </p:nvSpPr>
        <p:spPr>
          <a:xfrm>
            <a:off x="12736285" y="850392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m21</a:t>
            </a:r>
            <a:endParaRPr lang="es-CL" noProof="0"/>
          </a:p>
        </p:txBody>
      </p:sp>
      <p:sp>
        <p:nvSpPr>
          <p:cNvPr id="1557" name="Google Shape;1557;p24"/>
          <p:cNvSpPr txBox="1"/>
          <p:nvPr/>
        </p:nvSpPr>
        <p:spPr>
          <a:xfrm>
            <a:off x="17022535" y="850392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m56</a:t>
            </a:r>
            <a:endParaRPr lang="es-CL" noProof="0"/>
          </a:p>
        </p:txBody>
      </p:sp>
      <p:sp>
        <p:nvSpPr>
          <p:cNvPr id="1558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19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!!deco_78f3c294_2">
            <a:extLst>
              <a:ext uri="{FF2B5EF4-FFF2-40B4-BE49-F238E27FC236}">
                <a16:creationId xmlns:a16="http://schemas.microsoft.com/office/drawing/2014/main" id="{5CDFB799-6F5C-EB75-34C2-B7BF4A2B8821}"/>
              </a:ext>
            </a:extLst>
          </p:cNvPr>
          <p:cNvSpPr/>
          <p:nvPr/>
        </p:nvSpPr>
        <p:spPr>
          <a:xfrm flipH="1">
            <a:off x="17178986" y="8869326"/>
            <a:ext cx="208306" cy="345737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60" name="!!deco_78f3c294_1">
            <a:extLst>
              <a:ext uri="{FF2B5EF4-FFF2-40B4-BE49-F238E27FC236}">
                <a16:creationId xmlns:a16="http://schemas.microsoft.com/office/drawing/2014/main" id="{EFDEB00F-AED8-C33A-F0E1-035C2934B0D3}"/>
              </a:ext>
            </a:extLst>
          </p:cNvPr>
          <p:cNvSpPr/>
          <p:nvPr/>
        </p:nvSpPr>
        <p:spPr>
          <a:xfrm flipH="1">
            <a:off x="17335209" y="8869326"/>
            <a:ext cx="208306" cy="345737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61" name="!!deco_dce8b6c9_1">
            <a:extLst>
              <a:ext uri="{FF2B5EF4-FFF2-40B4-BE49-F238E27FC236}">
                <a16:creationId xmlns:a16="http://schemas.microsoft.com/office/drawing/2014/main" id="{4E35A667-0225-9B84-7503-321D05991139}"/>
              </a:ext>
            </a:extLst>
          </p:cNvPr>
          <p:cNvSpPr/>
          <p:nvPr/>
        </p:nvSpPr>
        <p:spPr>
          <a:xfrm>
            <a:off x="-2422552" y="8775768"/>
            <a:ext cx="10467313" cy="10467313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62" name="!!deco_1438196a_2">
            <a:extLst>
              <a:ext uri="{FF2B5EF4-FFF2-40B4-BE49-F238E27FC236}">
                <a16:creationId xmlns:a16="http://schemas.microsoft.com/office/drawing/2014/main" id="{E762421E-DA94-44A0-C300-BC5D6A0868B2}"/>
              </a:ext>
            </a:extLst>
          </p:cNvPr>
          <p:cNvSpPr/>
          <p:nvPr/>
        </p:nvSpPr>
        <p:spPr>
          <a:xfrm>
            <a:off x="15182687" y="-1806079"/>
            <a:ext cx="4207383" cy="4207383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63" name="!!deco_1438196a_1">
            <a:extLst>
              <a:ext uri="{FF2B5EF4-FFF2-40B4-BE49-F238E27FC236}">
                <a16:creationId xmlns:a16="http://schemas.microsoft.com/office/drawing/2014/main" id="{16F59A0B-9E9F-DCD4-B36E-78217231345A}"/>
              </a:ext>
            </a:extLst>
          </p:cNvPr>
          <p:cNvSpPr/>
          <p:nvPr/>
        </p:nvSpPr>
        <p:spPr>
          <a:xfrm>
            <a:off x="-912276" y="-1806079"/>
            <a:ext cx="4207383" cy="4207383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4608" name="!!slidenum">
            <a:extLst>
              <a:ext uri="{FF2B5EF4-FFF2-40B4-BE49-F238E27FC236}">
                <a16:creationId xmlns:a16="http://schemas.microsoft.com/office/drawing/2014/main" id="{F2D76030-3261-53B7-09D1-D0F82D4CDAF9}"/>
              </a:ext>
            </a:extLst>
          </p:cNvPr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20</a:t>
            </a:r>
          </a:p>
        </p:txBody>
      </p:sp>
      <p:sp>
        <p:nvSpPr>
          <p:cNvPr id="4609" name="!!title">
            <a:extLst>
              <a:ext uri="{FF2B5EF4-FFF2-40B4-BE49-F238E27FC236}">
                <a16:creationId xmlns:a16="http://schemas.microsoft.com/office/drawing/2014/main" id="{3F80AD2B-387D-11A6-5A8E-0B3C8AAEB3B1}"/>
              </a:ext>
            </a:extLst>
          </p:cNvPr>
          <p:cNvSpPr txBox="1"/>
          <p:nvPr/>
        </p:nvSpPr>
        <p:spPr>
          <a:xfrm>
            <a:off x="2223023" y="962040"/>
            <a:ext cx="14034000" cy="8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948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525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Gantt de implementación</a:t>
            </a:r>
            <a:endParaRPr lang="es-CL" sz="1432" noProof="0"/>
          </a:p>
        </p:txBody>
      </p:sp>
      <p:sp>
        <p:nvSpPr>
          <p:cNvPr id="4610" name="Google Shape;1637;p26">
            <a:extLst>
              <a:ext uri="{FF2B5EF4-FFF2-40B4-BE49-F238E27FC236}">
                <a16:creationId xmlns:a16="http://schemas.microsoft.com/office/drawing/2014/main" id="{6A38225C-F7C2-6A6F-AAA2-F8F20CB9512F}"/>
              </a:ext>
            </a:extLst>
          </p:cNvPr>
          <p:cNvSpPr txBox="1"/>
          <p:nvPr/>
        </p:nvSpPr>
        <p:spPr>
          <a:xfrm>
            <a:off x="1755222" y="2346037"/>
            <a:ext cx="14969700" cy="3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46" b="0" i="0" u="none" strike="noStrike" cap="none" noProof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Meses 1–24 · actividades, hitos y congelamientos</a:t>
            </a:r>
            <a:endParaRPr lang="es-CL" sz="1432" noProof="0"/>
          </a:p>
        </p:txBody>
      </p:sp>
      <p:sp>
        <p:nvSpPr>
          <p:cNvPr id="4611" name="Google Shape;1638;p26">
            <a:extLst>
              <a:ext uri="{FF2B5EF4-FFF2-40B4-BE49-F238E27FC236}">
                <a16:creationId xmlns:a16="http://schemas.microsoft.com/office/drawing/2014/main" id="{0A654A26-0E4C-FA07-9F08-50A17D735269}"/>
              </a:ext>
            </a:extLst>
          </p:cNvPr>
          <p:cNvSpPr/>
          <p:nvPr/>
        </p:nvSpPr>
        <p:spPr>
          <a:xfrm>
            <a:off x="7824943" y="3121699"/>
            <a:ext cx="572700" cy="48837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12" name="Google Shape;1639;p26">
            <a:extLst>
              <a:ext uri="{FF2B5EF4-FFF2-40B4-BE49-F238E27FC236}">
                <a16:creationId xmlns:a16="http://schemas.microsoft.com/office/drawing/2014/main" id="{6E50BA97-47A2-D5B9-20DC-DA016E1A3041}"/>
              </a:ext>
            </a:extLst>
          </p:cNvPr>
          <p:cNvSpPr txBox="1"/>
          <p:nvPr/>
        </p:nvSpPr>
        <p:spPr>
          <a:xfrm>
            <a:off x="7731383" y="2794238"/>
            <a:ext cx="7599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 err="1">
                <a:solidFill>
                  <a:srgbClr val="6060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Sep</a:t>
            </a:r>
            <a:endParaRPr lang="es-CL" sz="1432" noProof="0"/>
          </a:p>
        </p:txBody>
      </p:sp>
      <p:sp>
        <p:nvSpPr>
          <p:cNvPr id="4613" name="Google Shape;1640;p26">
            <a:extLst>
              <a:ext uri="{FF2B5EF4-FFF2-40B4-BE49-F238E27FC236}">
                <a16:creationId xmlns:a16="http://schemas.microsoft.com/office/drawing/2014/main" id="{CED7B272-D7AB-B130-A42E-7EA94F75D12A}"/>
              </a:ext>
            </a:extLst>
          </p:cNvPr>
          <p:cNvSpPr/>
          <p:nvPr/>
        </p:nvSpPr>
        <p:spPr>
          <a:xfrm>
            <a:off x="9544113" y="3121699"/>
            <a:ext cx="572700" cy="48837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14" name="Google Shape;1641;p26">
            <a:extLst>
              <a:ext uri="{FF2B5EF4-FFF2-40B4-BE49-F238E27FC236}">
                <a16:creationId xmlns:a16="http://schemas.microsoft.com/office/drawing/2014/main" id="{48C48B21-504B-9DF5-5E24-792900552190}"/>
              </a:ext>
            </a:extLst>
          </p:cNvPr>
          <p:cNvSpPr txBox="1"/>
          <p:nvPr/>
        </p:nvSpPr>
        <p:spPr>
          <a:xfrm>
            <a:off x="9450553" y="2794238"/>
            <a:ext cx="7599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6060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Dic</a:t>
            </a:r>
            <a:endParaRPr lang="es-CL" sz="1432" noProof="0"/>
          </a:p>
        </p:txBody>
      </p:sp>
      <p:sp>
        <p:nvSpPr>
          <p:cNvPr id="4615" name="Google Shape;1642;p26">
            <a:extLst>
              <a:ext uri="{FF2B5EF4-FFF2-40B4-BE49-F238E27FC236}">
                <a16:creationId xmlns:a16="http://schemas.microsoft.com/office/drawing/2014/main" id="{6EB7E7F4-B6F0-1473-FE8E-0FFE1D9DFB7E}"/>
              </a:ext>
            </a:extLst>
          </p:cNvPr>
          <p:cNvSpPr/>
          <p:nvPr/>
        </p:nvSpPr>
        <p:spPr>
          <a:xfrm>
            <a:off x="14701621" y="3121699"/>
            <a:ext cx="572700" cy="48837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16" name="Google Shape;1643;p26">
            <a:extLst>
              <a:ext uri="{FF2B5EF4-FFF2-40B4-BE49-F238E27FC236}">
                <a16:creationId xmlns:a16="http://schemas.microsoft.com/office/drawing/2014/main" id="{64EAC1E4-3E2F-E765-8FF1-9FF80EE10EC9}"/>
              </a:ext>
            </a:extLst>
          </p:cNvPr>
          <p:cNvSpPr txBox="1"/>
          <p:nvPr/>
        </p:nvSpPr>
        <p:spPr>
          <a:xfrm>
            <a:off x="14608061" y="2794238"/>
            <a:ext cx="7599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 err="1">
                <a:solidFill>
                  <a:srgbClr val="6060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Sep</a:t>
            </a:r>
            <a:endParaRPr lang="es-CL" sz="1432" noProof="0"/>
          </a:p>
        </p:txBody>
      </p:sp>
      <p:sp>
        <p:nvSpPr>
          <p:cNvPr id="4617" name="Google Shape;1644;p26">
            <a:extLst>
              <a:ext uri="{FF2B5EF4-FFF2-40B4-BE49-F238E27FC236}">
                <a16:creationId xmlns:a16="http://schemas.microsoft.com/office/drawing/2014/main" id="{65A335D0-92FC-FAFE-81AC-0A8A32AE3F45}"/>
              </a:ext>
            </a:extLst>
          </p:cNvPr>
          <p:cNvSpPr/>
          <p:nvPr/>
        </p:nvSpPr>
        <p:spPr>
          <a:xfrm>
            <a:off x="16420791" y="3121699"/>
            <a:ext cx="572700" cy="48837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18" name="Google Shape;1645;p26">
            <a:extLst>
              <a:ext uri="{FF2B5EF4-FFF2-40B4-BE49-F238E27FC236}">
                <a16:creationId xmlns:a16="http://schemas.microsoft.com/office/drawing/2014/main" id="{4BAA9632-5D64-4E4B-3FA2-0B22F6273CFA}"/>
              </a:ext>
            </a:extLst>
          </p:cNvPr>
          <p:cNvSpPr txBox="1"/>
          <p:nvPr/>
        </p:nvSpPr>
        <p:spPr>
          <a:xfrm>
            <a:off x="16327231" y="2794238"/>
            <a:ext cx="7599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6060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Dic</a:t>
            </a:r>
            <a:endParaRPr lang="es-CL" sz="1432" noProof="0"/>
          </a:p>
        </p:txBody>
      </p:sp>
      <p:sp>
        <p:nvSpPr>
          <p:cNvPr id="4619" name="Google Shape;1646;p26">
            <a:extLst>
              <a:ext uri="{FF2B5EF4-FFF2-40B4-BE49-F238E27FC236}">
                <a16:creationId xmlns:a16="http://schemas.microsoft.com/office/drawing/2014/main" id="{142D40BE-CB5C-D472-66ED-417D1AA6CA28}"/>
              </a:ext>
            </a:extLst>
          </p:cNvPr>
          <p:cNvSpPr txBox="1"/>
          <p:nvPr/>
        </p:nvSpPr>
        <p:spPr>
          <a:xfrm>
            <a:off x="632499" y="2794238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Gris = congelamiento</a:t>
            </a:r>
            <a:endParaRPr lang="es-CL" sz="1432" noProof="0"/>
          </a:p>
        </p:txBody>
      </p:sp>
      <p:sp>
        <p:nvSpPr>
          <p:cNvPr id="4620" name="Google Shape;1647;p26">
            <a:extLst>
              <a:ext uri="{FF2B5EF4-FFF2-40B4-BE49-F238E27FC236}">
                <a16:creationId xmlns:a16="http://schemas.microsoft.com/office/drawing/2014/main" id="{3912E99E-4535-43C1-A984-8E514051E4DD}"/>
              </a:ext>
            </a:extLst>
          </p:cNvPr>
          <p:cNvSpPr txBox="1"/>
          <p:nvPr/>
        </p:nvSpPr>
        <p:spPr>
          <a:xfrm>
            <a:off x="632499" y="3168479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Diseño e infraestructura</a:t>
            </a:r>
            <a:endParaRPr lang="es-CL" sz="1432" noProof="0"/>
          </a:p>
        </p:txBody>
      </p:sp>
      <p:sp>
        <p:nvSpPr>
          <p:cNvPr id="4621" name="!!gv_0">
            <a:extLst>
              <a:ext uri="{FF2B5EF4-FFF2-40B4-BE49-F238E27FC236}">
                <a16:creationId xmlns:a16="http://schemas.microsoft.com/office/drawing/2014/main" id="{3629EE7A-BC91-9BE9-1247-9C0A14EBFDFF}"/>
              </a:ext>
            </a:extLst>
          </p:cNvPr>
          <p:cNvSpPr/>
          <p:nvPr/>
        </p:nvSpPr>
        <p:spPr>
          <a:xfrm>
            <a:off x="3813547" y="3168479"/>
            <a:ext cx="18288" cy="299700"/>
          </a:xfrm>
          <a:prstGeom prst="roundRect">
            <a:avLst>
              <a:gd name="adj" fmla="val 30000"/>
            </a:avLst>
          </a:prstGeom>
          <a:solidFill>
            <a:srgbClr val="606060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22" name="Google Shape;1649;p26">
            <a:extLst>
              <a:ext uri="{FF2B5EF4-FFF2-40B4-BE49-F238E27FC236}">
                <a16:creationId xmlns:a16="http://schemas.microsoft.com/office/drawing/2014/main" id="{5B1786DD-A90F-001D-0E67-E487D680B3D2}"/>
              </a:ext>
            </a:extLst>
          </p:cNvPr>
          <p:cNvSpPr txBox="1"/>
          <p:nvPr/>
        </p:nvSpPr>
        <p:spPr>
          <a:xfrm>
            <a:off x="632499" y="3561432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Construcción y pruebas E1</a:t>
            </a:r>
            <a:endParaRPr lang="es-CL" sz="1432" noProof="0"/>
          </a:p>
        </p:txBody>
      </p:sp>
      <p:sp>
        <p:nvSpPr>
          <p:cNvPr id="4623" name="!!gv_1">
            <a:extLst>
              <a:ext uri="{FF2B5EF4-FFF2-40B4-BE49-F238E27FC236}">
                <a16:creationId xmlns:a16="http://schemas.microsoft.com/office/drawing/2014/main" id="{B354D503-EEDA-0E51-1F42-F32AB7FD6EF7}"/>
              </a:ext>
            </a:extLst>
          </p:cNvPr>
          <p:cNvSpPr/>
          <p:nvPr/>
        </p:nvSpPr>
        <p:spPr>
          <a:xfrm>
            <a:off x="6105774" y="3561432"/>
            <a:ext cx="18288" cy="299700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24" name="Google Shape;1651;p26">
            <a:extLst>
              <a:ext uri="{FF2B5EF4-FFF2-40B4-BE49-F238E27FC236}">
                <a16:creationId xmlns:a16="http://schemas.microsoft.com/office/drawing/2014/main" id="{F36883A4-175D-A236-33D8-09A2F6BF4295}"/>
              </a:ext>
            </a:extLst>
          </p:cNvPr>
          <p:cNvSpPr txBox="1"/>
          <p:nvPr/>
        </p:nvSpPr>
        <p:spPr>
          <a:xfrm>
            <a:off x="632499" y="3954385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Migración de datos</a:t>
            </a:r>
            <a:endParaRPr lang="es-CL" sz="1432" noProof="0"/>
          </a:p>
        </p:txBody>
      </p:sp>
      <p:sp>
        <p:nvSpPr>
          <p:cNvPr id="4625" name="!!gv_2">
            <a:extLst>
              <a:ext uri="{FF2B5EF4-FFF2-40B4-BE49-F238E27FC236}">
                <a16:creationId xmlns:a16="http://schemas.microsoft.com/office/drawing/2014/main" id="{336DF082-E432-1BE1-214A-7B0BBD0FDC54}"/>
              </a:ext>
            </a:extLst>
          </p:cNvPr>
          <p:cNvSpPr/>
          <p:nvPr/>
        </p:nvSpPr>
        <p:spPr>
          <a:xfrm>
            <a:off x="7251887" y="3954385"/>
            <a:ext cx="18288" cy="299700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26" name="Google Shape;1653;p26">
            <a:extLst>
              <a:ext uri="{FF2B5EF4-FFF2-40B4-BE49-F238E27FC236}">
                <a16:creationId xmlns:a16="http://schemas.microsoft.com/office/drawing/2014/main" id="{B7600C1C-6B8B-F6C8-D381-879B551DE7A5}"/>
              </a:ext>
            </a:extLst>
          </p:cNvPr>
          <p:cNvSpPr txBox="1"/>
          <p:nvPr/>
        </p:nvSpPr>
        <p:spPr>
          <a:xfrm>
            <a:off x="632499" y="4347338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Marcha blanca E1</a:t>
            </a:r>
            <a:endParaRPr lang="es-CL" sz="1432" noProof="0"/>
          </a:p>
        </p:txBody>
      </p:sp>
      <p:sp>
        <p:nvSpPr>
          <p:cNvPr id="4627" name="!!gv_3">
            <a:extLst>
              <a:ext uri="{FF2B5EF4-FFF2-40B4-BE49-F238E27FC236}">
                <a16:creationId xmlns:a16="http://schemas.microsoft.com/office/drawing/2014/main" id="{973E1C20-ED4F-37C7-093A-497CDD9F4016}"/>
              </a:ext>
            </a:extLst>
          </p:cNvPr>
          <p:cNvSpPr/>
          <p:nvPr/>
        </p:nvSpPr>
        <p:spPr>
          <a:xfrm>
            <a:off x="10690226" y="4347338"/>
            <a:ext cx="18288" cy="299700"/>
          </a:xfrm>
          <a:prstGeom prst="roundRect">
            <a:avLst>
              <a:gd name="adj" fmla="val 30000"/>
            </a:avLst>
          </a:prstGeom>
          <a:solidFill>
            <a:srgbClr val="F29A5E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28" name="Google Shape;1656;p26">
            <a:extLst>
              <a:ext uri="{FF2B5EF4-FFF2-40B4-BE49-F238E27FC236}">
                <a16:creationId xmlns:a16="http://schemas.microsoft.com/office/drawing/2014/main" id="{DBD28B6D-46B4-4774-2C2F-3C890E46E705}"/>
              </a:ext>
            </a:extLst>
          </p:cNvPr>
          <p:cNvSpPr txBox="1"/>
          <p:nvPr/>
        </p:nvSpPr>
        <p:spPr>
          <a:xfrm>
            <a:off x="632499" y="4740292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Construcción y pruebas E2</a:t>
            </a:r>
            <a:endParaRPr lang="es-CL" sz="1432" noProof="0"/>
          </a:p>
        </p:txBody>
      </p:sp>
      <p:sp>
        <p:nvSpPr>
          <p:cNvPr id="4629" name="Google Shape;1658;p26">
            <a:extLst>
              <a:ext uri="{FF2B5EF4-FFF2-40B4-BE49-F238E27FC236}">
                <a16:creationId xmlns:a16="http://schemas.microsoft.com/office/drawing/2014/main" id="{EC1AEE73-349A-6C43-C1C1-EE25462ABA1E}"/>
              </a:ext>
            </a:extLst>
          </p:cNvPr>
          <p:cNvSpPr txBox="1"/>
          <p:nvPr/>
        </p:nvSpPr>
        <p:spPr>
          <a:xfrm>
            <a:off x="632499" y="5133245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Marcha blanca E2</a:t>
            </a:r>
            <a:endParaRPr lang="es-CL" sz="1432" noProof="0"/>
          </a:p>
        </p:txBody>
      </p:sp>
      <p:sp>
        <p:nvSpPr>
          <p:cNvPr id="4630" name="!!gv_5">
            <a:extLst>
              <a:ext uri="{FF2B5EF4-FFF2-40B4-BE49-F238E27FC236}">
                <a16:creationId xmlns:a16="http://schemas.microsoft.com/office/drawing/2014/main" id="{7A78FEC6-5064-12F3-25D2-EA0AB3C69A33}"/>
              </a:ext>
            </a:extLst>
          </p:cNvPr>
          <p:cNvSpPr/>
          <p:nvPr/>
        </p:nvSpPr>
        <p:spPr>
          <a:xfrm>
            <a:off x="14128565" y="5133245"/>
            <a:ext cx="18288" cy="299700"/>
          </a:xfrm>
          <a:prstGeom prst="roundRect">
            <a:avLst>
              <a:gd name="adj" fmla="val 30000"/>
            </a:avLst>
          </a:prstGeom>
          <a:solidFill>
            <a:srgbClr val="9A9A9A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31" name="Google Shape;1667;p26">
            <a:extLst>
              <a:ext uri="{FF2B5EF4-FFF2-40B4-BE49-F238E27FC236}">
                <a16:creationId xmlns:a16="http://schemas.microsoft.com/office/drawing/2014/main" id="{EF4E5852-22E3-C4BD-6FD9-7D7D82E9BAB7}"/>
              </a:ext>
            </a:extLst>
          </p:cNvPr>
          <p:cNvSpPr txBox="1"/>
          <p:nvPr/>
        </p:nvSpPr>
        <p:spPr>
          <a:xfrm>
            <a:off x="632499" y="5919151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Gestión del cambio</a:t>
            </a:r>
            <a:endParaRPr lang="es-CL" sz="1432" noProof="0"/>
          </a:p>
        </p:txBody>
      </p:sp>
      <p:sp>
        <p:nvSpPr>
          <p:cNvPr id="4632" name="!!gv_9">
            <a:extLst>
              <a:ext uri="{FF2B5EF4-FFF2-40B4-BE49-F238E27FC236}">
                <a16:creationId xmlns:a16="http://schemas.microsoft.com/office/drawing/2014/main" id="{F8170232-D6D0-99A8-A57F-C357B39BF224}"/>
              </a:ext>
            </a:extLst>
          </p:cNvPr>
          <p:cNvSpPr/>
          <p:nvPr/>
        </p:nvSpPr>
        <p:spPr>
          <a:xfrm>
            <a:off x="4386604" y="5919151"/>
            <a:ext cx="18288" cy="299700"/>
          </a:xfrm>
          <a:prstGeom prst="roundRect">
            <a:avLst>
              <a:gd name="adj" fmla="val 30000"/>
            </a:avLst>
          </a:prstGeom>
          <a:solidFill>
            <a:srgbClr val="C7C7C7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33" name="Google Shape;1669;p26">
            <a:extLst>
              <a:ext uri="{FF2B5EF4-FFF2-40B4-BE49-F238E27FC236}">
                <a16:creationId xmlns:a16="http://schemas.microsoft.com/office/drawing/2014/main" id="{C10EADC7-6242-5D17-8E71-46F087716FBE}"/>
              </a:ext>
            </a:extLst>
          </p:cNvPr>
          <p:cNvSpPr txBox="1"/>
          <p:nvPr/>
        </p:nvSpPr>
        <p:spPr>
          <a:xfrm>
            <a:off x="632499" y="6312104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Operación → m56</a:t>
            </a:r>
            <a:endParaRPr lang="es-CL" sz="1432" noProof="0"/>
          </a:p>
        </p:txBody>
      </p:sp>
      <p:sp>
        <p:nvSpPr>
          <p:cNvPr id="4634" name="Google Shape;1672;p26">
            <a:extLst>
              <a:ext uri="{FF2B5EF4-FFF2-40B4-BE49-F238E27FC236}">
                <a16:creationId xmlns:a16="http://schemas.microsoft.com/office/drawing/2014/main" id="{879EF933-BAAB-29AF-1C66-9001413C1148}"/>
              </a:ext>
            </a:extLst>
          </p:cNvPr>
          <p:cNvSpPr txBox="1"/>
          <p:nvPr/>
        </p:nvSpPr>
        <p:spPr>
          <a:xfrm>
            <a:off x="632499" y="7098011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Hitos</a:t>
            </a:r>
            <a:endParaRPr lang="es-CL" sz="1432" noProof="0"/>
          </a:p>
        </p:txBody>
      </p:sp>
      <p:cxnSp>
        <p:nvCxnSpPr>
          <p:cNvPr id="4635" name="Google Shape;1674;p26">
            <a:extLst>
              <a:ext uri="{FF2B5EF4-FFF2-40B4-BE49-F238E27FC236}">
                <a16:creationId xmlns:a16="http://schemas.microsoft.com/office/drawing/2014/main" id="{D80C14F9-BDC2-8C21-99D0-47B66E4FCC07}"/>
              </a:ext>
            </a:extLst>
          </p:cNvPr>
          <p:cNvCxnSpPr/>
          <p:nvPr/>
        </p:nvCxnSpPr>
        <p:spPr>
          <a:xfrm>
            <a:off x="3813547" y="8071038"/>
            <a:ext cx="13753500" cy="0"/>
          </a:xfrm>
          <a:prstGeom prst="straightConnector1">
            <a:avLst/>
          </a:prstGeom>
          <a:noFill/>
          <a:ln w="26000" cap="flat" cmpd="sng">
            <a:solidFill>
              <a:srgbClr val="9A9A9A"/>
            </a:solidFill>
            <a:prstDash val="solid"/>
            <a:round/>
            <a:headEnd type="none" w="sm" len="sm"/>
            <a:tailEnd type="none" w="sm" len="sm"/>
          </a:ln>
          <a:effectLst>
            <a:outerShdw blurRad="81855" dist="40928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4636" name="Google Shape;1675;p26">
            <a:extLst>
              <a:ext uri="{FF2B5EF4-FFF2-40B4-BE49-F238E27FC236}">
                <a16:creationId xmlns:a16="http://schemas.microsoft.com/office/drawing/2014/main" id="{94A5705E-DB13-A69B-8788-9C14E282B4ED}"/>
              </a:ext>
            </a:extLst>
          </p:cNvPr>
          <p:cNvSpPr txBox="1"/>
          <p:nvPr/>
        </p:nvSpPr>
        <p:spPr>
          <a:xfrm>
            <a:off x="3813547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lang="es-CL" sz="1432" noProof="0"/>
          </a:p>
        </p:txBody>
      </p:sp>
      <p:sp>
        <p:nvSpPr>
          <p:cNvPr id="4637" name="Google Shape;1676;p26">
            <a:extLst>
              <a:ext uri="{FF2B5EF4-FFF2-40B4-BE49-F238E27FC236}">
                <a16:creationId xmlns:a16="http://schemas.microsoft.com/office/drawing/2014/main" id="{36EB0EE0-D0B8-8548-BA11-672CCA609B7A}"/>
              </a:ext>
            </a:extLst>
          </p:cNvPr>
          <p:cNvSpPr txBox="1"/>
          <p:nvPr/>
        </p:nvSpPr>
        <p:spPr>
          <a:xfrm>
            <a:off x="4386604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lang="es-CL" sz="1432" noProof="0"/>
          </a:p>
        </p:txBody>
      </p:sp>
      <p:sp>
        <p:nvSpPr>
          <p:cNvPr id="4638" name="Google Shape;1677;p26">
            <a:extLst>
              <a:ext uri="{FF2B5EF4-FFF2-40B4-BE49-F238E27FC236}">
                <a16:creationId xmlns:a16="http://schemas.microsoft.com/office/drawing/2014/main" id="{11E57E11-6A09-1105-B179-D5103DA4FA75}"/>
              </a:ext>
            </a:extLst>
          </p:cNvPr>
          <p:cNvSpPr txBox="1"/>
          <p:nvPr/>
        </p:nvSpPr>
        <p:spPr>
          <a:xfrm>
            <a:off x="4959661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lang="es-CL" sz="1432" noProof="0"/>
          </a:p>
        </p:txBody>
      </p:sp>
      <p:sp>
        <p:nvSpPr>
          <p:cNvPr id="4639" name="Google Shape;1678;p26">
            <a:extLst>
              <a:ext uri="{FF2B5EF4-FFF2-40B4-BE49-F238E27FC236}">
                <a16:creationId xmlns:a16="http://schemas.microsoft.com/office/drawing/2014/main" id="{6B26B982-19E4-7BC6-65C5-1BFBCC830B0A}"/>
              </a:ext>
            </a:extLst>
          </p:cNvPr>
          <p:cNvSpPr txBox="1"/>
          <p:nvPr/>
        </p:nvSpPr>
        <p:spPr>
          <a:xfrm>
            <a:off x="5532717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lang="es-CL" sz="1432" noProof="0"/>
          </a:p>
        </p:txBody>
      </p:sp>
      <p:sp>
        <p:nvSpPr>
          <p:cNvPr id="4640" name="Google Shape;1679;p26">
            <a:extLst>
              <a:ext uri="{FF2B5EF4-FFF2-40B4-BE49-F238E27FC236}">
                <a16:creationId xmlns:a16="http://schemas.microsoft.com/office/drawing/2014/main" id="{10D8C787-F329-4D7C-69AE-77977EF8C2FA}"/>
              </a:ext>
            </a:extLst>
          </p:cNvPr>
          <p:cNvSpPr txBox="1"/>
          <p:nvPr/>
        </p:nvSpPr>
        <p:spPr>
          <a:xfrm>
            <a:off x="6105774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lang="es-CL" sz="1432" noProof="0"/>
          </a:p>
        </p:txBody>
      </p:sp>
      <p:sp>
        <p:nvSpPr>
          <p:cNvPr id="4641" name="Google Shape;1680;p26">
            <a:extLst>
              <a:ext uri="{FF2B5EF4-FFF2-40B4-BE49-F238E27FC236}">
                <a16:creationId xmlns:a16="http://schemas.microsoft.com/office/drawing/2014/main" id="{DE460156-2BD1-62DC-89A2-FF5FE86B556F}"/>
              </a:ext>
            </a:extLst>
          </p:cNvPr>
          <p:cNvSpPr txBox="1"/>
          <p:nvPr/>
        </p:nvSpPr>
        <p:spPr>
          <a:xfrm>
            <a:off x="6678829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lang="es-CL" sz="1432" noProof="0"/>
          </a:p>
        </p:txBody>
      </p:sp>
      <p:sp>
        <p:nvSpPr>
          <p:cNvPr id="4642" name="Google Shape;1681;p26">
            <a:extLst>
              <a:ext uri="{FF2B5EF4-FFF2-40B4-BE49-F238E27FC236}">
                <a16:creationId xmlns:a16="http://schemas.microsoft.com/office/drawing/2014/main" id="{5ED3AE12-D30B-960F-8D3A-C856EE712096}"/>
              </a:ext>
            </a:extLst>
          </p:cNvPr>
          <p:cNvSpPr txBox="1"/>
          <p:nvPr/>
        </p:nvSpPr>
        <p:spPr>
          <a:xfrm>
            <a:off x="7251887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7</a:t>
            </a:r>
            <a:endParaRPr lang="es-CL" sz="1432" noProof="0"/>
          </a:p>
        </p:txBody>
      </p:sp>
      <p:sp>
        <p:nvSpPr>
          <p:cNvPr id="4643" name="Google Shape;1682;p26">
            <a:extLst>
              <a:ext uri="{FF2B5EF4-FFF2-40B4-BE49-F238E27FC236}">
                <a16:creationId xmlns:a16="http://schemas.microsoft.com/office/drawing/2014/main" id="{9E209D85-1D74-5DC1-FB8A-BCC2F5A3E09C}"/>
              </a:ext>
            </a:extLst>
          </p:cNvPr>
          <p:cNvSpPr txBox="1"/>
          <p:nvPr/>
        </p:nvSpPr>
        <p:spPr>
          <a:xfrm>
            <a:off x="7824943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8</a:t>
            </a:r>
            <a:endParaRPr lang="es-CL" sz="1432" noProof="0"/>
          </a:p>
        </p:txBody>
      </p:sp>
      <p:sp>
        <p:nvSpPr>
          <p:cNvPr id="4644" name="Google Shape;1683;p26">
            <a:extLst>
              <a:ext uri="{FF2B5EF4-FFF2-40B4-BE49-F238E27FC236}">
                <a16:creationId xmlns:a16="http://schemas.microsoft.com/office/drawing/2014/main" id="{07D6C7D1-2F16-C164-F0D0-B79E52E3451B}"/>
              </a:ext>
            </a:extLst>
          </p:cNvPr>
          <p:cNvSpPr txBox="1"/>
          <p:nvPr/>
        </p:nvSpPr>
        <p:spPr>
          <a:xfrm>
            <a:off x="8398000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9</a:t>
            </a:r>
            <a:endParaRPr lang="es-CL" sz="1432" noProof="0"/>
          </a:p>
        </p:txBody>
      </p:sp>
      <p:sp>
        <p:nvSpPr>
          <p:cNvPr id="4645" name="Google Shape;1684;p26">
            <a:extLst>
              <a:ext uri="{FF2B5EF4-FFF2-40B4-BE49-F238E27FC236}">
                <a16:creationId xmlns:a16="http://schemas.microsoft.com/office/drawing/2014/main" id="{031B8AA5-BBF3-4BB6-C551-B94155316BEC}"/>
              </a:ext>
            </a:extLst>
          </p:cNvPr>
          <p:cNvSpPr txBox="1"/>
          <p:nvPr/>
        </p:nvSpPr>
        <p:spPr>
          <a:xfrm>
            <a:off x="8971055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  <a:endParaRPr lang="es-CL" sz="1432" noProof="0"/>
          </a:p>
        </p:txBody>
      </p:sp>
      <p:sp>
        <p:nvSpPr>
          <p:cNvPr id="4646" name="Google Shape;1685;p26">
            <a:extLst>
              <a:ext uri="{FF2B5EF4-FFF2-40B4-BE49-F238E27FC236}">
                <a16:creationId xmlns:a16="http://schemas.microsoft.com/office/drawing/2014/main" id="{C224712A-5A97-1199-2893-FA50F9E7BFD6}"/>
              </a:ext>
            </a:extLst>
          </p:cNvPr>
          <p:cNvSpPr txBox="1"/>
          <p:nvPr/>
        </p:nvSpPr>
        <p:spPr>
          <a:xfrm>
            <a:off x="9544113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lang="es-CL" sz="1432" noProof="0"/>
          </a:p>
        </p:txBody>
      </p:sp>
      <p:sp>
        <p:nvSpPr>
          <p:cNvPr id="4647" name="Google Shape;1686;p26">
            <a:extLst>
              <a:ext uri="{FF2B5EF4-FFF2-40B4-BE49-F238E27FC236}">
                <a16:creationId xmlns:a16="http://schemas.microsoft.com/office/drawing/2014/main" id="{052BA54E-65AD-0269-A10D-0427468D33DC}"/>
              </a:ext>
            </a:extLst>
          </p:cNvPr>
          <p:cNvSpPr txBox="1"/>
          <p:nvPr/>
        </p:nvSpPr>
        <p:spPr>
          <a:xfrm>
            <a:off x="10117170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lang="es-CL" sz="1432" noProof="0"/>
          </a:p>
        </p:txBody>
      </p:sp>
      <p:sp>
        <p:nvSpPr>
          <p:cNvPr id="4648" name="Google Shape;1687;p26">
            <a:extLst>
              <a:ext uri="{FF2B5EF4-FFF2-40B4-BE49-F238E27FC236}">
                <a16:creationId xmlns:a16="http://schemas.microsoft.com/office/drawing/2014/main" id="{8BA0218B-CF00-2CC1-2E9D-59F0E9878E24}"/>
              </a:ext>
            </a:extLst>
          </p:cNvPr>
          <p:cNvSpPr txBox="1"/>
          <p:nvPr/>
        </p:nvSpPr>
        <p:spPr>
          <a:xfrm>
            <a:off x="10690226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13</a:t>
            </a:r>
            <a:endParaRPr lang="es-CL" sz="1432" noProof="0"/>
          </a:p>
        </p:txBody>
      </p:sp>
      <p:sp>
        <p:nvSpPr>
          <p:cNvPr id="4649" name="Google Shape;1688;p26">
            <a:extLst>
              <a:ext uri="{FF2B5EF4-FFF2-40B4-BE49-F238E27FC236}">
                <a16:creationId xmlns:a16="http://schemas.microsoft.com/office/drawing/2014/main" id="{7889FF18-C122-AB42-0B72-63684BA6A6E2}"/>
              </a:ext>
            </a:extLst>
          </p:cNvPr>
          <p:cNvSpPr txBox="1"/>
          <p:nvPr/>
        </p:nvSpPr>
        <p:spPr>
          <a:xfrm>
            <a:off x="11263283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14</a:t>
            </a:r>
            <a:endParaRPr lang="es-CL" sz="1432" noProof="0"/>
          </a:p>
        </p:txBody>
      </p:sp>
      <p:sp>
        <p:nvSpPr>
          <p:cNvPr id="4650" name="Google Shape;1689;p26">
            <a:extLst>
              <a:ext uri="{FF2B5EF4-FFF2-40B4-BE49-F238E27FC236}">
                <a16:creationId xmlns:a16="http://schemas.microsoft.com/office/drawing/2014/main" id="{763C6510-3B81-7F14-6B0E-71C9CD87DAE1}"/>
              </a:ext>
            </a:extLst>
          </p:cNvPr>
          <p:cNvSpPr txBox="1"/>
          <p:nvPr/>
        </p:nvSpPr>
        <p:spPr>
          <a:xfrm>
            <a:off x="11836338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15</a:t>
            </a:r>
            <a:endParaRPr lang="es-CL" sz="1432" noProof="0"/>
          </a:p>
        </p:txBody>
      </p:sp>
      <p:sp>
        <p:nvSpPr>
          <p:cNvPr id="4651" name="Google Shape;1690;p26">
            <a:extLst>
              <a:ext uri="{FF2B5EF4-FFF2-40B4-BE49-F238E27FC236}">
                <a16:creationId xmlns:a16="http://schemas.microsoft.com/office/drawing/2014/main" id="{AB28F6CF-B964-9FA2-F790-127585733C4F}"/>
              </a:ext>
            </a:extLst>
          </p:cNvPr>
          <p:cNvSpPr txBox="1"/>
          <p:nvPr/>
        </p:nvSpPr>
        <p:spPr>
          <a:xfrm>
            <a:off x="12409396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16</a:t>
            </a:r>
            <a:endParaRPr lang="es-CL" sz="1432" noProof="0"/>
          </a:p>
        </p:txBody>
      </p:sp>
      <p:sp>
        <p:nvSpPr>
          <p:cNvPr id="4652" name="Google Shape;1691;p26">
            <a:extLst>
              <a:ext uri="{FF2B5EF4-FFF2-40B4-BE49-F238E27FC236}">
                <a16:creationId xmlns:a16="http://schemas.microsoft.com/office/drawing/2014/main" id="{3D68704D-8F8A-4C9B-52CC-765948C8B98B}"/>
              </a:ext>
            </a:extLst>
          </p:cNvPr>
          <p:cNvSpPr txBox="1"/>
          <p:nvPr/>
        </p:nvSpPr>
        <p:spPr>
          <a:xfrm>
            <a:off x="12982452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17</a:t>
            </a:r>
            <a:endParaRPr lang="es-CL" sz="1432" noProof="0"/>
          </a:p>
        </p:txBody>
      </p:sp>
      <p:sp>
        <p:nvSpPr>
          <p:cNvPr id="4653" name="Google Shape;1692;p26">
            <a:extLst>
              <a:ext uri="{FF2B5EF4-FFF2-40B4-BE49-F238E27FC236}">
                <a16:creationId xmlns:a16="http://schemas.microsoft.com/office/drawing/2014/main" id="{FFEE7F3F-6E6D-6ADE-7F4E-937D8CE2CF87}"/>
              </a:ext>
            </a:extLst>
          </p:cNvPr>
          <p:cNvSpPr txBox="1"/>
          <p:nvPr/>
        </p:nvSpPr>
        <p:spPr>
          <a:xfrm>
            <a:off x="13555509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18</a:t>
            </a:r>
            <a:endParaRPr lang="es-CL" sz="1432" noProof="0"/>
          </a:p>
        </p:txBody>
      </p:sp>
      <p:sp>
        <p:nvSpPr>
          <p:cNvPr id="4654" name="Google Shape;1693;p26">
            <a:extLst>
              <a:ext uri="{FF2B5EF4-FFF2-40B4-BE49-F238E27FC236}">
                <a16:creationId xmlns:a16="http://schemas.microsoft.com/office/drawing/2014/main" id="{871B0AEB-F82E-BF66-6AB8-ACC3BB51D79B}"/>
              </a:ext>
            </a:extLst>
          </p:cNvPr>
          <p:cNvSpPr txBox="1"/>
          <p:nvPr/>
        </p:nvSpPr>
        <p:spPr>
          <a:xfrm>
            <a:off x="14128565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lang="es-CL" sz="1432" noProof="0"/>
          </a:p>
        </p:txBody>
      </p:sp>
      <p:sp>
        <p:nvSpPr>
          <p:cNvPr id="4655" name="Google Shape;1694;p26">
            <a:extLst>
              <a:ext uri="{FF2B5EF4-FFF2-40B4-BE49-F238E27FC236}">
                <a16:creationId xmlns:a16="http://schemas.microsoft.com/office/drawing/2014/main" id="{FFB5F06E-6FBA-01BD-26B2-0159E94AF6CC}"/>
              </a:ext>
            </a:extLst>
          </p:cNvPr>
          <p:cNvSpPr txBox="1"/>
          <p:nvPr/>
        </p:nvSpPr>
        <p:spPr>
          <a:xfrm>
            <a:off x="14701621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lang="es-CL" sz="1432" noProof="0"/>
          </a:p>
        </p:txBody>
      </p:sp>
      <p:sp>
        <p:nvSpPr>
          <p:cNvPr id="4656" name="Google Shape;1695;p26">
            <a:extLst>
              <a:ext uri="{FF2B5EF4-FFF2-40B4-BE49-F238E27FC236}">
                <a16:creationId xmlns:a16="http://schemas.microsoft.com/office/drawing/2014/main" id="{27F9C0FC-79EC-5212-D5E1-661EE828C721}"/>
              </a:ext>
            </a:extLst>
          </p:cNvPr>
          <p:cNvSpPr txBox="1"/>
          <p:nvPr/>
        </p:nvSpPr>
        <p:spPr>
          <a:xfrm>
            <a:off x="15274679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21</a:t>
            </a:r>
            <a:endParaRPr lang="es-CL" sz="1432" noProof="0"/>
          </a:p>
        </p:txBody>
      </p:sp>
      <p:sp>
        <p:nvSpPr>
          <p:cNvPr id="4658" name="Google Shape;1696;p26">
            <a:extLst>
              <a:ext uri="{FF2B5EF4-FFF2-40B4-BE49-F238E27FC236}">
                <a16:creationId xmlns:a16="http://schemas.microsoft.com/office/drawing/2014/main" id="{3240AF57-D328-A409-83AC-D532015E78B3}"/>
              </a:ext>
            </a:extLst>
          </p:cNvPr>
          <p:cNvSpPr txBox="1"/>
          <p:nvPr/>
        </p:nvSpPr>
        <p:spPr>
          <a:xfrm>
            <a:off x="15847735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22</a:t>
            </a:r>
            <a:endParaRPr lang="es-CL" sz="1432" noProof="0"/>
          </a:p>
        </p:txBody>
      </p:sp>
      <p:sp>
        <p:nvSpPr>
          <p:cNvPr id="4659" name="Google Shape;1697;p26">
            <a:extLst>
              <a:ext uri="{FF2B5EF4-FFF2-40B4-BE49-F238E27FC236}">
                <a16:creationId xmlns:a16="http://schemas.microsoft.com/office/drawing/2014/main" id="{669B4461-9FD8-0508-2F5F-743B58E35819}"/>
              </a:ext>
            </a:extLst>
          </p:cNvPr>
          <p:cNvSpPr txBox="1"/>
          <p:nvPr/>
        </p:nvSpPr>
        <p:spPr>
          <a:xfrm>
            <a:off x="16420791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23</a:t>
            </a:r>
            <a:endParaRPr lang="es-CL" sz="1432" noProof="0"/>
          </a:p>
        </p:txBody>
      </p:sp>
      <p:sp>
        <p:nvSpPr>
          <p:cNvPr id="4660" name="Google Shape;1698;p26">
            <a:extLst>
              <a:ext uri="{FF2B5EF4-FFF2-40B4-BE49-F238E27FC236}">
                <a16:creationId xmlns:a16="http://schemas.microsoft.com/office/drawing/2014/main" id="{A1074E0B-555D-5C8B-25C8-AA221BF1ACE0}"/>
              </a:ext>
            </a:extLst>
          </p:cNvPr>
          <p:cNvSpPr txBox="1"/>
          <p:nvPr/>
        </p:nvSpPr>
        <p:spPr>
          <a:xfrm>
            <a:off x="16993847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24</a:t>
            </a:r>
            <a:endParaRPr lang="es-CL" sz="1432" noProof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400" advTm="100">
        <p159:morph option="byObject"/>
      </p:transition>
    </mc:Choice>
    <mc:Fallback xmlns="">
      <p:transition spd="slow" advTm="100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0" name="!!deco_1438196a_1"/>
          <p:cNvSpPr/>
          <p:nvPr/>
        </p:nvSpPr>
        <p:spPr>
          <a:xfrm>
            <a:off x="-912276" y="-1806079"/>
            <a:ext cx="4207383" cy="4207383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631" name="!!gantt_title"/>
          <p:cNvSpPr txBox="1"/>
          <p:nvPr/>
        </p:nvSpPr>
        <p:spPr>
          <a:xfrm>
            <a:off x="2223023" y="962040"/>
            <a:ext cx="14034000" cy="8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948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525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Gantt de implementación</a:t>
            </a:r>
            <a:endParaRPr lang="es-CL" sz="1432" noProof="0"/>
          </a:p>
        </p:txBody>
      </p:sp>
      <p:sp>
        <p:nvSpPr>
          <p:cNvPr id="1632" name="!!deco_1438196a_2"/>
          <p:cNvSpPr/>
          <p:nvPr/>
        </p:nvSpPr>
        <p:spPr>
          <a:xfrm>
            <a:off x="15182687" y="-1806079"/>
            <a:ext cx="4207383" cy="4207383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633" name="!!deco_dce8b6c9_1"/>
          <p:cNvSpPr/>
          <p:nvPr/>
        </p:nvSpPr>
        <p:spPr>
          <a:xfrm>
            <a:off x="-2422552" y="8775768"/>
            <a:ext cx="10467313" cy="10467313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634" name="!!deco_78f3c294_1"/>
          <p:cNvSpPr/>
          <p:nvPr/>
        </p:nvSpPr>
        <p:spPr>
          <a:xfrm flipH="1">
            <a:off x="17335209" y="8869326"/>
            <a:ext cx="208306" cy="345737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635" name="!!deco_78f3c294_2"/>
          <p:cNvSpPr/>
          <p:nvPr/>
        </p:nvSpPr>
        <p:spPr>
          <a:xfrm flipH="1">
            <a:off x="17178986" y="8869326"/>
            <a:ext cx="208306" cy="345737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636" name="Google Shape;1636;p26"/>
          <p:cNvSpPr txBox="1"/>
          <p:nvPr/>
        </p:nvSpPr>
        <p:spPr>
          <a:xfrm>
            <a:off x="15085298" y="8875656"/>
            <a:ext cx="19941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42" b="0" i="0" u="none" strike="noStrike" cap="none" noProof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Siguiente</a:t>
            </a:r>
            <a:endParaRPr lang="es-CL" sz="1432" noProof="0"/>
          </a:p>
        </p:txBody>
      </p:sp>
      <p:sp>
        <p:nvSpPr>
          <p:cNvPr id="1637" name="Google Shape;1637;p26"/>
          <p:cNvSpPr txBox="1"/>
          <p:nvPr/>
        </p:nvSpPr>
        <p:spPr>
          <a:xfrm>
            <a:off x="1755222" y="2346037"/>
            <a:ext cx="14969700" cy="3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46" b="0" i="0" u="none" strike="noStrike" cap="none" noProof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Meses 1–24 · actividades, hitos y congelamientos</a:t>
            </a:r>
            <a:endParaRPr lang="es-CL" sz="1432" noProof="0"/>
          </a:p>
        </p:txBody>
      </p:sp>
      <p:sp>
        <p:nvSpPr>
          <p:cNvPr id="1638" name="Google Shape;1638;p26"/>
          <p:cNvSpPr/>
          <p:nvPr/>
        </p:nvSpPr>
        <p:spPr>
          <a:xfrm>
            <a:off x="7824943" y="3121699"/>
            <a:ext cx="572700" cy="48837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39" name="Google Shape;1639;p26"/>
          <p:cNvSpPr txBox="1"/>
          <p:nvPr/>
        </p:nvSpPr>
        <p:spPr>
          <a:xfrm>
            <a:off x="7731383" y="2794238"/>
            <a:ext cx="7599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 err="1">
                <a:solidFill>
                  <a:srgbClr val="6060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Sep</a:t>
            </a:r>
            <a:endParaRPr lang="es-CL" sz="1432" noProof="0"/>
          </a:p>
        </p:txBody>
      </p:sp>
      <p:sp>
        <p:nvSpPr>
          <p:cNvPr id="1640" name="Google Shape;1640;p26"/>
          <p:cNvSpPr/>
          <p:nvPr/>
        </p:nvSpPr>
        <p:spPr>
          <a:xfrm>
            <a:off x="9544113" y="3121699"/>
            <a:ext cx="572700" cy="48837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41" name="Google Shape;1641;p26"/>
          <p:cNvSpPr txBox="1"/>
          <p:nvPr/>
        </p:nvSpPr>
        <p:spPr>
          <a:xfrm>
            <a:off x="9450553" y="2794238"/>
            <a:ext cx="7599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6060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Dic</a:t>
            </a:r>
            <a:endParaRPr lang="es-CL" sz="1432" noProof="0"/>
          </a:p>
        </p:txBody>
      </p:sp>
      <p:sp>
        <p:nvSpPr>
          <p:cNvPr id="1642" name="Google Shape;1642;p26"/>
          <p:cNvSpPr/>
          <p:nvPr/>
        </p:nvSpPr>
        <p:spPr>
          <a:xfrm>
            <a:off x="14701621" y="3121699"/>
            <a:ext cx="572700" cy="48837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43" name="Google Shape;1643;p26"/>
          <p:cNvSpPr txBox="1"/>
          <p:nvPr/>
        </p:nvSpPr>
        <p:spPr>
          <a:xfrm>
            <a:off x="14608061" y="2794238"/>
            <a:ext cx="7599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 err="1">
                <a:solidFill>
                  <a:srgbClr val="6060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Sep</a:t>
            </a:r>
            <a:endParaRPr lang="es-CL" sz="1432" noProof="0"/>
          </a:p>
        </p:txBody>
      </p:sp>
      <p:sp>
        <p:nvSpPr>
          <p:cNvPr id="1644" name="Google Shape;1644;p26"/>
          <p:cNvSpPr/>
          <p:nvPr/>
        </p:nvSpPr>
        <p:spPr>
          <a:xfrm>
            <a:off x="16420791" y="3121699"/>
            <a:ext cx="572700" cy="48837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45" name="Google Shape;1645;p26"/>
          <p:cNvSpPr txBox="1"/>
          <p:nvPr/>
        </p:nvSpPr>
        <p:spPr>
          <a:xfrm>
            <a:off x="16327231" y="2794238"/>
            <a:ext cx="7599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6060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Dic</a:t>
            </a:r>
            <a:endParaRPr lang="es-CL" sz="1432" noProof="0"/>
          </a:p>
        </p:txBody>
      </p:sp>
      <p:sp>
        <p:nvSpPr>
          <p:cNvPr id="1646" name="Google Shape;1646;p26"/>
          <p:cNvSpPr txBox="1"/>
          <p:nvPr/>
        </p:nvSpPr>
        <p:spPr>
          <a:xfrm>
            <a:off x="632499" y="2794238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Gris = congelamiento</a:t>
            </a:r>
            <a:endParaRPr lang="es-CL" sz="1432" noProof="0"/>
          </a:p>
        </p:txBody>
      </p:sp>
      <p:sp>
        <p:nvSpPr>
          <p:cNvPr id="1647" name="!!gantt_label_design"/>
          <p:cNvSpPr txBox="1"/>
          <p:nvPr/>
        </p:nvSpPr>
        <p:spPr>
          <a:xfrm>
            <a:off x="632499" y="3168479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Diseño e infraestructura</a:t>
            </a:r>
            <a:endParaRPr lang="es-CL" sz="1432" noProof="0"/>
          </a:p>
        </p:txBody>
      </p:sp>
      <p:sp>
        <p:nvSpPr>
          <p:cNvPr id="1648" name="!!gv_0"/>
          <p:cNvSpPr/>
          <p:nvPr/>
        </p:nvSpPr>
        <p:spPr>
          <a:xfrm>
            <a:off x="3813547" y="3168479"/>
            <a:ext cx="6876300" cy="299700"/>
          </a:xfrm>
          <a:prstGeom prst="roundRect">
            <a:avLst>
              <a:gd name="adj" fmla="val 30000"/>
            </a:avLst>
          </a:prstGeom>
          <a:solidFill>
            <a:srgbClr val="606060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49" name="!!gantt_label_e1"/>
          <p:cNvSpPr txBox="1"/>
          <p:nvPr/>
        </p:nvSpPr>
        <p:spPr>
          <a:xfrm>
            <a:off x="632499" y="3561432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Construcción y pruebas E1</a:t>
            </a:r>
            <a:endParaRPr lang="es-CL" sz="1432" noProof="0"/>
          </a:p>
        </p:txBody>
      </p:sp>
      <p:sp>
        <p:nvSpPr>
          <p:cNvPr id="1650" name="!!gv_1"/>
          <p:cNvSpPr/>
          <p:nvPr/>
        </p:nvSpPr>
        <p:spPr>
          <a:xfrm>
            <a:off x="6105774" y="3561432"/>
            <a:ext cx="3438600" cy="299700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51" name="Google Shape;1651;p26"/>
          <p:cNvSpPr txBox="1"/>
          <p:nvPr/>
        </p:nvSpPr>
        <p:spPr>
          <a:xfrm>
            <a:off x="632499" y="3954385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Migración de datos</a:t>
            </a:r>
            <a:endParaRPr lang="es-CL" sz="1432" noProof="0"/>
          </a:p>
        </p:txBody>
      </p:sp>
      <p:sp>
        <p:nvSpPr>
          <p:cNvPr id="1652" name="!!gv_2"/>
          <p:cNvSpPr/>
          <p:nvPr/>
        </p:nvSpPr>
        <p:spPr>
          <a:xfrm>
            <a:off x="7251887" y="3954385"/>
            <a:ext cx="3438600" cy="299700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53" name="Google Shape;1653;p26"/>
          <p:cNvSpPr txBox="1"/>
          <p:nvPr/>
        </p:nvSpPr>
        <p:spPr>
          <a:xfrm>
            <a:off x="632499" y="4347338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Marcha blanca E1</a:t>
            </a:r>
            <a:endParaRPr lang="es-CL" sz="1432" noProof="0"/>
          </a:p>
        </p:txBody>
      </p:sp>
      <p:sp>
        <p:nvSpPr>
          <p:cNvPr id="1654" name="!!gv_3"/>
          <p:cNvSpPr/>
          <p:nvPr/>
        </p:nvSpPr>
        <p:spPr>
          <a:xfrm>
            <a:off x="10690226" y="4347338"/>
            <a:ext cx="1719000" cy="299700"/>
          </a:xfrm>
          <a:prstGeom prst="roundRect">
            <a:avLst>
              <a:gd name="adj" fmla="val 30000"/>
            </a:avLst>
          </a:prstGeom>
          <a:solidFill>
            <a:srgbClr val="F29A5E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55" name="Google Shape;1655;p26"/>
          <p:cNvSpPr txBox="1"/>
          <p:nvPr/>
        </p:nvSpPr>
        <p:spPr>
          <a:xfrm>
            <a:off x="10689608" y="4381940"/>
            <a:ext cx="17190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Olas 1·2·3</a:t>
            </a:r>
            <a:endParaRPr lang="es-CL" sz="1432" noProof="0"/>
          </a:p>
        </p:txBody>
      </p:sp>
      <p:sp>
        <p:nvSpPr>
          <p:cNvPr id="1656" name="!!gantt_label_e2"/>
          <p:cNvSpPr txBox="1"/>
          <p:nvPr/>
        </p:nvSpPr>
        <p:spPr>
          <a:xfrm>
            <a:off x="632499" y="4740292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Construcción y pruebas E2</a:t>
            </a:r>
            <a:endParaRPr lang="es-CL" sz="1432" noProof="0"/>
          </a:p>
        </p:txBody>
      </p:sp>
      <p:sp>
        <p:nvSpPr>
          <p:cNvPr id="1657" name="!!gv_4"/>
          <p:cNvSpPr/>
          <p:nvPr/>
        </p:nvSpPr>
        <p:spPr>
          <a:xfrm>
            <a:off x="10690226" y="4740292"/>
            <a:ext cx="3438600" cy="299700"/>
          </a:xfrm>
          <a:prstGeom prst="roundRect">
            <a:avLst>
              <a:gd name="adj" fmla="val 30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58" name="Google Shape;1658;p26"/>
          <p:cNvSpPr txBox="1"/>
          <p:nvPr/>
        </p:nvSpPr>
        <p:spPr>
          <a:xfrm>
            <a:off x="632499" y="5133245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Marcha blanca E2</a:t>
            </a:r>
            <a:endParaRPr lang="es-CL" sz="1432" noProof="0"/>
          </a:p>
        </p:txBody>
      </p:sp>
      <p:sp>
        <p:nvSpPr>
          <p:cNvPr id="1659" name="!!gv_5"/>
          <p:cNvSpPr/>
          <p:nvPr/>
        </p:nvSpPr>
        <p:spPr>
          <a:xfrm>
            <a:off x="14128565" y="5133245"/>
            <a:ext cx="1146300" cy="299700"/>
          </a:xfrm>
          <a:prstGeom prst="roundRect">
            <a:avLst>
              <a:gd name="adj" fmla="val 30000"/>
            </a:avLst>
          </a:prstGeom>
          <a:solidFill>
            <a:srgbClr val="9A9A9A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67" name="Google Shape;1667;p26"/>
          <p:cNvSpPr txBox="1"/>
          <p:nvPr/>
        </p:nvSpPr>
        <p:spPr>
          <a:xfrm>
            <a:off x="632499" y="5919151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Gestión del cambio</a:t>
            </a:r>
            <a:endParaRPr lang="es-CL" sz="1432" noProof="0"/>
          </a:p>
        </p:txBody>
      </p:sp>
      <p:sp>
        <p:nvSpPr>
          <p:cNvPr id="1668" name="!!gv_9"/>
          <p:cNvSpPr/>
          <p:nvPr/>
        </p:nvSpPr>
        <p:spPr>
          <a:xfrm>
            <a:off x="4386604" y="5919151"/>
            <a:ext cx="11461200" cy="299700"/>
          </a:xfrm>
          <a:prstGeom prst="roundRect">
            <a:avLst>
              <a:gd name="adj" fmla="val 30000"/>
            </a:avLst>
          </a:prstGeom>
          <a:solidFill>
            <a:srgbClr val="C7C7C7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69" name="!!gantt_label_operation"/>
          <p:cNvSpPr txBox="1"/>
          <p:nvPr/>
        </p:nvSpPr>
        <p:spPr>
          <a:xfrm>
            <a:off x="632499" y="6312104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Operación → m56</a:t>
            </a:r>
            <a:endParaRPr lang="es-CL" sz="1432" noProof="0"/>
          </a:p>
        </p:txBody>
      </p:sp>
      <p:sp>
        <p:nvSpPr>
          <p:cNvPr id="1670" name="!!gv_10"/>
          <p:cNvSpPr/>
          <p:nvPr/>
        </p:nvSpPr>
        <p:spPr>
          <a:xfrm>
            <a:off x="15274679" y="6312104"/>
            <a:ext cx="2292300" cy="299700"/>
          </a:xfrm>
          <a:prstGeom prst="homePlate">
            <a:avLst>
              <a:gd name="adj" fmla="val 50000"/>
            </a:avLst>
          </a:prstGeom>
          <a:solidFill>
            <a:srgbClr val="3C3C3C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72" name="Google Shape;1672;p26"/>
          <p:cNvSpPr txBox="1"/>
          <p:nvPr/>
        </p:nvSpPr>
        <p:spPr>
          <a:xfrm>
            <a:off x="632499" y="7098011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Hitos</a:t>
            </a:r>
            <a:endParaRPr lang="es-CL" sz="1432" noProof="0"/>
          </a:p>
        </p:txBody>
      </p:sp>
      <p:cxnSp>
        <p:nvCxnSpPr>
          <p:cNvPr id="1674" name="Google Shape;1674;p26"/>
          <p:cNvCxnSpPr/>
          <p:nvPr/>
        </p:nvCxnSpPr>
        <p:spPr>
          <a:xfrm>
            <a:off x="3813547" y="8071038"/>
            <a:ext cx="13753500" cy="0"/>
          </a:xfrm>
          <a:prstGeom prst="straightConnector1">
            <a:avLst/>
          </a:prstGeom>
          <a:noFill/>
          <a:ln w="26000" cap="flat" cmpd="sng">
            <a:solidFill>
              <a:srgbClr val="9A9A9A"/>
            </a:solidFill>
            <a:prstDash val="solid"/>
            <a:round/>
            <a:headEnd type="none" w="sm" len="sm"/>
            <a:tailEnd type="none" w="sm" len="sm"/>
          </a:ln>
          <a:effectLst>
            <a:outerShdw blurRad="81855" dist="40928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1675" name="Google Shape;1675;p26"/>
          <p:cNvSpPr txBox="1"/>
          <p:nvPr/>
        </p:nvSpPr>
        <p:spPr>
          <a:xfrm>
            <a:off x="3813547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lang="es-CL" sz="1432" noProof="0"/>
          </a:p>
        </p:txBody>
      </p:sp>
      <p:sp>
        <p:nvSpPr>
          <p:cNvPr id="1676" name="Google Shape;1676;p26"/>
          <p:cNvSpPr txBox="1"/>
          <p:nvPr/>
        </p:nvSpPr>
        <p:spPr>
          <a:xfrm>
            <a:off x="4386604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lang="es-CL" sz="1432" noProof="0"/>
          </a:p>
        </p:txBody>
      </p:sp>
      <p:sp>
        <p:nvSpPr>
          <p:cNvPr id="1677" name="Google Shape;1677;p26"/>
          <p:cNvSpPr txBox="1"/>
          <p:nvPr/>
        </p:nvSpPr>
        <p:spPr>
          <a:xfrm>
            <a:off x="4959661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lang="es-CL" sz="1432" noProof="0"/>
          </a:p>
        </p:txBody>
      </p:sp>
      <p:sp>
        <p:nvSpPr>
          <p:cNvPr id="1678" name="Google Shape;1678;p26"/>
          <p:cNvSpPr txBox="1"/>
          <p:nvPr/>
        </p:nvSpPr>
        <p:spPr>
          <a:xfrm>
            <a:off x="5532717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lang="es-CL" sz="1432" noProof="0"/>
          </a:p>
        </p:txBody>
      </p:sp>
      <p:sp>
        <p:nvSpPr>
          <p:cNvPr id="1679" name="Google Shape;1679;p26"/>
          <p:cNvSpPr txBox="1"/>
          <p:nvPr/>
        </p:nvSpPr>
        <p:spPr>
          <a:xfrm>
            <a:off x="6105774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lang="es-CL" sz="1432" noProof="0"/>
          </a:p>
        </p:txBody>
      </p:sp>
      <p:sp>
        <p:nvSpPr>
          <p:cNvPr id="1680" name="Google Shape;1680;p26"/>
          <p:cNvSpPr txBox="1"/>
          <p:nvPr/>
        </p:nvSpPr>
        <p:spPr>
          <a:xfrm>
            <a:off x="6678829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lang="es-CL" sz="1432" noProof="0"/>
          </a:p>
        </p:txBody>
      </p:sp>
      <p:sp>
        <p:nvSpPr>
          <p:cNvPr id="1681" name="Google Shape;1681;p26"/>
          <p:cNvSpPr txBox="1"/>
          <p:nvPr/>
        </p:nvSpPr>
        <p:spPr>
          <a:xfrm>
            <a:off x="7251887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7</a:t>
            </a:r>
            <a:endParaRPr lang="es-CL" sz="1432" noProof="0"/>
          </a:p>
        </p:txBody>
      </p:sp>
      <p:sp>
        <p:nvSpPr>
          <p:cNvPr id="1682" name="Google Shape;1682;p26"/>
          <p:cNvSpPr txBox="1"/>
          <p:nvPr/>
        </p:nvSpPr>
        <p:spPr>
          <a:xfrm>
            <a:off x="7824943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8</a:t>
            </a:r>
            <a:endParaRPr lang="es-CL" sz="1432" noProof="0"/>
          </a:p>
        </p:txBody>
      </p:sp>
      <p:sp>
        <p:nvSpPr>
          <p:cNvPr id="1683" name="Google Shape;1683;p26"/>
          <p:cNvSpPr txBox="1"/>
          <p:nvPr/>
        </p:nvSpPr>
        <p:spPr>
          <a:xfrm>
            <a:off x="8398000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9</a:t>
            </a:r>
            <a:endParaRPr lang="es-CL" sz="1432" noProof="0"/>
          </a:p>
        </p:txBody>
      </p:sp>
      <p:sp>
        <p:nvSpPr>
          <p:cNvPr id="1684" name="Google Shape;1684;p26"/>
          <p:cNvSpPr txBox="1"/>
          <p:nvPr/>
        </p:nvSpPr>
        <p:spPr>
          <a:xfrm>
            <a:off x="8971055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  <a:endParaRPr lang="es-CL" sz="1432" noProof="0"/>
          </a:p>
        </p:txBody>
      </p:sp>
      <p:sp>
        <p:nvSpPr>
          <p:cNvPr id="1685" name="Google Shape;1685;p26"/>
          <p:cNvSpPr txBox="1"/>
          <p:nvPr/>
        </p:nvSpPr>
        <p:spPr>
          <a:xfrm>
            <a:off x="9544113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lang="es-CL" sz="1432" noProof="0"/>
          </a:p>
        </p:txBody>
      </p:sp>
      <p:sp>
        <p:nvSpPr>
          <p:cNvPr id="1686" name="Google Shape;1686;p26"/>
          <p:cNvSpPr txBox="1"/>
          <p:nvPr/>
        </p:nvSpPr>
        <p:spPr>
          <a:xfrm>
            <a:off x="10117170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lang="es-CL" sz="1432" noProof="0"/>
          </a:p>
        </p:txBody>
      </p:sp>
      <p:sp>
        <p:nvSpPr>
          <p:cNvPr id="1687" name="Google Shape;1687;p26"/>
          <p:cNvSpPr txBox="1"/>
          <p:nvPr/>
        </p:nvSpPr>
        <p:spPr>
          <a:xfrm>
            <a:off x="10690226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13</a:t>
            </a:r>
            <a:endParaRPr lang="es-CL" sz="1432" noProof="0"/>
          </a:p>
        </p:txBody>
      </p:sp>
      <p:sp>
        <p:nvSpPr>
          <p:cNvPr id="1688" name="Google Shape;1688;p26"/>
          <p:cNvSpPr txBox="1"/>
          <p:nvPr/>
        </p:nvSpPr>
        <p:spPr>
          <a:xfrm>
            <a:off x="11263283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14</a:t>
            </a:r>
            <a:endParaRPr lang="es-CL" sz="1432" noProof="0"/>
          </a:p>
        </p:txBody>
      </p:sp>
      <p:sp>
        <p:nvSpPr>
          <p:cNvPr id="1689" name="Google Shape;1689;p26"/>
          <p:cNvSpPr txBox="1"/>
          <p:nvPr/>
        </p:nvSpPr>
        <p:spPr>
          <a:xfrm>
            <a:off x="11836338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15</a:t>
            </a:r>
            <a:endParaRPr lang="es-CL" sz="1432" noProof="0"/>
          </a:p>
        </p:txBody>
      </p:sp>
      <p:sp>
        <p:nvSpPr>
          <p:cNvPr id="1690" name="Google Shape;1690;p26"/>
          <p:cNvSpPr txBox="1"/>
          <p:nvPr/>
        </p:nvSpPr>
        <p:spPr>
          <a:xfrm>
            <a:off x="12409396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16</a:t>
            </a:r>
            <a:endParaRPr lang="es-CL" sz="1432" noProof="0"/>
          </a:p>
        </p:txBody>
      </p:sp>
      <p:sp>
        <p:nvSpPr>
          <p:cNvPr id="1691" name="Google Shape;1691;p26"/>
          <p:cNvSpPr txBox="1"/>
          <p:nvPr/>
        </p:nvSpPr>
        <p:spPr>
          <a:xfrm>
            <a:off x="12982452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17</a:t>
            </a:r>
            <a:endParaRPr lang="es-CL" sz="1432" noProof="0"/>
          </a:p>
        </p:txBody>
      </p:sp>
      <p:sp>
        <p:nvSpPr>
          <p:cNvPr id="1692" name="Google Shape;1692;p26"/>
          <p:cNvSpPr txBox="1"/>
          <p:nvPr/>
        </p:nvSpPr>
        <p:spPr>
          <a:xfrm>
            <a:off x="13555509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18</a:t>
            </a:r>
            <a:endParaRPr lang="es-CL" sz="1432" noProof="0"/>
          </a:p>
        </p:txBody>
      </p:sp>
      <p:sp>
        <p:nvSpPr>
          <p:cNvPr id="1693" name="Google Shape;1693;p26"/>
          <p:cNvSpPr txBox="1"/>
          <p:nvPr/>
        </p:nvSpPr>
        <p:spPr>
          <a:xfrm>
            <a:off x="14128565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lang="es-CL" sz="1432" noProof="0"/>
          </a:p>
        </p:txBody>
      </p:sp>
      <p:sp>
        <p:nvSpPr>
          <p:cNvPr id="1694" name="Google Shape;1694;p26"/>
          <p:cNvSpPr txBox="1"/>
          <p:nvPr/>
        </p:nvSpPr>
        <p:spPr>
          <a:xfrm>
            <a:off x="14701621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lang="es-CL" sz="1432" noProof="0"/>
          </a:p>
        </p:txBody>
      </p:sp>
      <p:sp>
        <p:nvSpPr>
          <p:cNvPr id="1695" name="Google Shape;1695;p26"/>
          <p:cNvSpPr txBox="1"/>
          <p:nvPr/>
        </p:nvSpPr>
        <p:spPr>
          <a:xfrm>
            <a:off x="15274679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21</a:t>
            </a:r>
            <a:endParaRPr lang="es-CL" sz="1432" noProof="0"/>
          </a:p>
        </p:txBody>
      </p:sp>
      <p:sp>
        <p:nvSpPr>
          <p:cNvPr id="1696" name="Google Shape;1696;p26"/>
          <p:cNvSpPr txBox="1"/>
          <p:nvPr/>
        </p:nvSpPr>
        <p:spPr>
          <a:xfrm>
            <a:off x="15847735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22</a:t>
            </a:r>
            <a:endParaRPr lang="es-CL" sz="1432" noProof="0"/>
          </a:p>
        </p:txBody>
      </p:sp>
      <p:sp>
        <p:nvSpPr>
          <p:cNvPr id="1697" name="Google Shape;1697;p26"/>
          <p:cNvSpPr txBox="1"/>
          <p:nvPr/>
        </p:nvSpPr>
        <p:spPr>
          <a:xfrm>
            <a:off x="16420791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23</a:t>
            </a:r>
            <a:endParaRPr lang="es-CL" sz="1432" noProof="0"/>
          </a:p>
        </p:txBody>
      </p:sp>
      <p:sp>
        <p:nvSpPr>
          <p:cNvPr id="1698" name="Google Shape;1698;p26"/>
          <p:cNvSpPr txBox="1"/>
          <p:nvPr/>
        </p:nvSpPr>
        <p:spPr>
          <a:xfrm>
            <a:off x="16993847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24</a:t>
            </a:r>
            <a:endParaRPr lang="es-CL" sz="1432" noProof="0"/>
          </a:p>
        </p:txBody>
      </p:sp>
      <p:sp>
        <p:nvSpPr>
          <p:cNvPr id="1701" name="Google Shape;1701;p26"/>
          <p:cNvSpPr/>
          <p:nvPr/>
        </p:nvSpPr>
        <p:spPr>
          <a:xfrm>
            <a:off x="4560860" y="7116723"/>
            <a:ext cx="224700" cy="224700"/>
          </a:xfrm>
          <a:prstGeom prst="diamond">
            <a:avLst/>
          </a:prstGeom>
          <a:solidFill>
            <a:srgbClr val="111111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2" name="Google Shape;1702;p26"/>
          <p:cNvSpPr txBox="1"/>
          <p:nvPr/>
        </p:nvSpPr>
        <p:spPr>
          <a:xfrm>
            <a:off x="4386604" y="7350623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H1</a:t>
            </a:r>
            <a:endParaRPr lang="es-CL" sz="1432" noProof="0"/>
          </a:p>
        </p:txBody>
      </p:sp>
      <p:sp>
        <p:nvSpPr>
          <p:cNvPr id="1703" name="Google Shape;1703;p26"/>
          <p:cNvSpPr/>
          <p:nvPr/>
        </p:nvSpPr>
        <p:spPr>
          <a:xfrm>
            <a:off x="5706973" y="7116723"/>
            <a:ext cx="224700" cy="224700"/>
          </a:xfrm>
          <a:prstGeom prst="diamond">
            <a:avLst/>
          </a:prstGeom>
          <a:solidFill>
            <a:srgbClr val="111111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4" name="Google Shape;1704;p26"/>
          <p:cNvSpPr txBox="1"/>
          <p:nvPr/>
        </p:nvSpPr>
        <p:spPr>
          <a:xfrm>
            <a:off x="5532717" y="7350623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H2</a:t>
            </a:r>
            <a:endParaRPr lang="es-CL" sz="1432" noProof="0"/>
          </a:p>
        </p:txBody>
      </p:sp>
      <p:sp>
        <p:nvSpPr>
          <p:cNvPr id="1705" name="Google Shape;1705;p26"/>
          <p:cNvSpPr/>
          <p:nvPr/>
        </p:nvSpPr>
        <p:spPr>
          <a:xfrm>
            <a:off x="6853086" y="7116723"/>
            <a:ext cx="224700" cy="224700"/>
          </a:xfrm>
          <a:prstGeom prst="diamond">
            <a:avLst/>
          </a:prstGeom>
          <a:solidFill>
            <a:srgbClr val="111111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6" name="Google Shape;1706;p26"/>
          <p:cNvSpPr txBox="1"/>
          <p:nvPr/>
        </p:nvSpPr>
        <p:spPr>
          <a:xfrm>
            <a:off x="6678829" y="7350623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H3</a:t>
            </a:r>
            <a:endParaRPr lang="es-CL" sz="1432" noProof="0"/>
          </a:p>
        </p:txBody>
      </p:sp>
      <p:sp>
        <p:nvSpPr>
          <p:cNvPr id="1707" name="Google Shape;1707;p26"/>
          <p:cNvSpPr/>
          <p:nvPr/>
        </p:nvSpPr>
        <p:spPr>
          <a:xfrm>
            <a:off x="9145312" y="7116723"/>
            <a:ext cx="224700" cy="224700"/>
          </a:xfrm>
          <a:prstGeom prst="diamond">
            <a:avLst/>
          </a:prstGeom>
          <a:solidFill>
            <a:srgbClr val="111111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8" name="Google Shape;1708;p26"/>
          <p:cNvSpPr txBox="1"/>
          <p:nvPr/>
        </p:nvSpPr>
        <p:spPr>
          <a:xfrm>
            <a:off x="8971055" y="7350623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H4</a:t>
            </a:r>
            <a:endParaRPr lang="es-CL" sz="1432" noProof="0"/>
          </a:p>
        </p:txBody>
      </p:sp>
      <p:sp>
        <p:nvSpPr>
          <p:cNvPr id="1709" name="Google Shape;1709;p26"/>
          <p:cNvSpPr/>
          <p:nvPr/>
        </p:nvSpPr>
        <p:spPr>
          <a:xfrm>
            <a:off x="10291426" y="7116723"/>
            <a:ext cx="224700" cy="224700"/>
          </a:xfrm>
          <a:prstGeom prst="diamond">
            <a:avLst/>
          </a:prstGeom>
          <a:solidFill>
            <a:srgbClr val="111111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10" name="Google Shape;1710;p26"/>
          <p:cNvSpPr txBox="1"/>
          <p:nvPr/>
        </p:nvSpPr>
        <p:spPr>
          <a:xfrm>
            <a:off x="10117170" y="7350623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H5</a:t>
            </a:r>
            <a:endParaRPr lang="es-CL" sz="1432" noProof="0"/>
          </a:p>
        </p:txBody>
      </p:sp>
      <p:sp>
        <p:nvSpPr>
          <p:cNvPr id="1711" name="Google Shape;1711;p26"/>
          <p:cNvSpPr/>
          <p:nvPr/>
        </p:nvSpPr>
        <p:spPr>
          <a:xfrm>
            <a:off x="10864482" y="7116723"/>
            <a:ext cx="224700" cy="224700"/>
          </a:xfrm>
          <a:prstGeom prst="diamond">
            <a:avLst/>
          </a:prstGeom>
          <a:solidFill>
            <a:srgbClr val="111111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12" name="Google Shape;1712;p26"/>
          <p:cNvSpPr txBox="1"/>
          <p:nvPr/>
        </p:nvSpPr>
        <p:spPr>
          <a:xfrm>
            <a:off x="10690226" y="7350623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H6</a:t>
            </a:r>
            <a:endParaRPr lang="es-CL" sz="1432" noProof="0"/>
          </a:p>
        </p:txBody>
      </p:sp>
      <p:sp>
        <p:nvSpPr>
          <p:cNvPr id="1713" name="Google Shape;1713;p26"/>
          <p:cNvSpPr/>
          <p:nvPr/>
        </p:nvSpPr>
        <p:spPr>
          <a:xfrm>
            <a:off x="11437539" y="7116723"/>
            <a:ext cx="224700" cy="224700"/>
          </a:xfrm>
          <a:prstGeom prst="diamond">
            <a:avLst/>
          </a:prstGeom>
          <a:solidFill>
            <a:srgbClr val="111111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14" name="Google Shape;1714;p26"/>
          <p:cNvSpPr txBox="1"/>
          <p:nvPr/>
        </p:nvSpPr>
        <p:spPr>
          <a:xfrm>
            <a:off x="11263283" y="7350623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H8</a:t>
            </a:r>
            <a:endParaRPr lang="es-CL" sz="1432" noProof="0"/>
          </a:p>
        </p:txBody>
      </p:sp>
      <p:sp>
        <p:nvSpPr>
          <p:cNvPr id="1715" name="Google Shape;1715;p26"/>
          <p:cNvSpPr/>
          <p:nvPr/>
        </p:nvSpPr>
        <p:spPr>
          <a:xfrm>
            <a:off x="12583652" y="7116723"/>
            <a:ext cx="224700" cy="224700"/>
          </a:xfrm>
          <a:prstGeom prst="diamond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16" name="Google Shape;1716;p26"/>
          <p:cNvSpPr txBox="1"/>
          <p:nvPr/>
        </p:nvSpPr>
        <p:spPr>
          <a:xfrm>
            <a:off x="12409396" y="7350623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H7</a:t>
            </a:r>
            <a:endParaRPr lang="es-CL" sz="1432" noProof="0"/>
          </a:p>
        </p:txBody>
      </p:sp>
      <p:sp>
        <p:nvSpPr>
          <p:cNvPr id="1717" name="Google Shape;1717;p26"/>
          <p:cNvSpPr/>
          <p:nvPr/>
        </p:nvSpPr>
        <p:spPr>
          <a:xfrm>
            <a:off x="13156708" y="7116723"/>
            <a:ext cx="224700" cy="224700"/>
          </a:xfrm>
          <a:prstGeom prst="diamond">
            <a:avLst/>
          </a:prstGeom>
          <a:solidFill>
            <a:srgbClr val="111111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18" name="Google Shape;1718;p26"/>
          <p:cNvSpPr txBox="1"/>
          <p:nvPr/>
        </p:nvSpPr>
        <p:spPr>
          <a:xfrm>
            <a:off x="12982452" y="7350623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H9</a:t>
            </a:r>
            <a:endParaRPr lang="es-CL" sz="1432" noProof="0"/>
          </a:p>
        </p:txBody>
      </p:sp>
      <p:sp>
        <p:nvSpPr>
          <p:cNvPr id="1719" name="Google Shape;1719;p26"/>
          <p:cNvSpPr/>
          <p:nvPr/>
        </p:nvSpPr>
        <p:spPr>
          <a:xfrm>
            <a:off x="13729765" y="7116723"/>
            <a:ext cx="224700" cy="224700"/>
          </a:xfrm>
          <a:prstGeom prst="diamond">
            <a:avLst/>
          </a:prstGeom>
          <a:solidFill>
            <a:srgbClr val="111111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20" name="Google Shape;1720;p26"/>
          <p:cNvSpPr txBox="1"/>
          <p:nvPr/>
        </p:nvSpPr>
        <p:spPr>
          <a:xfrm>
            <a:off x="13555509" y="7350623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H10</a:t>
            </a:r>
            <a:endParaRPr lang="es-CL" sz="1432" noProof="0"/>
          </a:p>
        </p:txBody>
      </p:sp>
      <p:sp>
        <p:nvSpPr>
          <p:cNvPr id="1721" name="Google Shape;1721;p26"/>
          <p:cNvSpPr/>
          <p:nvPr/>
        </p:nvSpPr>
        <p:spPr>
          <a:xfrm>
            <a:off x="14302822" y="7116723"/>
            <a:ext cx="224700" cy="224700"/>
          </a:xfrm>
          <a:prstGeom prst="diamond">
            <a:avLst/>
          </a:prstGeom>
          <a:solidFill>
            <a:srgbClr val="111111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22" name="Google Shape;1722;p26"/>
          <p:cNvSpPr txBox="1"/>
          <p:nvPr/>
        </p:nvSpPr>
        <p:spPr>
          <a:xfrm>
            <a:off x="14128565" y="7350623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H11</a:t>
            </a:r>
            <a:endParaRPr lang="es-CL" sz="1432" noProof="0"/>
          </a:p>
        </p:txBody>
      </p:sp>
      <p:sp>
        <p:nvSpPr>
          <p:cNvPr id="1723" name="Google Shape;1723;p26"/>
          <p:cNvSpPr/>
          <p:nvPr/>
        </p:nvSpPr>
        <p:spPr>
          <a:xfrm>
            <a:off x="15448934" y="7116723"/>
            <a:ext cx="224700" cy="224700"/>
          </a:xfrm>
          <a:prstGeom prst="diamond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24" name="Google Shape;1724;p26"/>
          <p:cNvSpPr txBox="1"/>
          <p:nvPr/>
        </p:nvSpPr>
        <p:spPr>
          <a:xfrm>
            <a:off x="15274679" y="7350623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H12</a:t>
            </a:r>
            <a:endParaRPr lang="es-CL" sz="1432" noProof="0"/>
          </a:p>
        </p:txBody>
      </p:sp>
      <p:sp>
        <p:nvSpPr>
          <p:cNvPr id="1732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21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7" name="!!deco_1438196a_2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8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849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22</a:t>
            </a:r>
          </a:p>
        </p:txBody>
      </p:sp>
      <p:sp>
        <p:nvSpPr>
          <p:cNvPr id="850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EDT: así se organiza el trabajo</a:t>
            </a:r>
          </a:p>
        </p:txBody>
      </p:sp>
      <p:sp>
        <p:nvSpPr>
          <p:cNvPr id="851" name="!!edt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45720" rIns="137160" bIns="45720" rtlCol="0" anchor="ctr"/>
          <a:lstStyle/>
          <a:p>
            <a:pPr algn="ctr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Proyecto </a:t>
            </a:r>
            <a:r>
              <a:rPr lang="es-CL" sz="1600" b="1">
                <a:solidFill>
                  <a:srgbClr val="FFFFFF"/>
                </a:solidFill>
                <a:latin typeface="Inter SemiBold"/>
              </a:rPr>
              <a:t>LafroX · 222</a:t>
            </a:r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 paquetes de trabajo</a:t>
            </a:r>
          </a:p>
        </p:txBody>
      </p:sp>
      <p:cxnSp>
        <p:nvCxnSpPr>
          <p:cNvPr id="852" name="Connector 851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3" name="Connector 852"/>
          <p:cNvCxnSpPr/>
          <p:nvPr/>
        </p:nvCxnSpPr>
        <p:spPr>
          <a:xfrm>
            <a:off x="1698752" y="2788920"/>
            <a:ext cx="14890496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4" name="Connector 853"/>
          <p:cNvCxnSpPr/>
          <p:nvPr/>
        </p:nvCxnSpPr>
        <p:spPr>
          <a:xfrm>
            <a:off x="169875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5" name="!!ph1"/>
          <p:cNvSpPr/>
          <p:nvPr/>
        </p:nvSpPr>
        <p:spPr>
          <a:xfrm>
            <a:off x="82296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Fase 1</a:t>
            </a:r>
          </a:p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Inicio</a:t>
            </a:r>
          </a:p>
        </p:txBody>
      </p:sp>
      <p:sp>
        <p:nvSpPr>
          <p:cNvPr id="856" name="!!phhh1"/>
          <p:cNvSpPr txBox="1"/>
          <p:nvPr/>
        </p:nvSpPr>
        <p:spPr>
          <a:xfrm>
            <a:off x="93268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6.920 HH</a:t>
            </a:r>
          </a:p>
        </p:txBody>
      </p:sp>
      <p:sp>
        <p:nvSpPr>
          <p:cNvPr id="857" name="!!phcc1"/>
          <p:cNvSpPr txBox="1"/>
          <p:nvPr/>
        </p:nvSpPr>
        <p:spPr>
          <a:xfrm>
            <a:off x="93268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9 CC · 35 PT</a:t>
            </a:r>
          </a:p>
        </p:txBody>
      </p:sp>
      <p:sp>
        <p:nvSpPr>
          <p:cNvPr id="858" name="!!edt_cc_1_1" descr="Cuenta de control 1.1"/>
          <p:cNvSpPr/>
          <p:nvPr/>
        </p:nvSpPr>
        <p:spPr>
          <a:xfrm>
            <a:off x="93268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59" name="!!edt_cc_1_2" descr="Cuenta de control 1.2"/>
          <p:cNvSpPr/>
          <p:nvPr/>
        </p:nvSpPr>
        <p:spPr>
          <a:xfrm>
            <a:off x="123444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60" name="!!edt_cc_1_3" descr="Cuenta de control 1.3"/>
          <p:cNvSpPr/>
          <p:nvPr/>
        </p:nvSpPr>
        <p:spPr>
          <a:xfrm>
            <a:off x="153619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61" name="!!edt_cc_1_4" descr="Cuenta de control 1.4"/>
          <p:cNvSpPr/>
          <p:nvPr/>
        </p:nvSpPr>
        <p:spPr>
          <a:xfrm>
            <a:off x="1837943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62" name="!!edt_cc_1_5" descr="Cuenta de control 1.5"/>
          <p:cNvSpPr/>
          <p:nvPr/>
        </p:nvSpPr>
        <p:spPr>
          <a:xfrm>
            <a:off x="213969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63" name="!!edt_cc_1_6" descr="Cuenta de control 1.6"/>
          <p:cNvSpPr/>
          <p:nvPr/>
        </p:nvSpPr>
        <p:spPr>
          <a:xfrm>
            <a:off x="932688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64" name="!!edt_cc_1_7" descr="Cuenta de control 1.7"/>
          <p:cNvSpPr/>
          <p:nvPr/>
        </p:nvSpPr>
        <p:spPr>
          <a:xfrm>
            <a:off x="123444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65" name="!!edt_cc_1_8" descr="Cuenta de control 1.8"/>
          <p:cNvSpPr/>
          <p:nvPr/>
        </p:nvSpPr>
        <p:spPr>
          <a:xfrm>
            <a:off x="1536192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66" name="!!edt_cc_1_9" descr="Cuenta de control 1.9"/>
          <p:cNvSpPr/>
          <p:nvPr/>
        </p:nvSpPr>
        <p:spPr>
          <a:xfrm>
            <a:off x="1837943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867" name="Connector 866"/>
          <p:cNvCxnSpPr/>
          <p:nvPr/>
        </p:nvCxnSpPr>
        <p:spPr>
          <a:xfrm>
            <a:off x="356006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8" name="!!ph2"/>
          <p:cNvSpPr/>
          <p:nvPr/>
        </p:nvSpPr>
        <p:spPr>
          <a:xfrm>
            <a:off x="268427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Fase 2</a:t>
            </a:r>
          </a:p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Elaboración</a:t>
            </a:r>
          </a:p>
        </p:txBody>
      </p:sp>
      <p:sp>
        <p:nvSpPr>
          <p:cNvPr id="869" name="!!phhh2"/>
          <p:cNvSpPr txBox="1"/>
          <p:nvPr/>
        </p:nvSpPr>
        <p:spPr>
          <a:xfrm>
            <a:off x="279400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4.320 HH</a:t>
            </a:r>
          </a:p>
        </p:txBody>
      </p:sp>
      <p:sp>
        <p:nvSpPr>
          <p:cNvPr id="870" name="!!phcc2"/>
          <p:cNvSpPr txBox="1"/>
          <p:nvPr/>
        </p:nvSpPr>
        <p:spPr>
          <a:xfrm>
            <a:off x="279400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6 CC · 18 PT</a:t>
            </a:r>
          </a:p>
        </p:txBody>
      </p:sp>
      <p:sp>
        <p:nvSpPr>
          <p:cNvPr id="871" name="!!edt_cc_2_1" descr="Cuenta de control 2.1"/>
          <p:cNvSpPr/>
          <p:nvPr/>
        </p:nvSpPr>
        <p:spPr>
          <a:xfrm>
            <a:off x="279400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72" name="!!edt_cc_2_2" descr="Cuenta de control 2.2"/>
          <p:cNvSpPr/>
          <p:nvPr/>
        </p:nvSpPr>
        <p:spPr>
          <a:xfrm>
            <a:off x="309575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73" name="!!edt_cc_2_3" descr="Cuenta de control 2.3"/>
          <p:cNvSpPr/>
          <p:nvPr/>
        </p:nvSpPr>
        <p:spPr>
          <a:xfrm>
            <a:off x="339750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74" name="!!edt_cc_2_4" descr="Cuenta de control 2.4"/>
          <p:cNvSpPr/>
          <p:nvPr/>
        </p:nvSpPr>
        <p:spPr>
          <a:xfrm>
            <a:off x="369925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75" name="!!edt_cc_2_5" descr="Cuenta de control 2.5"/>
          <p:cNvSpPr/>
          <p:nvPr/>
        </p:nvSpPr>
        <p:spPr>
          <a:xfrm>
            <a:off x="400100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76" name="!!edt_cc_2_6" descr="Cuenta de control 2.6"/>
          <p:cNvSpPr/>
          <p:nvPr/>
        </p:nvSpPr>
        <p:spPr>
          <a:xfrm>
            <a:off x="279400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877" name="Connector 876"/>
          <p:cNvCxnSpPr/>
          <p:nvPr/>
        </p:nvCxnSpPr>
        <p:spPr>
          <a:xfrm>
            <a:off x="542137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8" name="!!ph3"/>
          <p:cNvSpPr/>
          <p:nvPr/>
        </p:nvSpPr>
        <p:spPr>
          <a:xfrm>
            <a:off x="454558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Fase 3</a:t>
            </a:r>
          </a:p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Construcción</a:t>
            </a:r>
          </a:p>
        </p:txBody>
      </p:sp>
      <p:sp>
        <p:nvSpPr>
          <p:cNvPr id="879" name="!!phhh3"/>
          <p:cNvSpPr txBox="1"/>
          <p:nvPr/>
        </p:nvSpPr>
        <p:spPr>
          <a:xfrm>
            <a:off x="465531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33.280 HH</a:t>
            </a:r>
          </a:p>
        </p:txBody>
      </p:sp>
      <p:sp>
        <p:nvSpPr>
          <p:cNvPr id="880" name="!!phcc3"/>
          <p:cNvSpPr txBox="1"/>
          <p:nvPr/>
        </p:nvSpPr>
        <p:spPr>
          <a:xfrm>
            <a:off x="465531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11 CC · 79 PT</a:t>
            </a:r>
          </a:p>
        </p:txBody>
      </p:sp>
      <p:sp>
        <p:nvSpPr>
          <p:cNvPr id="881" name="!!edt_cc_3_1" descr="Cuenta de control 3.1"/>
          <p:cNvSpPr/>
          <p:nvPr/>
        </p:nvSpPr>
        <p:spPr>
          <a:xfrm>
            <a:off x="465531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82" name="!!edt_cc_3_2" descr="Cuenta de control 3.2"/>
          <p:cNvSpPr/>
          <p:nvPr/>
        </p:nvSpPr>
        <p:spPr>
          <a:xfrm>
            <a:off x="495706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83" name="!!edt_cc_3_3" descr="Cuenta de control 3.3"/>
          <p:cNvSpPr/>
          <p:nvPr/>
        </p:nvSpPr>
        <p:spPr>
          <a:xfrm>
            <a:off x="525881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84" name="!!edt_cc_3_4" descr="Cuenta de control 3.4"/>
          <p:cNvSpPr/>
          <p:nvPr/>
        </p:nvSpPr>
        <p:spPr>
          <a:xfrm>
            <a:off x="556056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85" name="!!edt_cc_3_5" descr="Cuenta de control 3.5"/>
          <p:cNvSpPr/>
          <p:nvPr/>
        </p:nvSpPr>
        <p:spPr>
          <a:xfrm>
            <a:off x="586232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86" name="!!edt_cc_3_6" descr="Cuenta de control 3.6"/>
          <p:cNvSpPr/>
          <p:nvPr/>
        </p:nvSpPr>
        <p:spPr>
          <a:xfrm>
            <a:off x="4655312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87" name="!!edt_cc_3_7" descr="Cuenta de control 3.7"/>
          <p:cNvSpPr/>
          <p:nvPr/>
        </p:nvSpPr>
        <p:spPr>
          <a:xfrm>
            <a:off x="4957064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88" name="!!edt_cc_3_8" descr="Cuenta de control 3.8"/>
          <p:cNvSpPr/>
          <p:nvPr/>
        </p:nvSpPr>
        <p:spPr>
          <a:xfrm>
            <a:off x="5258816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89" name="!!edt_cc_3_9" descr="Cuenta de control 3.9"/>
          <p:cNvSpPr/>
          <p:nvPr/>
        </p:nvSpPr>
        <p:spPr>
          <a:xfrm>
            <a:off x="5560568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90" name="!!edt_cc_3_10" descr="Cuenta de control 3.10"/>
          <p:cNvSpPr/>
          <p:nvPr/>
        </p:nvSpPr>
        <p:spPr>
          <a:xfrm>
            <a:off x="586232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91" name="!!edt_cc_3_11" descr="Cuenta de control 3.11"/>
          <p:cNvSpPr/>
          <p:nvPr/>
        </p:nvSpPr>
        <p:spPr>
          <a:xfrm>
            <a:off x="4655312" y="5449824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892" name="Connector 891"/>
          <p:cNvCxnSpPr/>
          <p:nvPr/>
        </p:nvCxnSpPr>
        <p:spPr>
          <a:xfrm>
            <a:off x="728268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3" name="!!ph4"/>
          <p:cNvSpPr/>
          <p:nvPr/>
        </p:nvSpPr>
        <p:spPr>
          <a:xfrm>
            <a:off x="640689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Fase 4</a:t>
            </a:r>
          </a:p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Transición</a:t>
            </a:r>
          </a:p>
        </p:txBody>
      </p:sp>
      <p:sp>
        <p:nvSpPr>
          <p:cNvPr id="894" name="!!phhh4"/>
          <p:cNvSpPr txBox="1"/>
          <p:nvPr/>
        </p:nvSpPr>
        <p:spPr>
          <a:xfrm>
            <a:off x="651662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20.672 HH</a:t>
            </a:r>
          </a:p>
        </p:txBody>
      </p:sp>
      <p:sp>
        <p:nvSpPr>
          <p:cNvPr id="895" name="!!phcc4"/>
          <p:cNvSpPr txBox="1"/>
          <p:nvPr/>
        </p:nvSpPr>
        <p:spPr>
          <a:xfrm>
            <a:off x="651662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3 CC · 10 PT</a:t>
            </a:r>
          </a:p>
        </p:txBody>
      </p:sp>
      <p:sp>
        <p:nvSpPr>
          <p:cNvPr id="896" name="!!edt_cc_4_1" descr="Cuenta de control 4.1"/>
          <p:cNvSpPr/>
          <p:nvPr/>
        </p:nvSpPr>
        <p:spPr>
          <a:xfrm>
            <a:off x="651662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97" name="!!edt_cc_4_2" descr="Cuenta de control 4.2"/>
          <p:cNvSpPr/>
          <p:nvPr/>
        </p:nvSpPr>
        <p:spPr>
          <a:xfrm>
            <a:off x="681837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98" name="!!edt_cc_4_3" descr="Cuenta de control 4.3"/>
          <p:cNvSpPr/>
          <p:nvPr/>
        </p:nvSpPr>
        <p:spPr>
          <a:xfrm>
            <a:off x="712012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899" name="Connector 898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!!ph5"/>
          <p:cNvSpPr/>
          <p:nvPr/>
        </p:nvSpPr>
        <p:spPr>
          <a:xfrm>
            <a:off x="8268208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Fase 5</a:t>
            </a:r>
          </a:p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Adquisiciones</a:t>
            </a:r>
          </a:p>
        </p:txBody>
      </p:sp>
      <p:sp>
        <p:nvSpPr>
          <p:cNvPr id="901" name="!!phhh5"/>
          <p:cNvSpPr txBox="1"/>
          <p:nvPr/>
        </p:nvSpPr>
        <p:spPr>
          <a:xfrm>
            <a:off x="8377936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1.040 HH</a:t>
            </a:r>
          </a:p>
        </p:txBody>
      </p:sp>
      <p:sp>
        <p:nvSpPr>
          <p:cNvPr id="902" name="!!phcc5"/>
          <p:cNvSpPr txBox="1"/>
          <p:nvPr/>
        </p:nvSpPr>
        <p:spPr>
          <a:xfrm>
            <a:off x="8377936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4 CC · 13 PT</a:t>
            </a:r>
          </a:p>
        </p:txBody>
      </p:sp>
      <p:sp>
        <p:nvSpPr>
          <p:cNvPr id="903" name="!!edt_cc_5_1" descr="Cuenta de control 5.1"/>
          <p:cNvSpPr/>
          <p:nvPr/>
        </p:nvSpPr>
        <p:spPr>
          <a:xfrm>
            <a:off x="837793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04" name="!!edt_cc_5_2" descr="Cuenta de control 5.2"/>
          <p:cNvSpPr/>
          <p:nvPr/>
        </p:nvSpPr>
        <p:spPr>
          <a:xfrm>
            <a:off x="8679688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05" name="!!edt_cc_5_3" descr="Cuenta de control 5.3"/>
          <p:cNvSpPr/>
          <p:nvPr/>
        </p:nvSpPr>
        <p:spPr>
          <a:xfrm>
            <a:off x="898144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06" name="!!edt_cc_5_4" descr="Cuenta de control 5.4"/>
          <p:cNvSpPr/>
          <p:nvPr/>
        </p:nvSpPr>
        <p:spPr>
          <a:xfrm>
            <a:off x="928319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907" name="Connector 906"/>
          <p:cNvCxnSpPr/>
          <p:nvPr/>
        </p:nvCxnSpPr>
        <p:spPr>
          <a:xfrm>
            <a:off x="1100531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8" name="!!ph6"/>
          <p:cNvSpPr/>
          <p:nvPr/>
        </p:nvSpPr>
        <p:spPr>
          <a:xfrm>
            <a:off x="1012952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Fase 6</a:t>
            </a:r>
          </a:p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Infraestructura</a:t>
            </a:r>
          </a:p>
        </p:txBody>
      </p:sp>
      <p:sp>
        <p:nvSpPr>
          <p:cNvPr id="909" name="!!phhh6"/>
          <p:cNvSpPr txBox="1"/>
          <p:nvPr/>
        </p:nvSpPr>
        <p:spPr>
          <a:xfrm>
            <a:off x="1023924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3.840 HH</a:t>
            </a:r>
          </a:p>
        </p:txBody>
      </p:sp>
      <p:sp>
        <p:nvSpPr>
          <p:cNvPr id="910" name="!!phcc6"/>
          <p:cNvSpPr txBox="1"/>
          <p:nvPr/>
        </p:nvSpPr>
        <p:spPr>
          <a:xfrm>
            <a:off x="1023924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6 CC · 24 PT</a:t>
            </a:r>
          </a:p>
        </p:txBody>
      </p:sp>
      <p:sp>
        <p:nvSpPr>
          <p:cNvPr id="911" name="!!edt_cc_6_1" descr="Cuenta de control 6.1"/>
          <p:cNvSpPr/>
          <p:nvPr/>
        </p:nvSpPr>
        <p:spPr>
          <a:xfrm>
            <a:off x="10239248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12" name="!!edt_cc_6_2" descr="Cuenta de control 6.2"/>
          <p:cNvSpPr/>
          <p:nvPr/>
        </p:nvSpPr>
        <p:spPr>
          <a:xfrm>
            <a:off x="1054100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13" name="!!edt_cc_6_3" descr="Cuenta de control 6.3"/>
          <p:cNvSpPr/>
          <p:nvPr/>
        </p:nvSpPr>
        <p:spPr>
          <a:xfrm>
            <a:off x="1084275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14" name="!!edt_cc_6_4" descr="Cuenta de control 6.4"/>
          <p:cNvSpPr/>
          <p:nvPr/>
        </p:nvSpPr>
        <p:spPr>
          <a:xfrm>
            <a:off x="1114450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15" name="!!edt_cc_6_5" descr="Cuenta de control 6.5"/>
          <p:cNvSpPr/>
          <p:nvPr/>
        </p:nvSpPr>
        <p:spPr>
          <a:xfrm>
            <a:off x="1144625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16" name="!!edt_cc_6_6" descr="Cuenta de control 6.6"/>
          <p:cNvSpPr/>
          <p:nvPr/>
        </p:nvSpPr>
        <p:spPr>
          <a:xfrm>
            <a:off x="10239248" y="5148072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917" name="Connector 916"/>
          <p:cNvCxnSpPr/>
          <p:nvPr/>
        </p:nvCxnSpPr>
        <p:spPr>
          <a:xfrm>
            <a:off x="1286662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8" name="!!ph7"/>
          <p:cNvSpPr/>
          <p:nvPr/>
        </p:nvSpPr>
        <p:spPr>
          <a:xfrm>
            <a:off x="1199083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Fase 7</a:t>
            </a:r>
          </a:p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919" name="!!phhh7"/>
          <p:cNvSpPr txBox="1"/>
          <p:nvPr/>
        </p:nvSpPr>
        <p:spPr>
          <a:xfrm>
            <a:off x="1210056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4.736 HH</a:t>
            </a:r>
          </a:p>
        </p:txBody>
      </p:sp>
      <p:sp>
        <p:nvSpPr>
          <p:cNvPr id="920" name="!!phcc7"/>
          <p:cNvSpPr txBox="1"/>
          <p:nvPr/>
        </p:nvSpPr>
        <p:spPr>
          <a:xfrm>
            <a:off x="1210056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3 CC · 13 PT</a:t>
            </a:r>
          </a:p>
        </p:txBody>
      </p:sp>
      <p:sp>
        <p:nvSpPr>
          <p:cNvPr id="921" name="!!edt_cc_7_1" descr="Cuenta de control 7.1"/>
          <p:cNvSpPr/>
          <p:nvPr/>
        </p:nvSpPr>
        <p:spPr>
          <a:xfrm>
            <a:off x="1210056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22" name="!!edt_cc_7_2" descr="Cuenta de control 7.2"/>
          <p:cNvSpPr/>
          <p:nvPr/>
        </p:nvSpPr>
        <p:spPr>
          <a:xfrm>
            <a:off x="1240231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23" name="!!edt_cc_7_3" descr="Cuenta de control 7.3"/>
          <p:cNvSpPr/>
          <p:nvPr/>
        </p:nvSpPr>
        <p:spPr>
          <a:xfrm>
            <a:off x="1270406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924" name="Connector 923"/>
          <p:cNvCxnSpPr/>
          <p:nvPr/>
        </p:nvCxnSpPr>
        <p:spPr>
          <a:xfrm>
            <a:off x="1472793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5" name="!!ph8"/>
          <p:cNvSpPr/>
          <p:nvPr/>
        </p:nvSpPr>
        <p:spPr>
          <a:xfrm>
            <a:off x="1385214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Fase 8</a:t>
            </a:r>
          </a:p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926" name="!!phhh8"/>
          <p:cNvSpPr txBox="1"/>
          <p:nvPr/>
        </p:nvSpPr>
        <p:spPr>
          <a:xfrm>
            <a:off x="1396187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129.879 HH</a:t>
            </a:r>
          </a:p>
        </p:txBody>
      </p:sp>
      <p:sp>
        <p:nvSpPr>
          <p:cNvPr id="927" name="!!phcc8"/>
          <p:cNvSpPr txBox="1"/>
          <p:nvPr/>
        </p:nvSpPr>
        <p:spPr>
          <a:xfrm>
            <a:off x="1396187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5 CC · 26 PT</a:t>
            </a:r>
          </a:p>
        </p:txBody>
      </p:sp>
      <p:sp>
        <p:nvSpPr>
          <p:cNvPr id="928" name="!!edt_cc_8_1" descr="Cuenta de control 8.1"/>
          <p:cNvSpPr/>
          <p:nvPr/>
        </p:nvSpPr>
        <p:spPr>
          <a:xfrm>
            <a:off x="13961872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29" name="!!edt_cc_8_2" descr="Cuenta de control 8.2"/>
          <p:cNvSpPr/>
          <p:nvPr/>
        </p:nvSpPr>
        <p:spPr>
          <a:xfrm>
            <a:off x="14263624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30" name="!!edt_cc_8_3" descr="Cuenta de control 8.3"/>
          <p:cNvSpPr/>
          <p:nvPr/>
        </p:nvSpPr>
        <p:spPr>
          <a:xfrm>
            <a:off x="14565376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31" name="!!edt_cc_8_4" descr="Cuenta de control 8.4"/>
          <p:cNvSpPr/>
          <p:nvPr/>
        </p:nvSpPr>
        <p:spPr>
          <a:xfrm>
            <a:off x="14867128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32" name="!!edt_cc_8_5" descr="Cuenta de control 8.5"/>
          <p:cNvSpPr/>
          <p:nvPr/>
        </p:nvSpPr>
        <p:spPr>
          <a:xfrm>
            <a:off x="15168880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933" name="Connector 932"/>
          <p:cNvCxnSpPr/>
          <p:nvPr/>
        </p:nvCxnSpPr>
        <p:spPr>
          <a:xfrm>
            <a:off x="1658924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4" name="!!ph9"/>
          <p:cNvSpPr/>
          <p:nvPr/>
        </p:nvSpPr>
        <p:spPr>
          <a:xfrm>
            <a:off x="1571345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Fase 9</a:t>
            </a:r>
          </a:p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Cierre</a:t>
            </a:r>
          </a:p>
        </p:txBody>
      </p:sp>
      <p:sp>
        <p:nvSpPr>
          <p:cNvPr id="935" name="!!phhh9"/>
          <p:cNvSpPr txBox="1"/>
          <p:nvPr/>
        </p:nvSpPr>
        <p:spPr>
          <a:xfrm>
            <a:off x="1582318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320 HH</a:t>
            </a:r>
          </a:p>
        </p:txBody>
      </p:sp>
      <p:sp>
        <p:nvSpPr>
          <p:cNvPr id="936" name="!!phcc9"/>
          <p:cNvSpPr txBox="1"/>
          <p:nvPr/>
        </p:nvSpPr>
        <p:spPr>
          <a:xfrm>
            <a:off x="1582318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2 CC · 4 PT</a:t>
            </a:r>
          </a:p>
        </p:txBody>
      </p:sp>
      <p:sp>
        <p:nvSpPr>
          <p:cNvPr id="937" name="!!edt_cc_9_1" descr="Cuenta de control 9.1"/>
          <p:cNvSpPr/>
          <p:nvPr/>
        </p:nvSpPr>
        <p:spPr>
          <a:xfrm>
            <a:off x="1582318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38" name="!!edt_cc_9_2" descr="Cuenta de control 9.2"/>
          <p:cNvSpPr/>
          <p:nvPr/>
        </p:nvSpPr>
        <p:spPr>
          <a:xfrm>
            <a:off x="1612493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857" name="!!deco_1438196a_2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858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926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23</a:t>
            </a:r>
          </a:p>
        </p:txBody>
      </p:sp>
      <p:sp>
        <p:nvSpPr>
          <p:cNvPr id="927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EDT: así se organiza el trabajo</a:t>
            </a:r>
          </a:p>
        </p:txBody>
      </p:sp>
      <p:sp>
        <p:nvSpPr>
          <p:cNvPr id="928" name="!!edt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Proyecto LafroX · 222 paquetes de trabajo</a:t>
            </a:r>
          </a:p>
        </p:txBody>
      </p:sp>
      <p:cxnSp>
        <p:nvCxnSpPr>
          <p:cNvPr id="929" name="Connector 928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0" name="Connector 929"/>
          <p:cNvCxnSpPr/>
          <p:nvPr/>
        </p:nvCxnSpPr>
        <p:spPr>
          <a:xfrm>
            <a:off x="1698752" y="2788920"/>
            <a:ext cx="14890496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1" name="Connector 930"/>
          <p:cNvCxnSpPr/>
          <p:nvPr/>
        </p:nvCxnSpPr>
        <p:spPr>
          <a:xfrm>
            <a:off x="1698752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2" name="!!ph1"/>
          <p:cNvSpPr/>
          <p:nvPr/>
        </p:nvSpPr>
        <p:spPr>
          <a:xfrm>
            <a:off x="822960" y="3017520"/>
            <a:ext cx="175158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Fase 1</a:t>
            </a:r>
          </a:p>
          <a:p>
            <a:pPr algn="l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Inicio</a:t>
            </a:r>
          </a:p>
        </p:txBody>
      </p:sp>
      <p:sp>
        <p:nvSpPr>
          <p:cNvPr id="933" name="!!phhh1"/>
          <p:cNvSpPr txBox="1"/>
          <p:nvPr/>
        </p:nvSpPr>
        <p:spPr>
          <a:xfrm>
            <a:off x="932688" y="42336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6.920 HH</a:t>
            </a:r>
          </a:p>
        </p:txBody>
      </p:sp>
      <p:sp>
        <p:nvSpPr>
          <p:cNvPr id="934" name="!!phcc1"/>
          <p:cNvSpPr txBox="1"/>
          <p:nvPr/>
        </p:nvSpPr>
        <p:spPr>
          <a:xfrm>
            <a:off x="932688" y="45262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FFFFFF"/>
                </a:solidFill>
                <a:latin typeface="Inter"/>
              </a:rPr>
              <a:t>9 CC · 35 PT</a:t>
            </a:r>
          </a:p>
        </p:txBody>
      </p:sp>
      <p:cxnSp>
        <p:nvCxnSpPr>
          <p:cNvPr id="935" name="Connector 934"/>
          <p:cNvCxnSpPr/>
          <p:nvPr/>
        </p:nvCxnSpPr>
        <p:spPr>
          <a:xfrm>
            <a:off x="356006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6" name="!!ph2"/>
          <p:cNvSpPr/>
          <p:nvPr/>
        </p:nvSpPr>
        <p:spPr>
          <a:xfrm>
            <a:off x="268427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2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Elaboración</a:t>
            </a:r>
          </a:p>
        </p:txBody>
      </p:sp>
      <p:sp>
        <p:nvSpPr>
          <p:cNvPr id="937" name="!!phhh2"/>
          <p:cNvSpPr txBox="1"/>
          <p:nvPr/>
        </p:nvSpPr>
        <p:spPr>
          <a:xfrm>
            <a:off x="279400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4.320 HH</a:t>
            </a:r>
          </a:p>
        </p:txBody>
      </p:sp>
      <p:sp>
        <p:nvSpPr>
          <p:cNvPr id="938" name="!!phcc2"/>
          <p:cNvSpPr txBox="1"/>
          <p:nvPr/>
        </p:nvSpPr>
        <p:spPr>
          <a:xfrm>
            <a:off x="279400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18 PT</a:t>
            </a:r>
          </a:p>
        </p:txBody>
      </p:sp>
      <p:cxnSp>
        <p:nvCxnSpPr>
          <p:cNvPr id="939" name="Connector 938"/>
          <p:cNvCxnSpPr/>
          <p:nvPr/>
        </p:nvCxnSpPr>
        <p:spPr>
          <a:xfrm>
            <a:off x="542137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0" name="!!ph3"/>
          <p:cNvSpPr/>
          <p:nvPr/>
        </p:nvSpPr>
        <p:spPr>
          <a:xfrm>
            <a:off x="454558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3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Construcción</a:t>
            </a:r>
          </a:p>
        </p:txBody>
      </p:sp>
      <p:sp>
        <p:nvSpPr>
          <p:cNvPr id="941" name="!!phhh3"/>
          <p:cNvSpPr txBox="1"/>
          <p:nvPr/>
        </p:nvSpPr>
        <p:spPr>
          <a:xfrm>
            <a:off x="465531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33.280 HH</a:t>
            </a:r>
          </a:p>
        </p:txBody>
      </p:sp>
      <p:sp>
        <p:nvSpPr>
          <p:cNvPr id="942" name="!!phcc3"/>
          <p:cNvSpPr txBox="1"/>
          <p:nvPr/>
        </p:nvSpPr>
        <p:spPr>
          <a:xfrm>
            <a:off x="465531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11 CC · 79 PT</a:t>
            </a:r>
          </a:p>
        </p:txBody>
      </p:sp>
      <p:cxnSp>
        <p:nvCxnSpPr>
          <p:cNvPr id="943" name="Connector 942"/>
          <p:cNvCxnSpPr/>
          <p:nvPr/>
        </p:nvCxnSpPr>
        <p:spPr>
          <a:xfrm>
            <a:off x="728268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4" name="!!ph4"/>
          <p:cNvSpPr/>
          <p:nvPr/>
        </p:nvSpPr>
        <p:spPr>
          <a:xfrm>
            <a:off x="640689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4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Transición</a:t>
            </a:r>
          </a:p>
        </p:txBody>
      </p:sp>
      <p:sp>
        <p:nvSpPr>
          <p:cNvPr id="945" name="!!phhh4"/>
          <p:cNvSpPr txBox="1"/>
          <p:nvPr/>
        </p:nvSpPr>
        <p:spPr>
          <a:xfrm>
            <a:off x="651662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20.672 HH</a:t>
            </a:r>
          </a:p>
        </p:txBody>
      </p:sp>
      <p:sp>
        <p:nvSpPr>
          <p:cNvPr id="946" name="!!phcc4"/>
          <p:cNvSpPr txBox="1"/>
          <p:nvPr/>
        </p:nvSpPr>
        <p:spPr>
          <a:xfrm>
            <a:off x="651662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10 PT</a:t>
            </a:r>
          </a:p>
        </p:txBody>
      </p:sp>
      <p:cxnSp>
        <p:nvCxnSpPr>
          <p:cNvPr id="947" name="Connector 946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8" name="!!ph5"/>
          <p:cNvSpPr/>
          <p:nvPr/>
        </p:nvSpPr>
        <p:spPr>
          <a:xfrm>
            <a:off x="8268208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5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Adquisiciones</a:t>
            </a:r>
          </a:p>
        </p:txBody>
      </p:sp>
      <p:sp>
        <p:nvSpPr>
          <p:cNvPr id="949" name="!!phhh5"/>
          <p:cNvSpPr txBox="1"/>
          <p:nvPr/>
        </p:nvSpPr>
        <p:spPr>
          <a:xfrm>
            <a:off x="8377936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1.040 HH</a:t>
            </a:r>
          </a:p>
        </p:txBody>
      </p:sp>
      <p:sp>
        <p:nvSpPr>
          <p:cNvPr id="950" name="!!phcc5"/>
          <p:cNvSpPr txBox="1"/>
          <p:nvPr/>
        </p:nvSpPr>
        <p:spPr>
          <a:xfrm>
            <a:off x="8377936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4 CC · 13 PT</a:t>
            </a:r>
          </a:p>
        </p:txBody>
      </p:sp>
      <p:cxnSp>
        <p:nvCxnSpPr>
          <p:cNvPr id="951" name="Connector 950"/>
          <p:cNvCxnSpPr/>
          <p:nvPr/>
        </p:nvCxnSpPr>
        <p:spPr>
          <a:xfrm>
            <a:off x="1100531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2" name="!!ph6"/>
          <p:cNvSpPr/>
          <p:nvPr/>
        </p:nvSpPr>
        <p:spPr>
          <a:xfrm>
            <a:off x="1012952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6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Infraestructura</a:t>
            </a:r>
          </a:p>
        </p:txBody>
      </p:sp>
      <p:sp>
        <p:nvSpPr>
          <p:cNvPr id="953" name="!!phhh6"/>
          <p:cNvSpPr txBox="1"/>
          <p:nvPr/>
        </p:nvSpPr>
        <p:spPr>
          <a:xfrm>
            <a:off x="1023924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3.840 HH</a:t>
            </a:r>
          </a:p>
        </p:txBody>
      </p:sp>
      <p:sp>
        <p:nvSpPr>
          <p:cNvPr id="954" name="!!phcc6"/>
          <p:cNvSpPr txBox="1"/>
          <p:nvPr/>
        </p:nvSpPr>
        <p:spPr>
          <a:xfrm>
            <a:off x="1023924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24 PT</a:t>
            </a:r>
          </a:p>
        </p:txBody>
      </p:sp>
      <p:cxnSp>
        <p:nvCxnSpPr>
          <p:cNvPr id="955" name="Connector 954"/>
          <p:cNvCxnSpPr/>
          <p:nvPr/>
        </p:nvCxnSpPr>
        <p:spPr>
          <a:xfrm>
            <a:off x="1286662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6" name="!!ph7"/>
          <p:cNvSpPr/>
          <p:nvPr/>
        </p:nvSpPr>
        <p:spPr>
          <a:xfrm>
            <a:off x="1199083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7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957" name="!!phhh7"/>
          <p:cNvSpPr txBox="1"/>
          <p:nvPr/>
        </p:nvSpPr>
        <p:spPr>
          <a:xfrm>
            <a:off x="1210056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4.736 HH</a:t>
            </a:r>
          </a:p>
        </p:txBody>
      </p:sp>
      <p:sp>
        <p:nvSpPr>
          <p:cNvPr id="958" name="!!phcc7"/>
          <p:cNvSpPr txBox="1"/>
          <p:nvPr/>
        </p:nvSpPr>
        <p:spPr>
          <a:xfrm>
            <a:off x="1210056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13 PT</a:t>
            </a:r>
          </a:p>
        </p:txBody>
      </p:sp>
      <p:cxnSp>
        <p:nvCxnSpPr>
          <p:cNvPr id="959" name="Connector 958"/>
          <p:cNvCxnSpPr/>
          <p:nvPr/>
        </p:nvCxnSpPr>
        <p:spPr>
          <a:xfrm>
            <a:off x="1472793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0" name="!!ph8"/>
          <p:cNvSpPr/>
          <p:nvPr/>
        </p:nvSpPr>
        <p:spPr>
          <a:xfrm>
            <a:off x="1385214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8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961" name="!!phhh8"/>
          <p:cNvSpPr txBox="1"/>
          <p:nvPr/>
        </p:nvSpPr>
        <p:spPr>
          <a:xfrm>
            <a:off x="1396187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129.879 HH</a:t>
            </a:r>
          </a:p>
        </p:txBody>
      </p:sp>
      <p:sp>
        <p:nvSpPr>
          <p:cNvPr id="962" name="!!phcc8"/>
          <p:cNvSpPr txBox="1"/>
          <p:nvPr/>
        </p:nvSpPr>
        <p:spPr>
          <a:xfrm>
            <a:off x="1396187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5 CC · 26 PT</a:t>
            </a:r>
          </a:p>
        </p:txBody>
      </p:sp>
      <p:cxnSp>
        <p:nvCxnSpPr>
          <p:cNvPr id="963" name="Connector 962"/>
          <p:cNvCxnSpPr/>
          <p:nvPr/>
        </p:nvCxnSpPr>
        <p:spPr>
          <a:xfrm>
            <a:off x="1658924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4" name="!!ph9"/>
          <p:cNvSpPr/>
          <p:nvPr/>
        </p:nvSpPr>
        <p:spPr>
          <a:xfrm>
            <a:off x="1571345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9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Cierre</a:t>
            </a:r>
          </a:p>
        </p:txBody>
      </p:sp>
      <p:sp>
        <p:nvSpPr>
          <p:cNvPr id="965" name="!!phhh9"/>
          <p:cNvSpPr txBox="1"/>
          <p:nvPr/>
        </p:nvSpPr>
        <p:spPr>
          <a:xfrm>
            <a:off x="1582318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320 HH</a:t>
            </a:r>
          </a:p>
        </p:txBody>
      </p:sp>
      <p:sp>
        <p:nvSpPr>
          <p:cNvPr id="966" name="!!phcc9"/>
          <p:cNvSpPr txBox="1"/>
          <p:nvPr/>
        </p:nvSpPr>
        <p:spPr>
          <a:xfrm>
            <a:off x="1582318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2 CC · 4 PT</a:t>
            </a:r>
          </a:p>
        </p:txBody>
      </p:sp>
      <p:sp>
        <p:nvSpPr>
          <p:cNvPr id="967" name="TextBox 966"/>
          <p:cNvSpPr txBox="1"/>
          <p:nvPr/>
        </p:nvSpPr>
        <p:spPr>
          <a:xfrm>
            <a:off x="822960" y="61722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FASE 1 · INICIO · 9 CUENTAS DE CONTROL</a:t>
            </a:r>
          </a:p>
        </p:txBody>
      </p:sp>
      <p:sp>
        <p:nvSpPr>
          <p:cNvPr id="968" name="!!edt_cc_1_1" descr="Cuenta de control 1.1"/>
          <p:cNvSpPr/>
          <p:nvPr/>
        </p:nvSpPr>
        <p:spPr>
          <a:xfrm>
            <a:off x="822960" y="6583680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1.1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Definición inicial</a:t>
            </a:r>
          </a:p>
        </p:txBody>
      </p:sp>
      <p:sp>
        <p:nvSpPr>
          <p:cNvPr id="969" name="!!edt_cc_1_2" descr="Cuenta de control 1.2"/>
          <p:cNvSpPr/>
          <p:nvPr/>
        </p:nvSpPr>
        <p:spPr>
          <a:xfrm>
            <a:off x="3619499" y="6583680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1.2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Alcance</a:t>
            </a:r>
          </a:p>
        </p:txBody>
      </p:sp>
      <p:sp>
        <p:nvSpPr>
          <p:cNvPr id="970" name="!!edt_cc_1_3" descr="Cuenta de control 1.3"/>
          <p:cNvSpPr/>
          <p:nvPr/>
        </p:nvSpPr>
        <p:spPr>
          <a:xfrm>
            <a:off x="6416040" y="6583680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1.3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Planificación</a:t>
            </a:r>
          </a:p>
        </p:txBody>
      </p:sp>
      <p:sp>
        <p:nvSpPr>
          <p:cNvPr id="971" name="!!edt_cc_1_4" descr="Cuenta de control 1.4"/>
          <p:cNvSpPr/>
          <p:nvPr/>
        </p:nvSpPr>
        <p:spPr>
          <a:xfrm>
            <a:off x="9212580" y="6583680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1.4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Interesados y comunicaciones</a:t>
            </a:r>
          </a:p>
        </p:txBody>
      </p:sp>
      <p:sp>
        <p:nvSpPr>
          <p:cNvPr id="972" name="!!edt_cc_1_5" descr="Cuenta de control 1.5"/>
          <p:cNvSpPr/>
          <p:nvPr/>
        </p:nvSpPr>
        <p:spPr>
          <a:xfrm>
            <a:off x="12009120" y="6583680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1.5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Gestión de calidad</a:t>
            </a:r>
          </a:p>
        </p:txBody>
      </p:sp>
      <p:sp>
        <p:nvSpPr>
          <p:cNvPr id="973" name="!!edt_cc_1_6" descr="Cuenta de control 1.6"/>
          <p:cNvSpPr/>
          <p:nvPr/>
        </p:nvSpPr>
        <p:spPr>
          <a:xfrm>
            <a:off x="14805660" y="6583680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1.6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Gestión de riesgos</a:t>
            </a:r>
          </a:p>
        </p:txBody>
      </p:sp>
      <p:sp>
        <p:nvSpPr>
          <p:cNvPr id="974" name="!!edt_cc_1_7" descr="Cuenta de control 1.7"/>
          <p:cNvSpPr/>
          <p:nvPr/>
        </p:nvSpPr>
        <p:spPr>
          <a:xfrm>
            <a:off x="822960" y="7607808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1.7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Plan de reversibilidad</a:t>
            </a:r>
          </a:p>
        </p:txBody>
      </p:sp>
      <p:sp>
        <p:nvSpPr>
          <p:cNvPr id="975" name="!!edt_cc_1_8" descr="Cuenta de control 1.8"/>
          <p:cNvSpPr/>
          <p:nvPr/>
        </p:nvSpPr>
        <p:spPr>
          <a:xfrm>
            <a:off x="3619499" y="7607808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1.8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Gobierno y control</a:t>
            </a:r>
          </a:p>
        </p:txBody>
      </p:sp>
      <p:sp>
        <p:nvSpPr>
          <p:cNvPr id="976" name="!!edt_cc_1_9" descr="Cuenta de control 1.9"/>
          <p:cNvSpPr/>
          <p:nvPr/>
        </p:nvSpPr>
        <p:spPr>
          <a:xfrm>
            <a:off x="6416040" y="7607808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1.9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Cumplimiento normativo</a:t>
            </a:r>
          </a:p>
        </p:txBody>
      </p:sp>
      <p:sp>
        <p:nvSpPr>
          <p:cNvPr id="977" name="!!edt_cc_2_1" descr="Cuenta de control 2.1"/>
          <p:cNvSpPr/>
          <p:nvPr/>
        </p:nvSpPr>
        <p:spPr>
          <a:xfrm>
            <a:off x="279400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78" name="!!edt_cc_2_2" descr="Cuenta de control 2.2"/>
          <p:cNvSpPr/>
          <p:nvPr/>
        </p:nvSpPr>
        <p:spPr>
          <a:xfrm>
            <a:off x="309575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79" name="!!edt_cc_2_3" descr="Cuenta de control 2.3"/>
          <p:cNvSpPr/>
          <p:nvPr/>
        </p:nvSpPr>
        <p:spPr>
          <a:xfrm>
            <a:off x="339750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80" name="!!edt_cc_2_4" descr="Cuenta de control 2.4"/>
          <p:cNvSpPr/>
          <p:nvPr/>
        </p:nvSpPr>
        <p:spPr>
          <a:xfrm>
            <a:off x="369925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81" name="!!edt_cc_2_5" descr="Cuenta de control 2.5"/>
          <p:cNvSpPr/>
          <p:nvPr/>
        </p:nvSpPr>
        <p:spPr>
          <a:xfrm>
            <a:off x="400100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82" name="!!edt_cc_2_6" descr="Cuenta de control 2.6"/>
          <p:cNvSpPr/>
          <p:nvPr/>
        </p:nvSpPr>
        <p:spPr>
          <a:xfrm>
            <a:off x="279400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83" name="!!edt_cc_3_1" descr="Cuenta de control 3.1"/>
          <p:cNvSpPr/>
          <p:nvPr/>
        </p:nvSpPr>
        <p:spPr>
          <a:xfrm>
            <a:off x="465531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84" name="!!edt_cc_3_2" descr="Cuenta de control 3.2"/>
          <p:cNvSpPr/>
          <p:nvPr/>
        </p:nvSpPr>
        <p:spPr>
          <a:xfrm>
            <a:off x="495706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85" name="!!edt_cc_3_3" descr="Cuenta de control 3.3"/>
          <p:cNvSpPr/>
          <p:nvPr/>
        </p:nvSpPr>
        <p:spPr>
          <a:xfrm>
            <a:off x="525881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86" name="!!edt_cc_3_4" descr="Cuenta de control 3.4"/>
          <p:cNvSpPr/>
          <p:nvPr/>
        </p:nvSpPr>
        <p:spPr>
          <a:xfrm>
            <a:off x="556056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87" name="!!edt_cc_3_5" descr="Cuenta de control 3.5"/>
          <p:cNvSpPr/>
          <p:nvPr/>
        </p:nvSpPr>
        <p:spPr>
          <a:xfrm>
            <a:off x="586232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88" name="!!edt_cc_3_6" descr="Cuenta de control 3.6"/>
          <p:cNvSpPr/>
          <p:nvPr/>
        </p:nvSpPr>
        <p:spPr>
          <a:xfrm>
            <a:off x="4655312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89" name="!!edt_cc_3_7" descr="Cuenta de control 3.7"/>
          <p:cNvSpPr/>
          <p:nvPr/>
        </p:nvSpPr>
        <p:spPr>
          <a:xfrm>
            <a:off x="4957064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90" name="!!edt_cc_3_8" descr="Cuenta de control 3.8"/>
          <p:cNvSpPr/>
          <p:nvPr/>
        </p:nvSpPr>
        <p:spPr>
          <a:xfrm>
            <a:off x="5258816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91" name="!!edt_cc_3_9" descr="Cuenta de control 3.9"/>
          <p:cNvSpPr/>
          <p:nvPr/>
        </p:nvSpPr>
        <p:spPr>
          <a:xfrm>
            <a:off x="5560568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92" name="!!edt_cc_3_10" descr="Cuenta de control 3.10"/>
          <p:cNvSpPr/>
          <p:nvPr/>
        </p:nvSpPr>
        <p:spPr>
          <a:xfrm>
            <a:off x="586232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93" name="!!edt_cc_3_11" descr="Cuenta de control 3.11"/>
          <p:cNvSpPr/>
          <p:nvPr/>
        </p:nvSpPr>
        <p:spPr>
          <a:xfrm>
            <a:off x="4655312" y="5449824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94" name="!!edt_cc_4_1" descr="Cuenta de control 4.1"/>
          <p:cNvSpPr/>
          <p:nvPr/>
        </p:nvSpPr>
        <p:spPr>
          <a:xfrm>
            <a:off x="651662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95" name="!!edt_cc_4_2" descr="Cuenta de control 4.2"/>
          <p:cNvSpPr/>
          <p:nvPr/>
        </p:nvSpPr>
        <p:spPr>
          <a:xfrm>
            <a:off x="681837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96" name="!!edt_cc_4_3" descr="Cuenta de control 4.3"/>
          <p:cNvSpPr/>
          <p:nvPr/>
        </p:nvSpPr>
        <p:spPr>
          <a:xfrm>
            <a:off x="712012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97" name="!!edt_cc_5_1" descr="Cuenta de control 5.1"/>
          <p:cNvSpPr/>
          <p:nvPr/>
        </p:nvSpPr>
        <p:spPr>
          <a:xfrm>
            <a:off x="837793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98" name="!!edt_cc_5_2" descr="Cuenta de control 5.2"/>
          <p:cNvSpPr/>
          <p:nvPr/>
        </p:nvSpPr>
        <p:spPr>
          <a:xfrm>
            <a:off x="8679688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99" name="!!edt_cc_5_3" descr="Cuenta de control 5.3"/>
          <p:cNvSpPr/>
          <p:nvPr/>
        </p:nvSpPr>
        <p:spPr>
          <a:xfrm>
            <a:off x="898144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00" name="!!edt_cc_5_4" descr="Cuenta de control 5.4"/>
          <p:cNvSpPr/>
          <p:nvPr/>
        </p:nvSpPr>
        <p:spPr>
          <a:xfrm>
            <a:off x="928319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01" name="!!edt_cc_6_1" descr="Cuenta de control 6.1"/>
          <p:cNvSpPr/>
          <p:nvPr/>
        </p:nvSpPr>
        <p:spPr>
          <a:xfrm>
            <a:off x="10239248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02" name="!!edt_cc_6_2" descr="Cuenta de control 6.2"/>
          <p:cNvSpPr/>
          <p:nvPr/>
        </p:nvSpPr>
        <p:spPr>
          <a:xfrm>
            <a:off x="1054100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03" name="!!edt_cc_6_3" descr="Cuenta de control 6.3"/>
          <p:cNvSpPr/>
          <p:nvPr/>
        </p:nvSpPr>
        <p:spPr>
          <a:xfrm>
            <a:off x="1084275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04" name="!!edt_cc_6_4" descr="Cuenta de control 6.4"/>
          <p:cNvSpPr/>
          <p:nvPr/>
        </p:nvSpPr>
        <p:spPr>
          <a:xfrm>
            <a:off x="1114450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05" name="!!edt_cc_6_5" descr="Cuenta de control 6.5"/>
          <p:cNvSpPr/>
          <p:nvPr/>
        </p:nvSpPr>
        <p:spPr>
          <a:xfrm>
            <a:off x="1144625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06" name="!!edt_cc_6_6" descr="Cuenta de control 6.6"/>
          <p:cNvSpPr/>
          <p:nvPr/>
        </p:nvSpPr>
        <p:spPr>
          <a:xfrm>
            <a:off x="10239248" y="5148072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07" name="!!edt_cc_7_1" descr="Cuenta de control 7.1"/>
          <p:cNvSpPr/>
          <p:nvPr/>
        </p:nvSpPr>
        <p:spPr>
          <a:xfrm>
            <a:off x="1210056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08" name="!!edt_cc_7_2" descr="Cuenta de control 7.2"/>
          <p:cNvSpPr/>
          <p:nvPr/>
        </p:nvSpPr>
        <p:spPr>
          <a:xfrm>
            <a:off x="1240231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09" name="!!edt_cc_7_3" descr="Cuenta de control 7.3"/>
          <p:cNvSpPr/>
          <p:nvPr/>
        </p:nvSpPr>
        <p:spPr>
          <a:xfrm>
            <a:off x="1270406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10" name="!!edt_cc_8_1" descr="Cuenta de control 8.1"/>
          <p:cNvSpPr/>
          <p:nvPr/>
        </p:nvSpPr>
        <p:spPr>
          <a:xfrm>
            <a:off x="13961872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11" name="!!edt_cc_8_2" descr="Cuenta de control 8.2"/>
          <p:cNvSpPr/>
          <p:nvPr/>
        </p:nvSpPr>
        <p:spPr>
          <a:xfrm>
            <a:off x="14263624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12" name="!!edt_cc_8_3" descr="Cuenta de control 8.3"/>
          <p:cNvSpPr/>
          <p:nvPr/>
        </p:nvSpPr>
        <p:spPr>
          <a:xfrm>
            <a:off x="14565376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13" name="!!edt_cc_8_4" descr="Cuenta de control 8.4"/>
          <p:cNvSpPr/>
          <p:nvPr/>
        </p:nvSpPr>
        <p:spPr>
          <a:xfrm>
            <a:off x="14867128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14" name="!!edt_cc_8_5" descr="Cuenta de control 8.5"/>
          <p:cNvSpPr/>
          <p:nvPr/>
        </p:nvSpPr>
        <p:spPr>
          <a:xfrm>
            <a:off x="15168880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15" name="!!edt_cc_9_1" descr="Cuenta de control 9.1"/>
          <p:cNvSpPr/>
          <p:nvPr/>
        </p:nvSpPr>
        <p:spPr>
          <a:xfrm>
            <a:off x="1582318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16" name="!!edt_cc_9_2" descr="Cuenta de control 9.2"/>
          <p:cNvSpPr/>
          <p:nvPr/>
        </p:nvSpPr>
        <p:spPr>
          <a:xfrm>
            <a:off x="1612493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934" name="!!deco_1438196a_2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935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000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24</a:t>
            </a:r>
          </a:p>
        </p:txBody>
      </p:sp>
      <p:sp>
        <p:nvSpPr>
          <p:cNvPr id="1001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EDT: así se organiza el trabajo</a:t>
            </a:r>
          </a:p>
        </p:txBody>
      </p:sp>
      <p:sp>
        <p:nvSpPr>
          <p:cNvPr id="1002" name="!!edt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>
                <a:solidFill>
                  <a:srgbClr val="FFFFFF"/>
                </a:solidFill>
                <a:latin typeface="Inter SemiBold"/>
              </a:rPr>
              <a:t>Proyecto LafroX · 222 paquetes de trabajo</a:t>
            </a:r>
          </a:p>
        </p:txBody>
      </p:sp>
      <p:cxnSp>
        <p:nvCxnSpPr>
          <p:cNvPr id="1003" name="Connector 1002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4" name="Connector 1003"/>
          <p:cNvCxnSpPr/>
          <p:nvPr/>
        </p:nvCxnSpPr>
        <p:spPr>
          <a:xfrm>
            <a:off x="1698752" y="2788920"/>
            <a:ext cx="14890496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5" name="Connector 1004"/>
          <p:cNvCxnSpPr/>
          <p:nvPr/>
        </p:nvCxnSpPr>
        <p:spPr>
          <a:xfrm>
            <a:off x="169875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6" name="!!ph1"/>
          <p:cNvSpPr/>
          <p:nvPr/>
        </p:nvSpPr>
        <p:spPr>
          <a:xfrm>
            <a:off x="82296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1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Inicio</a:t>
            </a:r>
          </a:p>
        </p:txBody>
      </p:sp>
      <p:sp>
        <p:nvSpPr>
          <p:cNvPr id="1007" name="!!phhh1"/>
          <p:cNvSpPr txBox="1"/>
          <p:nvPr/>
        </p:nvSpPr>
        <p:spPr>
          <a:xfrm>
            <a:off x="93268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6.920 HH</a:t>
            </a:r>
          </a:p>
        </p:txBody>
      </p:sp>
      <p:sp>
        <p:nvSpPr>
          <p:cNvPr id="1008" name="!!phcc1"/>
          <p:cNvSpPr txBox="1"/>
          <p:nvPr/>
        </p:nvSpPr>
        <p:spPr>
          <a:xfrm>
            <a:off x="93268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9 CC · 35 PT</a:t>
            </a:r>
          </a:p>
        </p:txBody>
      </p:sp>
      <p:cxnSp>
        <p:nvCxnSpPr>
          <p:cNvPr id="1009" name="Connector 1008"/>
          <p:cNvCxnSpPr/>
          <p:nvPr/>
        </p:nvCxnSpPr>
        <p:spPr>
          <a:xfrm>
            <a:off x="3560064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0" name="!!ph2"/>
          <p:cNvSpPr/>
          <p:nvPr/>
        </p:nvSpPr>
        <p:spPr>
          <a:xfrm>
            <a:off x="2684272" y="3017520"/>
            <a:ext cx="175158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Fase 2</a:t>
            </a:r>
          </a:p>
          <a:p>
            <a:pPr algn="l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Elaboración</a:t>
            </a:r>
          </a:p>
        </p:txBody>
      </p:sp>
      <p:sp>
        <p:nvSpPr>
          <p:cNvPr id="1011" name="!!phhh2"/>
          <p:cNvSpPr txBox="1"/>
          <p:nvPr/>
        </p:nvSpPr>
        <p:spPr>
          <a:xfrm>
            <a:off x="2794000" y="42336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4.320 HH</a:t>
            </a:r>
          </a:p>
        </p:txBody>
      </p:sp>
      <p:sp>
        <p:nvSpPr>
          <p:cNvPr id="1012" name="!!phcc2"/>
          <p:cNvSpPr txBox="1"/>
          <p:nvPr/>
        </p:nvSpPr>
        <p:spPr>
          <a:xfrm>
            <a:off x="2794000" y="45262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FFFFFF"/>
                </a:solidFill>
                <a:latin typeface="Inter"/>
              </a:rPr>
              <a:t>6 CC · 18 PT</a:t>
            </a:r>
          </a:p>
        </p:txBody>
      </p:sp>
      <p:cxnSp>
        <p:nvCxnSpPr>
          <p:cNvPr id="1013" name="Connector 1012"/>
          <p:cNvCxnSpPr/>
          <p:nvPr/>
        </p:nvCxnSpPr>
        <p:spPr>
          <a:xfrm>
            <a:off x="542137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4" name="!!ph3"/>
          <p:cNvSpPr/>
          <p:nvPr/>
        </p:nvSpPr>
        <p:spPr>
          <a:xfrm>
            <a:off x="454558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3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Construcción</a:t>
            </a:r>
          </a:p>
        </p:txBody>
      </p:sp>
      <p:sp>
        <p:nvSpPr>
          <p:cNvPr id="1015" name="!!phhh3"/>
          <p:cNvSpPr txBox="1"/>
          <p:nvPr/>
        </p:nvSpPr>
        <p:spPr>
          <a:xfrm>
            <a:off x="465531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33.280 HH</a:t>
            </a:r>
          </a:p>
        </p:txBody>
      </p:sp>
      <p:sp>
        <p:nvSpPr>
          <p:cNvPr id="1016" name="!!phcc3"/>
          <p:cNvSpPr txBox="1"/>
          <p:nvPr/>
        </p:nvSpPr>
        <p:spPr>
          <a:xfrm>
            <a:off x="465531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11 CC · 79 PT</a:t>
            </a:r>
          </a:p>
        </p:txBody>
      </p:sp>
      <p:cxnSp>
        <p:nvCxnSpPr>
          <p:cNvPr id="1017" name="Connector 1016"/>
          <p:cNvCxnSpPr/>
          <p:nvPr/>
        </p:nvCxnSpPr>
        <p:spPr>
          <a:xfrm>
            <a:off x="728268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8" name="!!ph4"/>
          <p:cNvSpPr/>
          <p:nvPr/>
        </p:nvSpPr>
        <p:spPr>
          <a:xfrm>
            <a:off x="640689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4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Transición</a:t>
            </a:r>
          </a:p>
        </p:txBody>
      </p:sp>
      <p:sp>
        <p:nvSpPr>
          <p:cNvPr id="1019" name="!!phhh4"/>
          <p:cNvSpPr txBox="1"/>
          <p:nvPr/>
        </p:nvSpPr>
        <p:spPr>
          <a:xfrm>
            <a:off x="651662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20.672 HH</a:t>
            </a:r>
          </a:p>
        </p:txBody>
      </p:sp>
      <p:sp>
        <p:nvSpPr>
          <p:cNvPr id="1020" name="!!phcc4"/>
          <p:cNvSpPr txBox="1"/>
          <p:nvPr/>
        </p:nvSpPr>
        <p:spPr>
          <a:xfrm>
            <a:off x="651662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10 PT</a:t>
            </a:r>
          </a:p>
        </p:txBody>
      </p:sp>
      <p:cxnSp>
        <p:nvCxnSpPr>
          <p:cNvPr id="1021" name="Connector 1020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2" name="!!ph5"/>
          <p:cNvSpPr/>
          <p:nvPr/>
        </p:nvSpPr>
        <p:spPr>
          <a:xfrm>
            <a:off x="8268208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5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Adquisiciones</a:t>
            </a:r>
          </a:p>
        </p:txBody>
      </p:sp>
      <p:sp>
        <p:nvSpPr>
          <p:cNvPr id="1023" name="!!phhh5"/>
          <p:cNvSpPr txBox="1"/>
          <p:nvPr/>
        </p:nvSpPr>
        <p:spPr>
          <a:xfrm>
            <a:off x="8377936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1.040 HH</a:t>
            </a:r>
          </a:p>
        </p:txBody>
      </p:sp>
      <p:sp>
        <p:nvSpPr>
          <p:cNvPr id="1024" name="!!phcc5"/>
          <p:cNvSpPr txBox="1"/>
          <p:nvPr/>
        </p:nvSpPr>
        <p:spPr>
          <a:xfrm>
            <a:off x="8377936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4 CC · 13 PT</a:t>
            </a:r>
          </a:p>
        </p:txBody>
      </p:sp>
      <p:cxnSp>
        <p:nvCxnSpPr>
          <p:cNvPr id="1025" name="Connector 1024"/>
          <p:cNvCxnSpPr/>
          <p:nvPr/>
        </p:nvCxnSpPr>
        <p:spPr>
          <a:xfrm>
            <a:off x="1100531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6" name="!!ph6"/>
          <p:cNvSpPr/>
          <p:nvPr/>
        </p:nvSpPr>
        <p:spPr>
          <a:xfrm>
            <a:off x="1012952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6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Infraestructura</a:t>
            </a:r>
          </a:p>
        </p:txBody>
      </p:sp>
      <p:sp>
        <p:nvSpPr>
          <p:cNvPr id="1027" name="!!phhh6"/>
          <p:cNvSpPr txBox="1"/>
          <p:nvPr/>
        </p:nvSpPr>
        <p:spPr>
          <a:xfrm>
            <a:off x="1023924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3.840 HH</a:t>
            </a:r>
          </a:p>
        </p:txBody>
      </p:sp>
      <p:sp>
        <p:nvSpPr>
          <p:cNvPr id="1028" name="!!phcc6"/>
          <p:cNvSpPr txBox="1"/>
          <p:nvPr/>
        </p:nvSpPr>
        <p:spPr>
          <a:xfrm>
            <a:off x="1023924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24 PT</a:t>
            </a:r>
          </a:p>
        </p:txBody>
      </p:sp>
      <p:cxnSp>
        <p:nvCxnSpPr>
          <p:cNvPr id="1029" name="Connector 1028"/>
          <p:cNvCxnSpPr/>
          <p:nvPr/>
        </p:nvCxnSpPr>
        <p:spPr>
          <a:xfrm>
            <a:off x="1286662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0" name="!!ph7"/>
          <p:cNvSpPr/>
          <p:nvPr/>
        </p:nvSpPr>
        <p:spPr>
          <a:xfrm>
            <a:off x="1199083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7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1031" name="!!phhh7"/>
          <p:cNvSpPr txBox="1"/>
          <p:nvPr/>
        </p:nvSpPr>
        <p:spPr>
          <a:xfrm>
            <a:off x="1210056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4.736 HH</a:t>
            </a:r>
          </a:p>
        </p:txBody>
      </p:sp>
      <p:sp>
        <p:nvSpPr>
          <p:cNvPr id="1032" name="!!phcc7"/>
          <p:cNvSpPr txBox="1"/>
          <p:nvPr/>
        </p:nvSpPr>
        <p:spPr>
          <a:xfrm>
            <a:off x="1210056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13 PT</a:t>
            </a:r>
          </a:p>
        </p:txBody>
      </p:sp>
      <p:cxnSp>
        <p:nvCxnSpPr>
          <p:cNvPr id="1033" name="Connector 1032"/>
          <p:cNvCxnSpPr/>
          <p:nvPr/>
        </p:nvCxnSpPr>
        <p:spPr>
          <a:xfrm>
            <a:off x="1472793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4" name="!!ph8"/>
          <p:cNvSpPr/>
          <p:nvPr/>
        </p:nvSpPr>
        <p:spPr>
          <a:xfrm>
            <a:off x="1385214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8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1035" name="!!phhh8"/>
          <p:cNvSpPr txBox="1"/>
          <p:nvPr/>
        </p:nvSpPr>
        <p:spPr>
          <a:xfrm>
            <a:off x="1396187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129.879 HH</a:t>
            </a:r>
          </a:p>
        </p:txBody>
      </p:sp>
      <p:sp>
        <p:nvSpPr>
          <p:cNvPr id="1036" name="!!phcc8"/>
          <p:cNvSpPr txBox="1"/>
          <p:nvPr/>
        </p:nvSpPr>
        <p:spPr>
          <a:xfrm>
            <a:off x="1396187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5 CC · 26 PT</a:t>
            </a:r>
          </a:p>
        </p:txBody>
      </p:sp>
      <p:cxnSp>
        <p:nvCxnSpPr>
          <p:cNvPr id="1037" name="Connector 1036"/>
          <p:cNvCxnSpPr/>
          <p:nvPr/>
        </p:nvCxnSpPr>
        <p:spPr>
          <a:xfrm>
            <a:off x="1658924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8" name="!!ph9"/>
          <p:cNvSpPr/>
          <p:nvPr/>
        </p:nvSpPr>
        <p:spPr>
          <a:xfrm>
            <a:off x="1571345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9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Cierre</a:t>
            </a:r>
          </a:p>
        </p:txBody>
      </p:sp>
      <p:sp>
        <p:nvSpPr>
          <p:cNvPr id="1039" name="!!phhh9"/>
          <p:cNvSpPr txBox="1"/>
          <p:nvPr/>
        </p:nvSpPr>
        <p:spPr>
          <a:xfrm>
            <a:off x="1582318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320 HH</a:t>
            </a:r>
          </a:p>
        </p:txBody>
      </p:sp>
      <p:sp>
        <p:nvSpPr>
          <p:cNvPr id="1040" name="!!phcc9"/>
          <p:cNvSpPr txBox="1"/>
          <p:nvPr/>
        </p:nvSpPr>
        <p:spPr>
          <a:xfrm>
            <a:off x="1582318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2 CC · 4 PT</a:t>
            </a:r>
          </a:p>
        </p:txBody>
      </p:sp>
      <p:sp>
        <p:nvSpPr>
          <p:cNvPr id="1041" name="TextBox 1040"/>
          <p:cNvSpPr txBox="1"/>
          <p:nvPr/>
        </p:nvSpPr>
        <p:spPr>
          <a:xfrm>
            <a:off x="822960" y="61722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FASE 2 · ELABORACIÓN · 6 CUENTAS DE CONTROL</a:t>
            </a:r>
          </a:p>
        </p:txBody>
      </p:sp>
      <p:sp>
        <p:nvSpPr>
          <p:cNvPr id="1042" name="!!edt_cc_2_1" descr="Cuenta de control 2.1"/>
          <p:cNvSpPr/>
          <p:nvPr/>
        </p:nvSpPr>
        <p:spPr>
          <a:xfrm>
            <a:off x="822960" y="65836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2.1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Arquitectura</a:t>
            </a:r>
          </a:p>
        </p:txBody>
      </p:sp>
      <p:sp>
        <p:nvSpPr>
          <p:cNvPr id="1043" name="!!edt_cc_2_2" descr="Cuenta de control 2.2"/>
          <p:cNvSpPr/>
          <p:nvPr/>
        </p:nvSpPr>
        <p:spPr>
          <a:xfrm>
            <a:off x="4178807" y="65836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2.2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Seguridad</a:t>
            </a:r>
          </a:p>
        </p:txBody>
      </p:sp>
      <p:sp>
        <p:nvSpPr>
          <p:cNvPr id="1044" name="!!edt_cc_2_3" descr="Cuenta de control 2.3"/>
          <p:cNvSpPr/>
          <p:nvPr/>
        </p:nvSpPr>
        <p:spPr>
          <a:xfrm>
            <a:off x="7534655" y="65836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2.3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Sala técnica y racks</a:t>
            </a:r>
          </a:p>
        </p:txBody>
      </p:sp>
      <p:sp>
        <p:nvSpPr>
          <p:cNvPr id="1045" name="!!edt_cc_2_4" descr="Cuenta de control 2.4"/>
          <p:cNvSpPr/>
          <p:nvPr/>
        </p:nvSpPr>
        <p:spPr>
          <a:xfrm>
            <a:off x="10890503" y="65836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2.4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Validación de diseños</a:t>
            </a:r>
          </a:p>
        </p:txBody>
      </p:sp>
      <p:sp>
        <p:nvSpPr>
          <p:cNvPr id="1046" name="!!edt_cc_2_5" descr="Cuenta de control 2.5"/>
          <p:cNvSpPr/>
          <p:nvPr/>
        </p:nvSpPr>
        <p:spPr>
          <a:xfrm>
            <a:off x="14246351" y="65836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2.5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Continuidad del negocio</a:t>
            </a:r>
          </a:p>
        </p:txBody>
      </p:sp>
      <p:sp>
        <p:nvSpPr>
          <p:cNvPr id="1047" name="!!edt_cc_2_6" descr="Cuenta de control 2.6"/>
          <p:cNvSpPr/>
          <p:nvPr/>
        </p:nvSpPr>
        <p:spPr>
          <a:xfrm>
            <a:off x="822960" y="7607808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2.6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Experiencia de usuario</a:t>
            </a:r>
          </a:p>
        </p:txBody>
      </p:sp>
      <p:sp>
        <p:nvSpPr>
          <p:cNvPr id="1048" name="!!edt_cc_1_1" descr="Cuenta de control 1.1"/>
          <p:cNvSpPr/>
          <p:nvPr/>
        </p:nvSpPr>
        <p:spPr>
          <a:xfrm>
            <a:off x="93268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49" name="!!edt_cc_1_2" descr="Cuenta de control 1.2"/>
          <p:cNvSpPr/>
          <p:nvPr/>
        </p:nvSpPr>
        <p:spPr>
          <a:xfrm>
            <a:off x="123444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50" name="!!edt_cc_1_3" descr="Cuenta de control 1.3"/>
          <p:cNvSpPr/>
          <p:nvPr/>
        </p:nvSpPr>
        <p:spPr>
          <a:xfrm>
            <a:off x="153619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51" name="!!edt_cc_1_4" descr="Cuenta de control 1.4"/>
          <p:cNvSpPr/>
          <p:nvPr/>
        </p:nvSpPr>
        <p:spPr>
          <a:xfrm>
            <a:off x="1837943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52" name="!!edt_cc_1_5" descr="Cuenta de control 1.5"/>
          <p:cNvSpPr/>
          <p:nvPr/>
        </p:nvSpPr>
        <p:spPr>
          <a:xfrm>
            <a:off x="213969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53" name="!!edt_cc_1_6" descr="Cuenta de control 1.6"/>
          <p:cNvSpPr/>
          <p:nvPr/>
        </p:nvSpPr>
        <p:spPr>
          <a:xfrm>
            <a:off x="932688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54" name="!!edt_cc_1_7" descr="Cuenta de control 1.7"/>
          <p:cNvSpPr/>
          <p:nvPr/>
        </p:nvSpPr>
        <p:spPr>
          <a:xfrm>
            <a:off x="123444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55" name="!!edt_cc_1_8" descr="Cuenta de control 1.8"/>
          <p:cNvSpPr/>
          <p:nvPr/>
        </p:nvSpPr>
        <p:spPr>
          <a:xfrm>
            <a:off x="1536192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56" name="!!edt_cc_1_9" descr="Cuenta de control 1.9"/>
          <p:cNvSpPr/>
          <p:nvPr/>
        </p:nvSpPr>
        <p:spPr>
          <a:xfrm>
            <a:off x="1837943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57" name="!!edt_cc_3_1" descr="Cuenta de control 3.1"/>
          <p:cNvSpPr/>
          <p:nvPr/>
        </p:nvSpPr>
        <p:spPr>
          <a:xfrm>
            <a:off x="465531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58" name="!!edt_cc_3_2" descr="Cuenta de control 3.2"/>
          <p:cNvSpPr/>
          <p:nvPr/>
        </p:nvSpPr>
        <p:spPr>
          <a:xfrm>
            <a:off x="495706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59" name="!!edt_cc_3_3" descr="Cuenta de control 3.3"/>
          <p:cNvSpPr/>
          <p:nvPr/>
        </p:nvSpPr>
        <p:spPr>
          <a:xfrm>
            <a:off x="525881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60" name="!!edt_cc_3_4" descr="Cuenta de control 3.4"/>
          <p:cNvSpPr/>
          <p:nvPr/>
        </p:nvSpPr>
        <p:spPr>
          <a:xfrm>
            <a:off x="556056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61" name="!!edt_cc_3_5" descr="Cuenta de control 3.5"/>
          <p:cNvSpPr/>
          <p:nvPr/>
        </p:nvSpPr>
        <p:spPr>
          <a:xfrm>
            <a:off x="586232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62" name="!!edt_cc_3_6" descr="Cuenta de control 3.6"/>
          <p:cNvSpPr/>
          <p:nvPr/>
        </p:nvSpPr>
        <p:spPr>
          <a:xfrm>
            <a:off x="4655312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63" name="!!edt_cc_3_7" descr="Cuenta de control 3.7"/>
          <p:cNvSpPr/>
          <p:nvPr/>
        </p:nvSpPr>
        <p:spPr>
          <a:xfrm>
            <a:off x="4957064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64" name="!!edt_cc_3_8" descr="Cuenta de control 3.8"/>
          <p:cNvSpPr/>
          <p:nvPr/>
        </p:nvSpPr>
        <p:spPr>
          <a:xfrm>
            <a:off x="5258816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65" name="!!edt_cc_3_9" descr="Cuenta de control 3.9"/>
          <p:cNvSpPr/>
          <p:nvPr/>
        </p:nvSpPr>
        <p:spPr>
          <a:xfrm>
            <a:off x="5560568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66" name="!!edt_cc_3_10" descr="Cuenta de control 3.10"/>
          <p:cNvSpPr/>
          <p:nvPr/>
        </p:nvSpPr>
        <p:spPr>
          <a:xfrm>
            <a:off x="586232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67" name="!!edt_cc_3_11" descr="Cuenta de control 3.11"/>
          <p:cNvSpPr/>
          <p:nvPr/>
        </p:nvSpPr>
        <p:spPr>
          <a:xfrm>
            <a:off x="4655312" y="5449824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68" name="!!edt_cc_4_1" descr="Cuenta de control 4.1"/>
          <p:cNvSpPr/>
          <p:nvPr/>
        </p:nvSpPr>
        <p:spPr>
          <a:xfrm>
            <a:off x="651662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69" name="!!edt_cc_4_2" descr="Cuenta de control 4.2"/>
          <p:cNvSpPr/>
          <p:nvPr/>
        </p:nvSpPr>
        <p:spPr>
          <a:xfrm>
            <a:off x="681837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70" name="!!edt_cc_4_3" descr="Cuenta de control 4.3"/>
          <p:cNvSpPr/>
          <p:nvPr/>
        </p:nvSpPr>
        <p:spPr>
          <a:xfrm>
            <a:off x="712012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71" name="!!edt_cc_5_1" descr="Cuenta de control 5.1"/>
          <p:cNvSpPr/>
          <p:nvPr/>
        </p:nvSpPr>
        <p:spPr>
          <a:xfrm>
            <a:off x="837793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72" name="!!edt_cc_5_2" descr="Cuenta de control 5.2"/>
          <p:cNvSpPr/>
          <p:nvPr/>
        </p:nvSpPr>
        <p:spPr>
          <a:xfrm>
            <a:off x="8679688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73" name="!!edt_cc_5_3" descr="Cuenta de control 5.3"/>
          <p:cNvSpPr/>
          <p:nvPr/>
        </p:nvSpPr>
        <p:spPr>
          <a:xfrm>
            <a:off x="898144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74" name="!!edt_cc_5_4" descr="Cuenta de control 5.4"/>
          <p:cNvSpPr/>
          <p:nvPr/>
        </p:nvSpPr>
        <p:spPr>
          <a:xfrm>
            <a:off x="928319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75" name="!!edt_cc_6_1" descr="Cuenta de control 6.1"/>
          <p:cNvSpPr/>
          <p:nvPr/>
        </p:nvSpPr>
        <p:spPr>
          <a:xfrm>
            <a:off x="10239248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76" name="!!edt_cc_6_2" descr="Cuenta de control 6.2"/>
          <p:cNvSpPr/>
          <p:nvPr/>
        </p:nvSpPr>
        <p:spPr>
          <a:xfrm>
            <a:off x="1054100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77" name="!!edt_cc_6_3" descr="Cuenta de control 6.3"/>
          <p:cNvSpPr/>
          <p:nvPr/>
        </p:nvSpPr>
        <p:spPr>
          <a:xfrm>
            <a:off x="1084275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78" name="!!edt_cc_6_4" descr="Cuenta de control 6.4"/>
          <p:cNvSpPr/>
          <p:nvPr/>
        </p:nvSpPr>
        <p:spPr>
          <a:xfrm>
            <a:off x="1114450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79" name="!!edt_cc_6_5" descr="Cuenta de control 6.5"/>
          <p:cNvSpPr/>
          <p:nvPr/>
        </p:nvSpPr>
        <p:spPr>
          <a:xfrm>
            <a:off x="1144625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80" name="!!edt_cc_6_6" descr="Cuenta de control 6.6"/>
          <p:cNvSpPr/>
          <p:nvPr/>
        </p:nvSpPr>
        <p:spPr>
          <a:xfrm>
            <a:off x="10239248" y="5148072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81" name="!!edt_cc_7_1" descr="Cuenta de control 7.1"/>
          <p:cNvSpPr/>
          <p:nvPr/>
        </p:nvSpPr>
        <p:spPr>
          <a:xfrm>
            <a:off x="1210056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82" name="!!edt_cc_7_2" descr="Cuenta de control 7.2"/>
          <p:cNvSpPr/>
          <p:nvPr/>
        </p:nvSpPr>
        <p:spPr>
          <a:xfrm>
            <a:off x="1240231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83" name="!!edt_cc_7_3" descr="Cuenta de control 7.3"/>
          <p:cNvSpPr/>
          <p:nvPr/>
        </p:nvSpPr>
        <p:spPr>
          <a:xfrm>
            <a:off x="1270406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84" name="!!edt_cc_8_1" descr="Cuenta de control 8.1"/>
          <p:cNvSpPr/>
          <p:nvPr/>
        </p:nvSpPr>
        <p:spPr>
          <a:xfrm>
            <a:off x="13961872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85" name="!!edt_cc_8_2" descr="Cuenta de control 8.2"/>
          <p:cNvSpPr/>
          <p:nvPr/>
        </p:nvSpPr>
        <p:spPr>
          <a:xfrm>
            <a:off x="14263624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86" name="!!edt_cc_8_3" descr="Cuenta de control 8.3"/>
          <p:cNvSpPr/>
          <p:nvPr/>
        </p:nvSpPr>
        <p:spPr>
          <a:xfrm>
            <a:off x="14565376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87" name="!!edt_cc_8_4" descr="Cuenta de control 8.4"/>
          <p:cNvSpPr/>
          <p:nvPr/>
        </p:nvSpPr>
        <p:spPr>
          <a:xfrm>
            <a:off x="14867128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88" name="!!edt_cc_8_5" descr="Cuenta de control 8.5"/>
          <p:cNvSpPr/>
          <p:nvPr/>
        </p:nvSpPr>
        <p:spPr>
          <a:xfrm>
            <a:off x="15168880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89" name="!!edt_cc_9_1" descr="Cuenta de control 9.1"/>
          <p:cNvSpPr/>
          <p:nvPr/>
        </p:nvSpPr>
        <p:spPr>
          <a:xfrm>
            <a:off x="1582318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90" name="!!edt_cc_9_2" descr="Cuenta de control 9.2"/>
          <p:cNvSpPr/>
          <p:nvPr/>
        </p:nvSpPr>
        <p:spPr>
          <a:xfrm>
            <a:off x="1612493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008" name="!!deco_1438196a_2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009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079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25</a:t>
            </a:r>
          </a:p>
        </p:txBody>
      </p:sp>
      <p:sp>
        <p:nvSpPr>
          <p:cNvPr id="1080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EDT: así se organiza el trabajo</a:t>
            </a:r>
          </a:p>
        </p:txBody>
      </p:sp>
      <p:sp>
        <p:nvSpPr>
          <p:cNvPr id="1081" name="!!edt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>
                <a:solidFill>
                  <a:srgbClr val="FFFFFF"/>
                </a:solidFill>
                <a:latin typeface="Inter SemiBold"/>
              </a:rPr>
              <a:t>Proyecto LafroX · 222 paquetes de trabajo</a:t>
            </a:r>
          </a:p>
        </p:txBody>
      </p:sp>
      <p:cxnSp>
        <p:nvCxnSpPr>
          <p:cNvPr id="1082" name="Connector 1081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3" name="Connector 1082"/>
          <p:cNvCxnSpPr/>
          <p:nvPr/>
        </p:nvCxnSpPr>
        <p:spPr>
          <a:xfrm>
            <a:off x="1698752" y="2788920"/>
            <a:ext cx="14890496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4" name="Connector 1083"/>
          <p:cNvCxnSpPr/>
          <p:nvPr/>
        </p:nvCxnSpPr>
        <p:spPr>
          <a:xfrm>
            <a:off x="169875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5" name="!!ph1"/>
          <p:cNvSpPr/>
          <p:nvPr/>
        </p:nvSpPr>
        <p:spPr>
          <a:xfrm>
            <a:off x="82296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1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Inicio</a:t>
            </a:r>
          </a:p>
        </p:txBody>
      </p:sp>
      <p:sp>
        <p:nvSpPr>
          <p:cNvPr id="1086" name="!!phhh1"/>
          <p:cNvSpPr txBox="1"/>
          <p:nvPr/>
        </p:nvSpPr>
        <p:spPr>
          <a:xfrm>
            <a:off x="93268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6.920 HH</a:t>
            </a:r>
          </a:p>
        </p:txBody>
      </p:sp>
      <p:sp>
        <p:nvSpPr>
          <p:cNvPr id="1087" name="!!phcc1"/>
          <p:cNvSpPr txBox="1"/>
          <p:nvPr/>
        </p:nvSpPr>
        <p:spPr>
          <a:xfrm>
            <a:off x="93268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9 CC · 35 PT</a:t>
            </a:r>
          </a:p>
        </p:txBody>
      </p:sp>
      <p:cxnSp>
        <p:nvCxnSpPr>
          <p:cNvPr id="1088" name="Connector 1087"/>
          <p:cNvCxnSpPr/>
          <p:nvPr/>
        </p:nvCxnSpPr>
        <p:spPr>
          <a:xfrm>
            <a:off x="356006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9" name="!!ph2"/>
          <p:cNvSpPr/>
          <p:nvPr/>
        </p:nvSpPr>
        <p:spPr>
          <a:xfrm>
            <a:off x="268427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2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Elaboración</a:t>
            </a:r>
          </a:p>
        </p:txBody>
      </p:sp>
      <p:sp>
        <p:nvSpPr>
          <p:cNvPr id="1090" name="!!phhh2"/>
          <p:cNvSpPr txBox="1"/>
          <p:nvPr/>
        </p:nvSpPr>
        <p:spPr>
          <a:xfrm>
            <a:off x="279400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4.320 HH</a:t>
            </a:r>
          </a:p>
        </p:txBody>
      </p:sp>
      <p:sp>
        <p:nvSpPr>
          <p:cNvPr id="1091" name="!!phcc2"/>
          <p:cNvSpPr txBox="1"/>
          <p:nvPr/>
        </p:nvSpPr>
        <p:spPr>
          <a:xfrm>
            <a:off x="279400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18 PT</a:t>
            </a:r>
          </a:p>
        </p:txBody>
      </p:sp>
      <p:cxnSp>
        <p:nvCxnSpPr>
          <p:cNvPr id="1092" name="Connector 1091"/>
          <p:cNvCxnSpPr/>
          <p:nvPr/>
        </p:nvCxnSpPr>
        <p:spPr>
          <a:xfrm>
            <a:off x="5421376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3" name="!!ph3"/>
          <p:cNvSpPr/>
          <p:nvPr/>
        </p:nvSpPr>
        <p:spPr>
          <a:xfrm>
            <a:off x="4545584" y="3017520"/>
            <a:ext cx="175158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Fase 3</a:t>
            </a:r>
          </a:p>
          <a:p>
            <a:pPr algn="l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Construcción</a:t>
            </a:r>
          </a:p>
        </p:txBody>
      </p:sp>
      <p:sp>
        <p:nvSpPr>
          <p:cNvPr id="1094" name="!!phhh3"/>
          <p:cNvSpPr txBox="1"/>
          <p:nvPr/>
        </p:nvSpPr>
        <p:spPr>
          <a:xfrm>
            <a:off x="4655312" y="42336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33.280 HH</a:t>
            </a:r>
          </a:p>
        </p:txBody>
      </p:sp>
      <p:sp>
        <p:nvSpPr>
          <p:cNvPr id="1095" name="!!phcc3"/>
          <p:cNvSpPr txBox="1"/>
          <p:nvPr/>
        </p:nvSpPr>
        <p:spPr>
          <a:xfrm>
            <a:off x="4655312" y="45262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FFFFFF"/>
                </a:solidFill>
                <a:latin typeface="Inter"/>
              </a:rPr>
              <a:t>11 CC · 79 PT</a:t>
            </a:r>
          </a:p>
        </p:txBody>
      </p:sp>
      <p:cxnSp>
        <p:nvCxnSpPr>
          <p:cNvPr id="1096" name="Connector 1095"/>
          <p:cNvCxnSpPr/>
          <p:nvPr/>
        </p:nvCxnSpPr>
        <p:spPr>
          <a:xfrm>
            <a:off x="728268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7" name="!!ph4"/>
          <p:cNvSpPr/>
          <p:nvPr/>
        </p:nvSpPr>
        <p:spPr>
          <a:xfrm>
            <a:off x="640689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4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Transición</a:t>
            </a:r>
          </a:p>
        </p:txBody>
      </p:sp>
      <p:sp>
        <p:nvSpPr>
          <p:cNvPr id="1098" name="!!phhh4"/>
          <p:cNvSpPr txBox="1"/>
          <p:nvPr/>
        </p:nvSpPr>
        <p:spPr>
          <a:xfrm>
            <a:off x="651662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20.672 HH</a:t>
            </a:r>
          </a:p>
        </p:txBody>
      </p:sp>
      <p:sp>
        <p:nvSpPr>
          <p:cNvPr id="1099" name="!!phcc4"/>
          <p:cNvSpPr txBox="1"/>
          <p:nvPr/>
        </p:nvSpPr>
        <p:spPr>
          <a:xfrm>
            <a:off x="651662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10 PT</a:t>
            </a:r>
          </a:p>
        </p:txBody>
      </p:sp>
      <p:cxnSp>
        <p:nvCxnSpPr>
          <p:cNvPr id="1100" name="Connector 1099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1" name="!!ph5"/>
          <p:cNvSpPr/>
          <p:nvPr/>
        </p:nvSpPr>
        <p:spPr>
          <a:xfrm>
            <a:off x="8268208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5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Adquisiciones</a:t>
            </a:r>
          </a:p>
        </p:txBody>
      </p:sp>
      <p:sp>
        <p:nvSpPr>
          <p:cNvPr id="1102" name="!!phhh5"/>
          <p:cNvSpPr txBox="1"/>
          <p:nvPr/>
        </p:nvSpPr>
        <p:spPr>
          <a:xfrm>
            <a:off x="8377936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1.040 HH</a:t>
            </a:r>
          </a:p>
        </p:txBody>
      </p:sp>
      <p:sp>
        <p:nvSpPr>
          <p:cNvPr id="1103" name="!!phcc5"/>
          <p:cNvSpPr txBox="1"/>
          <p:nvPr/>
        </p:nvSpPr>
        <p:spPr>
          <a:xfrm>
            <a:off x="8377936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4 CC · 13 PT</a:t>
            </a:r>
          </a:p>
        </p:txBody>
      </p:sp>
      <p:cxnSp>
        <p:nvCxnSpPr>
          <p:cNvPr id="1104" name="Connector 1103"/>
          <p:cNvCxnSpPr/>
          <p:nvPr/>
        </p:nvCxnSpPr>
        <p:spPr>
          <a:xfrm>
            <a:off x="1100531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5" name="!!ph6"/>
          <p:cNvSpPr/>
          <p:nvPr/>
        </p:nvSpPr>
        <p:spPr>
          <a:xfrm>
            <a:off x="1012952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6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Infraestructura</a:t>
            </a:r>
          </a:p>
        </p:txBody>
      </p:sp>
      <p:sp>
        <p:nvSpPr>
          <p:cNvPr id="1106" name="!!phhh6"/>
          <p:cNvSpPr txBox="1"/>
          <p:nvPr/>
        </p:nvSpPr>
        <p:spPr>
          <a:xfrm>
            <a:off x="1023924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3.840 HH</a:t>
            </a:r>
          </a:p>
        </p:txBody>
      </p:sp>
      <p:sp>
        <p:nvSpPr>
          <p:cNvPr id="1107" name="!!phcc6"/>
          <p:cNvSpPr txBox="1"/>
          <p:nvPr/>
        </p:nvSpPr>
        <p:spPr>
          <a:xfrm>
            <a:off x="1023924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24 PT</a:t>
            </a:r>
          </a:p>
        </p:txBody>
      </p:sp>
      <p:cxnSp>
        <p:nvCxnSpPr>
          <p:cNvPr id="1108" name="Connector 1107"/>
          <p:cNvCxnSpPr/>
          <p:nvPr/>
        </p:nvCxnSpPr>
        <p:spPr>
          <a:xfrm>
            <a:off x="1286662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9" name="!!ph7"/>
          <p:cNvSpPr/>
          <p:nvPr/>
        </p:nvSpPr>
        <p:spPr>
          <a:xfrm>
            <a:off x="1199083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7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1110" name="!!phhh7"/>
          <p:cNvSpPr txBox="1"/>
          <p:nvPr/>
        </p:nvSpPr>
        <p:spPr>
          <a:xfrm>
            <a:off x="1210056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4.736 HH</a:t>
            </a:r>
          </a:p>
        </p:txBody>
      </p:sp>
      <p:sp>
        <p:nvSpPr>
          <p:cNvPr id="1111" name="!!phcc7"/>
          <p:cNvSpPr txBox="1"/>
          <p:nvPr/>
        </p:nvSpPr>
        <p:spPr>
          <a:xfrm>
            <a:off x="1210056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13 PT</a:t>
            </a:r>
          </a:p>
        </p:txBody>
      </p:sp>
      <p:cxnSp>
        <p:nvCxnSpPr>
          <p:cNvPr id="1112" name="Connector 1111"/>
          <p:cNvCxnSpPr/>
          <p:nvPr/>
        </p:nvCxnSpPr>
        <p:spPr>
          <a:xfrm>
            <a:off x="1472793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3" name="!!ph8"/>
          <p:cNvSpPr/>
          <p:nvPr/>
        </p:nvSpPr>
        <p:spPr>
          <a:xfrm>
            <a:off x="1385214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8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1114" name="!!phhh8"/>
          <p:cNvSpPr txBox="1"/>
          <p:nvPr/>
        </p:nvSpPr>
        <p:spPr>
          <a:xfrm>
            <a:off x="1396187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129.879 HH</a:t>
            </a:r>
          </a:p>
        </p:txBody>
      </p:sp>
      <p:sp>
        <p:nvSpPr>
          <p:cNvPr id="1115" name="!!phcc8"/>
          <p:cNvSpPr txBox="1"/>
          <p:nvPr/>
        </p:nvSpPr>
        <p:spPr>
          <a:xfrm>
            <a:off x="1396187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5 CC · 26 PT</a:t>
            </a:r>
          </a:p>
        </p:txBody>
      </p:sp>
      <p:cxnSp>
        <p:nvCxnSpPr>
          <p:cNvPr id="1116" name="Connector 1115"/>
          <p:cNvCxnSpPr/>
          <p:nvPr/>
        </p:nvCxnSpPr>
        <p:spPr>
          <a:xfrm>
            <a:off x="1658924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7" name="!!ph9"/>
          <p:cNvSpPr/>
          <p:nvPr/>
        </p:nvSpPr>
        <p:spPr>
          <a:xfrm>
            <a:off x="1571345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9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Cierre</a:t>
            </a:r>
          </a:p>
        </p:txBody>
      </p:sp>
      <p:sp>
        <p:nvSpPr>
          <p:cNvPr id="1118" name="!!phhh9"/>
          <p:cNvSpPr txBox="1"/>
          <p:nvPr/>
        </p:nvSpPr>
        <p:spPr>
          <a:xfrm>
            <a:off x="1582318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320 HH</a:t>
            </a:r>
          </a:p>
        </p:txBody>
      </p:sp>
      <p:sp>
        <p:nvSpPr>
          <p:cNvPr id="1119" name="!!phcc9"/>
          <p:cNvSpPr txBox="1"/>
          <p:nvPr/>
        </p:nvSpPr>
        <p:spPr>
          <a:xfrm>
            <a:off x="1582318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2 CC · 4 PT</a:t>
            </a:r>
          </a:p>
        </p:txBody>
      </p:sp>
      <p:sp>
        <p:nvSpPr>
          <p:cNvPr id="1120" name="TextBox 1119"/>
          <p:cNvSpPr txBox="1"/>
          <p:nvPr/>
        </p:nvSpPr>
        <p:spPr>
          <a:xfrm>
            <a:off x="822960" y="61722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FASE 3 · CONSTRUCCIÓN · 11 CUENTAS DE CONTROL</a:t>
            </a:r>
          </a:p>
        </p:txBody>
      </p:sp>
      <p:sp>
        <p:nvSpPr>
          <p:cNvPr id="1121" name="!!edt_cc_3_1" descr="Cuenta de control 3.1"/>
          <p:cNvSpPr/>
          <p:nvPr/>
        </p:nvSpPr>
        <p:spPr>
          <a:xfrm>
            <a:off x="822960" y="6583680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3.1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Ambientes y CI/CD</a:t>
            </a:r>
          </a:p>
        </p:txBody>
      </p:sp>
      <p:sp>
        <p:nvSpPr>
          <p:cNvPr id="1122" name="!!edt_cc_3_2" descr="Cuenta de control 3.2"/>
          <p:cNvSpPr/>
          <p:nvPr/>
        </p:nvSpPr>
        <p:spPr>
          <a:xfrm>
            <a:off x="3619499" y="6583680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3.2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Servicios de nube</a:t>
            </a:r>
          </a:p>
        </p:txBody>
      </p:sp>
      <p:sp>
        <p:nvSpPr>
          <p:cNvPr id="1123" name="!!edt_cc_3_3" descr="Cuenta de control 3.3"/>
          <p:cNvSpPr/>
          <p:nvPr/>
        </p:nvSpPr>
        <p:spPr>
          <a:xfrm>
            <a:off x="6416040" y="6583680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3.3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Base compartida</a:t>
            </a:r>
          </a:p>
        </p:txBody>
      </p:sp>
      <p:sp>
        <p:nvSpPr>
          <p:cNvPr id="1124" name="!!edt_cc_3_4" descr="Cuenta de control 3.4"/>
          <p:cNvSpPr/>
          <p:nvPr/>
        </p:nvSpPr>
        <p:spPr>
          <a:xfrm>
            <a:off x="9212580" y="6583680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3.4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Módulos Etapa 1</a:t>
            </a:r>
          </a:p>
        </p:txBody>
      </p:sp>
      <p:sp>
        <p:nvSpPr>
          <p:cNvPr id="1125" name="!!edt_cc_3_5" descr="Cuenta de control 3.5"/>
          <p:cNvSpPr/>
          <p:nvPr/>
        </p:nvSpPr>
        <p:spPr>
          <a:xfrm>
            <a:off x="12009120" y="6583680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3.5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Módulos Etapa 2</a:t>
            </a:r>
          </a:p>
        </p:txBody>
      </p:sp>
      <p:sp>
        <p:nvSpPr>
          <p:cNvPr id="1126" name="!!edt_cc_3_6" descr="Cuenta de control 3.6"/>
          <p:cNvSpPr/>
          <p:nvPr/>
        </p:nvSpPr>
        <p:spPr>
          <a:xfrm>
            <a:off x="14805660" y="6583680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3.6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Integraciones</a:t>
            </a:r>
          </a:p>
        </p:txBody>
      </p:sp>
      <p:sp>
        <p:nvSpPr>
          <p:cNvPr id="1127" name="!!edt_cc_3_7" descr="Cuenta de control 3.7"/>
          <p:cNvSpPr/>
          <p:nvPr/>
        </p:nvSpPr>
        <p:spPr>
          <a:xfrm>
            <a:off x="822960" y="7607808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3.7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Migración de datos</a:t>
            </a:r>
          </a:p>
        </p:txBody>
      </p:sp>
      <p:sp>
        <p:nvSpPr>
          <p:cNvPr id="1128" name="!!edt_cc_3_8" descr="Cuenta de control 3.8"/>
          <p:cNvSpPr/>
          <p:nvPr/>
        </p:nvSpPr>
        <p:spPr>
          <a:xfrm>
            <a:off x="3619499" y="7607808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3.8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Pruebas Etapa 1</a:t>
            </a:r>
          </a:p>
        </p:txBody>
      </p:sp>
      <p:sp>
        <p:nvSpPr>
          <p:cNvPr id="1129" name="!!edt_cc_3_9" descr="Cuenta de control 3.9"/>
          <p:cNvSpPr/>
          <p:nvPr/>
        </p:nvSpPr>
        <p:spPr>
          <a:xfrm>
            <a:off x="6416040" y="7607808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3.9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Pruebas Etapa 2</a:t>
            </a:r>
          </a:p>
        </p:txBody>
      </p:sp>
      <p:sp>
        <p:nvSpPr>
          <p:cNvPr id="1130" name="!!edt_cc_3_10" descr="Cuenta de control 3.10"/>
          <p:cNvSpPr/>
          <p:nvPr/>
        </p:nvSpPr>
        <p:spPr>
          <a:xfrm>
            <a:off x="9212580" y="7607808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3.10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Innovaciones</a:t>
            </a:r>
          </a:p>
        </p:txBody>
      </p:sp>
      <p:sp>
        <p:nvSpPr>
          <p:cNvPr id="1131" name="!!edt_cc_3_11" descr="Cuenta de control 3.11"/>
          <p:cNvSpPr/>
          <p:nvPr/>
        </p:nvSpPr>
        <p:spPr>
          <a:xfrm>
            <a:off x="12009120" y="7607808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3.11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Documentación</a:t>
            </a:r>
          </a:p>
        </p:txBody>
      </p:sp>
      <p:sp>
        <p:nvSpPr>
          <p:cNvPr id="1132" name="!!edt_cc_1_1" descr="Cuenta de control 1.1"/>
          <p:cNvSpPr/>
          <p:nvPr/>
        </p:nvSpPr>
        <p:spPr>
          <a:xfrm>
            <a:off x="93268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33" name="!!edt_cc_1_2" descr="Cuenta de control 1.2"/>
          <p:cNvSpPr/>
          <p:nvPr/>
        </p:nvSpPr>
        <p:spPr>
          <a:xfrm>
            <a:off x="123444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34" name="!!edt_cc_1_3" descr="Cuenta de control 1.3"/>
          <p:cNvSpPr/>
          <p:nvPr/>
        </p:nvSpPr>
        <p:spPr>
          <a:xfrm>
            <a:off x="153619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35" name="!!edt_cc_1_4" descr="Cuenta de control 1.4"/>
          <p:cNvSpPr/>
          <p:nvPr/>
        </p:nvSpPr>
        <p:spPr>
          <a:xfrm>
            <a:off x="1837943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36" name="!!edt_cc_1_5" descr="Cuenta de control 1.5"/>
          <p:cNvSpPr/>
          <p:nvPr/>
        </p:nvSpPr>
        <p:spPr>
          <a:xfrm>
            <a:off x="213969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37" name="!!edt_cc_1_6" descr="Cuenta de control 1.6"/>
          <p:cNvSpPr/>
          <p:nvPr/>
        </p:nvSpPr>
        <p:spPr>
          <a:xfrm>
            <a:off x="932688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38" name="!!edt_cc_1_7" descr="Cuenta de control 1.7"/>
          <p:cNvSpPr/>
          <p:nvPr/>
        </p:nvSpPr>
        <p:spPr>
          <a:xfrm>
            <a:off x="123444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39" name="!!edt_cc_1_8" descr="Cuenta de control 1.8"/>
          <p:cNvSpPr/>
          <p:nvPr/>
        </p:nvSpPr>
        <p:spPr>
          <a:xfrm>
            <a:off x="1536192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40" name="!!edt_cc_1_9" descr="Cuenta de control 1.9"/>
          <p:cNvSpPr/>
          <p:nvPr/>
        </p:nvSpPr>
        <p:spPr>
          <a:xfrm>
            <a:off x="1837943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41" name="!!edt_cc_2_1" descr="Cuenta de control 2.1"/>
          <p:cNvSpPr/>
          <p:nvPr/>
        </p:nvSpPr>
        <p:spPr>
          <a:xfrm>
            <a:off x="279400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42" name="!!edt_cc_2_2" descr="Cuenta de control 2.2"/>
          <p:cNvSpPr/>
          <p:nvPr/>
        </p:nvSpPr>
        <p:spPr>
          <a:xfrm>
            <a:off x="309575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43" name="!!edt_cc_2_3" descr="Cuenta de control 2.3"/>
          <p:cNvSpPr/>
          <p:nvPr/>
        </p:nvSpPr>
        <p:spPr>
          <a:xfrm>
            <a:off x="339750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44" name="!!edt_cc_2_4" descr="Cuenta de control 2.4"/>
          <p:cNvSpPr/>
          <p:nvPr/>
        </p:nvSpPr>
        <p:spPr>
          <a:xfrm>
            <a:off x="369925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45" name="!!edt_cc_2_5" descr="Cuenta de control 2.5"/>
          <p:cNvSpPr/>
          <p:nvPr/>
        </p:nvSpPr>
        <p:spPr>
          <a:xfrm>
            <a:off x="400100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46" name="!!edt_cc_2_6" descr="Cuenta de control 2.6"/>
          <p:cNvSpPr/>
          <p:nvPr/>
        </p:nvSpPr>
        <p:spPr>
          <a:xfrm>
            <a:off x="279400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47" name="!!edt_cc_4_1" descr="Cuenta de control 4.1"/>
          <p:cNvSpPr/>
          <p:nvPr/>
        </p:nvSpPr>
        <p:spPr>
          <a:xfrm>
            <a:off x="651662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48" name="!!edt_cc_4_2" descr="Cuenta de control 4.2"/>
          <p:cNvSpPr/>
          <p:nvPr/>
        </p:nvSpPr>
        <p:spPr>
          <a:xfrm>
            <a:off x="681837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49" name="!!edt_cc_4_3" descr="Cuenta de control 4.3"/>
          <p:cNvSpPr/>
          <p:nvPr/>
        </p:nvSpPr>
        <p:spPr>
          <a:xfrm>
            <a:off x="712012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50" name="!!edt_cc_5_1" descr="Cuenta de control 5.1"/>
          <p:cNvSpPr/>
          <p:nvPr/>
        </p:nvSpPr>
        <p:spPr>
          <a:xfrm>
            <a:off x="837793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51" name="!!edt_cc_5_2" descr="Cuenta de control 5.2"/>
          <p:cNvSpPr/>
          <p:nvPr/>
        </p:nvSpPr>
        <p:spPr>
          <a:xfrm>
            <a:off x="8679688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52" name="!!edt_cc_5_3" descr="Cuenta de control 5.3"/>
          <p:cNvSpPr/>
          <p:nvPr/>
        </p:nvSpPr>
        <p:spPr>
          <a:xfrm>
            <a:off x="898144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53" name="!!edt_cc_5_4" descr="Cuenta de control 5.4"/>
          <p:cNvSpPr/>
          <p:nvPr/>
        </p:nvSpPr>
        <p:spPr>
          <a:xfrm>
            <a:off x="928319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54" name="!!edt_cc_6_1" descr="Cuenta de control 6.1"/>
          <p:cNvSpPr/>
          <p:nvPr/>
        </p:nvSpPr>
        <p:spPr>
          <a:xfrm>
            <a:off x="10239248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55" name="!!edt_cc_6_2" descr="Cuenta de control 6.2"/>
          <p:cNvSpPr/>
          <p:nvPr/>
        </p:nvSpPr>
        <p:spPr>
          <a:xfrm>
            <a:off x="1054100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56" name="!!edt_cc_6_3" descr="Cuenta de control 6.3"/>
          <p:cNvSpPr/>
          <p:nvPr/>
        </p:nvSpPr>
        <p:spPr>
          <a:xfrm>
            <a:off x="1084275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57" name="!!edt_cc_6_4" descr="Cuenta de control 6.4"/>
          <p:cNvSpPr/>
          <p:nvPr/>
        </p:nvSpPr>
        <p:spPr>
          <a:xfrm>
            <a:off x="1114450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58" name="!!edt_cc_6_5" descr="Cuenta de control 6.5"/>
          <p:cNvSpPr/>
          <p:nvPr/>
        </p:nvSpPr>
        <p:spPr>
          <a:xfrm>
            <a:off x="1144625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59" name="!!edt_cc_6_6" descr="Cuenta de control 6.6"/>
          <p:cNvSpPr/>
          <p:nvPr/>
        </p:nvSpPr>
        <p:spPr>
          <a:xfrm>
            <a:off x="10239248" y="5148072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60" name="!!edt_cc_7_1" descr="Cuenta de control 7.1"/>
          <p:cNvSpPr/>
          <p:nvPr/>
        </p:nvSpPr>
        <p:spPr>
          <a:xfrm>
            <a:off x="1210056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61" name="!!edt_cc_7_2" descr="Cuenta de control 7.2"/>
          <p:cNvSpPr/>
          <p:nvPr/>
        </p:nvSpPr>
        <p:spPr>
          <a:xfrm>
            <a:off x="1240231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62" name="!!edt_cc_7_3" descr="Cuenta de control 7.3"/>
          <p:cNvSpPr/>
          <p:nvPr/>
        </p:nvSpPr>
        <p:spPr>
          <a:xfrm>
            <a:off x="1270406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63" name="!!edt_cc_8_1" descr="Cuenta de control 8.1"/>
          <p:cNvSpPr/>
          <p:nvPr/>
        </p:nvSpPr>
        <p:spPr>
          <a:xfrm>
            <a:off x="13961872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64" name="!!edt_cc_8_2" descr="Cuenta de control 8.2"/>
          <p:cNvSpPr/>
          <p:nvPr/>
        </p:nvSpPr>
        <p:spPr>
          <a:xfrm>
            <a:off x="14263624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65" name="!!edt_cc_8_3" descr="Cuenta de control 8.3"/>
          <p:cNvSpPr/>
          <p:nvPr/>
        </p:nvSpPr>
        <p:spPr>
          <a:xfrm>
            <a:off x="14565376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66" name="!!edt_cc_8_4" descr="Cuenta de control 8.4"/>
          <p:cNvSpPr/>
          <p:nvPr/>
        </p:nvSpPr>
        <p:spPr>
          <a:xfrm>
            <a:off x="14867128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67" name="!!edt_cc_8_5" descr="Cuenta de control 8.5"/>
          <p:cNvSpPr/>
          <p:nvPr/>
        </p:nvSpPr>
        <p:spPr>
          <a:xfrm>
            <a:off x="15168880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68" name="!!edt_cc_9_1" descr="Cuenta de control 9.1"/>
          <p:cNvSpPr/>
          <p:nvPr/>
        </p:nvSpPr>
        <p:spPr>
          <a:xfrm>
            <a:off x="1582318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69" name="!!edt_cc_9_2" descr="Cuenta de control 9.2"/>
          <p:cNvSpPr/>
          <p:nvPr/>
        </p:nvSpPr>
        <p:spPr>
          <a:xfrm>
            <a:off x="1612493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087" name="!!deco_1438196a_2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088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150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26</a:t>
            </a:r>
          </a:p>
        </p:txBody>
      </p:sp>
      <p:sp>
        <p:nvSpPr>
          <p:cNvPr id="1151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EDT: así se organiza el trabajo</a:t>
            </a:r>
          </a:p>
        </p:txBody>
      </p:sp>
      <p:sp>
        <p:nvSpPr>
          <p:cNvPr id="1152" name="!!edt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>
                <a:solidFill>
                  <a:srgbClr val="FFFFFF"/>
                </a:solidFill>
                <a:latin typeface="Inter SemiBold"/>
              </a:rPr>
              <a:t>Proyecto LafroX · 222 paquetes de trabajo</a:t>
            </a:r>
          </a:p>
        </p:txBody>
      </p:sp>
      <p:cxnSp>
        <p:nvCxnSpPr>
          <p:cNvPr id="1153" name="Connector 1152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4" name="Connector 1153"/>
          <p:cNvCxnSpPr/>
          <p:nvPr/>
        </p:nvCxnSpPr>
        <p:spPr>
          <a:xfrm>
            <a:off x="1698752" y="2788920"/>
            <a:ext cx="14890496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5" name="Connector 1154"/>
          <p:cNvCxnSpPr/>
          <p:nvPr/>
        </p:nvCxnSpPr>
        <p:spPr>
          <a:xfrm>
            <a:off x="169875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6" name="!!ph1"/>
          <p:cNvSpPr/>
          <p:nvPr/>
        </p:nvSpPr>
        <p:spPr>
          <a:xfrm>
            <a:off x="82296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1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Inicio</a:t>
            </a:r>
          </a:p>
        </p:txBody>
      </p:sp>
      <p:sp>
        <p:nvSpPr>
          <p:cNvPr id="1157" name="!!phhh1"/>
          <p:cNvSpPr txBox="1"/>
          <p:nvPr/>
        </p:nvSpPr>
        <p:spPr>
          <a:xfrm>
            <a:off x="93268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6.920 HH</a:t>
            </a:r>
          </a:p>
        </p:txBody>
      </p:sp>
      <p:sp>
        <p:nvSpPr>
          <p:cNvPr id="1158" name="!!phcc1"/>
          <p:cNvSpPr txBox="1"/>
          <p:nvPr/>
        </p:nvSpPr>
        <p:spPr>
          <a:xfrm>
            <a:off x="93268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9 CC · 35 PT</a:t>
            </a:r>
          </a:p>
        </p:txBody>
      </p:sp>
      <p:cxnSp>
        <p:nvCxnSpPr>
          <p:cNvPr id="1159" name="Connector 1158"/>
          <p:cNvCxnSpPr/>
          <p:nvPr/>
        </p:nvCxnSpPr>
        <p:spPr>
          <a:xfrm>
            <a:off x="356006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0" name="!!ph2"/>
          <p:cNvSpPr/>
          <p:nvPr/>
        </p:nvSpPr>
        <p:spPr>
          <a:xfrm>
            <a:off x="268427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2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Elaboración</a:t>
            </a:r>
          </a:p>
        </p:txBody>
      </p:sp>
      <p:sp>
        <p:nvSpPr>
          <p:cNvPr id="1161" name="!!phhh2"/>
          <p:cNvSpPr txBox="1"/>
          <p:nvPr/>
        </p:nvSpPr>
        <p:spPr>
          <a:xfrm>
            <a:off x="279400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4.320 HH</a:t>
            </a:r>
          </a:p>
        </p:txBody>
      </p:sp>
      <p:sp>
        <p:nvSpPr>
          <p:cNvPr id="1162" name="!!phcc2"/>
          <p:cNvSpPr txBox="1"/>
          <p:nvPr/>
        </p:nvSpPr>
        <p:spPr>
          <a:xfrm>
            <a:off x="279400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18 PT</a:t>
            </a:r>
          </a:p>
        </p:txBody>
      </p:sp>
      <p:cxnSp>
        <p:nvCxnSpPr>
          <p:cNvPr id="1163" name="Connector 1162"/>
          <p:cNvCxnSpPr/>
          <p:nvPr/>
        </p:nvCxnSpPr>
        <p:spPr>
          <a:xfrm>
            <a:off x="542137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4" name="!!ph3"/>
          <p:cNvSpPr/>
          <p:nvPr/>
        </p:nvSpPr>
        <p:spPr>
          <a:xfrm>
            <a:off x="454558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3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Construcción</a:t>
            </a:r>
          </a:p>
        </p:txBody>
      </p:sp>
      <p:sp>
        <p:nvSpPr>
          <p:cNvPr id="1165" name="!!phhh3"/>
          <p:cNvSpPr txBox="1"/>
          <p:nvPr/>
        </p:nvSpPr>
        <p:spPr>
          <a:xfrm>
            <a:off x="465531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33.280 HH</a:t>
            </a:r>
          </a:p>
        </p:txBody>
      </p:sp>
      <p:sp>
        <p:nvSpPr>
          <p:cNvPr id="1166" name="!!phcc3"/>
          <p:cNvSpPr txBox="1"/>
          <p:nvPr/>
        </p:nvSpPr>
        <p:spPr>
          <a:xfrm>
            <a:off x="465531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11 CC · 79 PT</a:t>
            </a:r>
          </a:p>
        </p:txBody>
      </p:sp>
      <p:cxnSp>
        <p:nvCxnSpPr>
          <p:cNvPr id="1167" name="Connector 1166"/>
          <p:cNvCxnSpPr/>
          <p:nvPr/>
        </p:nvCxnSpPr>
        <p:spPr>
          <a:xfrm>
            <a:off x="7282688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8" name="!!ph4"/>
          <p:cNvSpPr/>
          <p:nvPr/>
        </p:nvSpPr>
        <p:spPr>
          <a:xfrm>
            <a:off x="6406896" y="3017520"/>
            <a:ext cx="175158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Fase 4</a:t>
            </a:r>
          </a:p>
          <a:p>
            <a:pPr algn="l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Transición</a:t>
            </a:r>
          </a:p>
        </p:txBody>
      </p:sp>
      <p:sp>
        <p:nvSpPr>
          <p:cNvPr id="1169" name="!!phhh4"/>
          <p:cNvSpPr txBox="1"/>
          <p:nvPr/>
        </p:nvSpPr>
        <p:spPr>
          <a:xfrm>
            <a:off x="6516624" y="42336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20.672 HH</a:t>
            </a:r>
          </a:p>
        </p:txBody>
      </p:sp>
      <p:sp>
        <p:nvSpPr>
          <p:cNvPr id="1170" name="!!phcc4"/>
          <p:cNvSpPr txBox="1"/>
          <p:nvPr/>
        </p:nvSpPr>
        <p:spPr>
          <a:xfrm>
            <a:off x="6516624" y="45262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FFFFFF"/>
                </a:solidFill>
                <a:latin typeface="Inter"/>
              </a:rPr>
              <a:t>3 CC · 10 PT</a:t>
            </a:r>
          </a:p>
        </p:txBody>
      </p:sp>
      <p:cxnSp>
        <p:nvCxnSpPr>
          <p:cNvPr id="1171" name="Connector 1170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2" name="!!ph5"/>
          <p:cNvSpPr/>
          <p:nvPr/>
        </p:nvSpPr>
        <p:spPr>
          <a:xfrm>
            <a:off x="8268208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5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Adquisiciones</a:t>
            </a:r>
          </a:p>
        </p:txBody>
      </p:sp>
      <p:sp>
        <p:nvSpPr>
          <p:cNvPr id="1173" name="!!phhh5"/>
          <p:cNvSpPr txBox="1"/>
          <p:nvPr/>
        </p:nvSpPr>
        <p:spPr>
          <a:xfrm>
            <a:off x="8377936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1.040 HH</a:t>
            </a:r>
          </a:p>
        </p:txBody>
      </p:sp>
      <p:sp>
        <p:nvSpPr>
          <p:cNvPr id="1174" name="!!phcc5"/>
          <p:cNvSpPr txBox="1"/>
          <p:nvPr/>
        </p:nvSpPr>
        <p:spPr>
          <a:xfrm>
            <a:off x="8377936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4 CC · 13 PT</a:t>
            </a:r>
          </a:p>
        </p:txBody>
      </p:sp>
      <p:cxnSp>
        <p:nvCxnSpPr>
          <p:cNvPr id="1175" name="Connector 1174"/>
          <p:cNvCxnSpPr/>
          <p:nvPr/>
        </p:nvCxnSpPr>
        <p:spPr>
          <a:xfrm>
            <a:off x="1100531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6" name="!!ph6"/>
          <p:cNvSpPr/>
          <p:nvPr/>
        </p:nvSpPr>
        <p:spPr>
          <a:xfrm>
            <a:off x="1012952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6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Infraestructura</a:t>
            </a:r>
          </a:p>
        </p:txBody>
      </p:sp>
      <p:sp>
        <p:nvSpPr>
          <p:cNvPr id="1177" name="!!phhh6"/>
          <p:cNvSpPr txBox="1"/>
          <p:nvPr/>
        </p:nvSpPr>
        <p:spPr>
          <a:xfrm>
            <a:off x="1023924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3.840 HH</a:t>
            </a:r>
          </a:p>
        </p:txBody>
      </p:sp>
      <p:sp>
        <p:nvSpPr>
          <p:cNvPr id="1178" name="!!phcc6"/>
          <p:cNvSpPr txBox="1"/>
          <p:nvPr/>
        </p:nvSpPr>
        <p:spPr>
          <a:xfrm>
            <a:off x="1023924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24 PT</a:t>
            </a:r>
          </a:p>
        </p:txBody>
      </p:sp>
      <p:cxnSp>
        <p:nvCxnSpPr>
          <p:cNvPr id="1179" name="Connector 1178"/>
          <p:cNvCxnSpPr/>
          <p:nvPr/>
        </p:nvCxnSpPr>
        <p:spPr>
          <a:xfrm>
            <a:off x="1286662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0" name="!!ph7"/>
          <p:cNvSpPr/>
          <p:nvPr/>
        </p:nvSpPr>
        <p:spPr>
          <a:xfrm>
            <a:off x="1199083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7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1181" name="!!phhh7"/>
          <p:cNvSpPr txBox="1"/>
          <p:nvPr/>
        </p:nvSpPr>
        <p:spPr>
          <a:xfrm>
            <a:off x="1210056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4.736 HH</a:t>
            </a:r>
          </a:p>
        </p:txBody>
      </p:sp>
      <p:sp>
        <p:nvSpPr>
          <p:cNvPr id="1182" name="!!phcc7"/>
          <p:cNvSpPr txBox="1"/>
          <p:nvPr/>
        </p:nvSpPr>
        <p:spPr>
          <a:xfrm>
            <a:off x="1210056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13 PT</a:t>
            </a:r>
          </a:p>
        </p:txBody>
      </p:sp>
      <p:cxnSp>
        <p:nvCxnSpPr>
          <p:cNvPr id="1183" name="Connector 1182"/>
          <p:cNvCxnSpPr/>
          <p:nvPr/>
        </p:nvCxnSpPr>
        <p:spPr>
          <a:xfrm>
            <a:off x="1472793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4" name="!!ph8"/>
          <p:cNvSpPr/>
          <p:nvPr/>
        </p:nvSpPr>
        <p:spPr>
          <a:xfrm>
            <a:off x="1385214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8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1185" name="!!phhh8"/>
          <p:cNvSpPr txBox="1"/>
          <p:nvPr/>
        </p:nvSpPr>
        <p:spPr>
          <a:xfrm>
            <a:off x="1396187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129.879 HH</a:t>
            </a:r>
          </a:p>
        </p:txBody>
      </p:sp>
      <p:sp>
        <p:nvSpPr>
          <p:cNvPr id="1186" name="!!phcc8"/>
          <p:cNvSpPr txBox="1"/>
          <p:nvPr/>
        </p:nvSpPr>
        <p:spPr>
          <a:xfrm>
            <a:off x="1396187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5 CC · 26 PT</a:t>
            </a:r>
          </a:p>
        </p:txBody>
      </p:sp>
      <p:cxnSp>
        <p:nvCxnSpPr>
          <p:cNvPr id="1187" name="Connector 1186"/>
          <p:cNvCxnSpPr/>
          <p:nvPr/>
        </p:nvCxnSpPr>
        <p:spPr>
          <a:xfrm>
            <a:off x="1658924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8" name="!!ph9"/>
          <p:cNvSpPr/>
          <p:nvPr/>
        </p:nvSpPr>
        <p:spPr>
          <a:xfrm>
            <a:off x="1571345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9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Cierre</a:t>
            </a:r>
          </a:p>
        </p:txBody>
      </p:sp>
      <p:sp>
        <p:nvSpPr>
          <p:cNvPr id="1189" name="!!phhh9"/>
          <p:cNvSpPr txBox="1"/>
          <p:nvPr/>
        </p:nvSpPr>
        <p:spPr>
          <a:xfrm>
            <a:off x="1582318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320 HH</a:t>
            </a:r>
          </a:p>
        </p:txBody>
      </p:sp>
      <p:sp>
        <p:nvSpPr>
          <p:cNvPr id="1190" name="!!phcc9"/>
          <p:cNvSpPr txBox="1"/>
          <p:nvPr/>
        </p:nvSpPr>
        <p:spPr>
          <a:xfrm>
            <a:off x="1582318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2 CC · 4 PT</a:t>
            </a:r>
          </a:p>
        </p:txBody>
      </p:sp>
      <p:sp>
        <p:nvSpPr>
          <p:cNvPr id="1191" name="TextBox 1190"/>
          <p:cNvSpPr txBox="1"/>
          <p:nvPr/>
        </p:nvSpPr>
        <p:spPr>
          <a:xfrm>
            <a:off x="822960" y="61722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FASE 4 · TRANSICIÓN · 3 CUENTAS DE CONTROL</a:t>
            </a:r>
          </a:p>
        </p:txBody>
      </p:sp>
      <p:sp>
        <p:nvSpPr>
          <p:cNvPr id="1192" name="!!edt_cc_4_1" descr="Cuenta de control 4.1"/>
          <p:cNvSpPr/>
          <p:nvPr/>
        </p:nvSpPr>
        <p:spPr>
          <a:xfrm>
            <a:off x="822960" y="6583680"/>
            <a:ext cx="5455919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4.1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Plan de implantación</a:t>
            </a:r>
          </a:p>
        </p:txBody>
      </p:sp>
      <p:sp>
        <p:nvSpPr>
          <p:cNvPr id="1193" name="!!edt_cc_4_2" descr="Cuenta de control 4.2"/>
          <p:cNvSpPr/>
          <p:nvPr/>
        </p:nvSpPr>
        <p:spPr>
          <a:xfrm>
            <a:off x="6416040" y="6583680"/>
            <a:ext cx="5455919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4.2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Marcha blanca y producción E1</a:t>
            </a:r>
          </a:p>
        </p:txBody>
      </p:sp>
      <p:sp>
        <p:nvSpPr>
          <p:cNvPr id="1194" name="!!edt_cc_4_3" descr="Cuenta de control 4.3"/>
          <p:cNvSpPr/>
          <p:nvPr/>
        </p:nvSpPr>
        <p:spPr>
          <a:xfrm>
            <a:off x="12009120" y="6583680"/>
            <a:ext cx="5455919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4.3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Marcha blanca y producción E2</a:t>
            </a:r>
          </a:p>
        </p:txBody>
      </p:sp>
      <p:sp>
        <p:nvSpPr>
          <p:cNvPr id="1195" name="!!edt_cc_1_1" descr="Cuenta de control 1.1"/>
          <p:cNvSpPr/>
          <p:nvPr/>
        </p:nvSpPr>
        <p:spPr>
          <a:xfrm>
            <a:off x="93268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96" name="!!edt_cc_1_2" descr="Cuenta de control 1.2"/>
          <p:cNvSpPr/>
          <p:nvPr/>
        </p:nvSpPr>
        <p:spPr>
          <a:xfrm>
            <a:off x="123444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97" name="!!edt_cc_1_3" descr="Cuenta de control 1.3"/>
          <p:cNvSpPr/>
          <p:nvPr/>
        </p:nvSpPr>
        <p:spPr>
          <a:xfrm>
            <a:off x="153619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98" name="!!edt_cc_1_4" descr="Cuenta de control 1.4"/>
          <p:cNvSpPr/>
          <p:nvPr/>
        </p:nvSpPr>
        <p:spPr>
          <a:xfrm>
            <a:off x="1837943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99" name="!!edt_cc_1_5" descr="Cuenta de control 1.5"/>
          <p:cNvSpPr/>
          <p:nvPr/>
        </p:nvSpPr>
        <p:spPr>
          <a:xfrm>
            <a:off x="213969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00" name="!!edt_cc_1_6" descr="Cuenta de control 1.6"/>
          <p:cNvSpPr/>
          <p:nvPr/>
        </p:nvSpPr>
        <p:spPr>
          <a:xfrm>
            <a:off x="932688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01" name="!!edt_cc_1_7" descr="Cuenta de control 1.7"/>
          <p:cNvSpPr/>
          <p:nvPr/>
        </p:nvSpPr>
        <p:spPr>
          <a:xfrm>
            <a:off x="123444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02" name="!!edt_cc_1_8" descr="Cuenta de control 1.8"/>
          <p:cNvSpPr/>
          <p:nvPr/>
        </p:nvSpPr>
        <p:spPr>
          <a:xfrm>
            <a:off x="1536192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03" name="!!edt_cc_1_9" descr="Cuenta de control 1.9"/>
          <p:cNvSpPr/>
          <p:nvPr/>
        </p:nvSpPr>
        <p:spPr>
          <a:xfrm>
            <a:off x="1837943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04" name="!!edt_cc_2_1" descr="Cuenta de control 2.1"/>
          <p:cNvSpPr/>
          <p:nvPr/>
        </p:nvSpPr>
        <p:spPr>
          <a:xfrm>
            <a:off x="279400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05" name="!!edt_cc_2_2" descr="Cuenta de control 2.2"/>
          <p:cNvSpPr/>
          <p:nvPr/>
        </p:nvSpPr>
        <p:spPr>
          <a:xfrm>
            <a:off x="309575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06" name="!!edt_cc_2_3" descr="Cuenta de control 2.3"/>
          <p:cNvSpPr/>
          <p:nvPr/>
        </p:nvSpPr>
        <p:spPr>
          <a:xfrm>
            <a:off x="339750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07" name="!!edt_cc_2_4" descr="Cuenta de control 2.4"/>
          <p:cNvSpPr/>
          <p:nvPr/>
        </p:nvSpPr>
        <p:spPr>
          <a:xfrm>
            <a:off x="369925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08" name="!!edt_cc_2_5" descr="Cuenta de control 2.5"/>
          <p:cNvSpPr/>
          <p:nvPr/>
        </p:nvSpPr>
        <p:spPr>
          <a:xfrm>
            <a:off x="400100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09" name="!!edt_cc_2_6" descr="Cuenta de control 2.6"/>
          <p:cNvSpPr/>
          <p:nvPr/>
        </p:nvSpPr>
        <p:spPr>
          <a:xfrm>
            <a:off x="279400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10" name="!!edt_cc_3_1" descr="Cuenta de control 3.1"/>
          <p:cNvSpPr/>
          <p:nvPr/>
        </p:nvSpPr>
        <p:spPr>
          <a:xfrm>
            <a:off x="465531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11" name="!!edt_cc_3_2" descr="Cuenta de control 3.2"/>
          <p:cNvSpPr/>
          <p:nvPr/>
        </p:nvSpPr>
        <p:spPr>
          <a:xfrm>
            <a:off x="495706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12" name="!!edt_cc_3_3" descr="Cuenta de control 3.3"/>
          <p:cNvSpPr/>
          <p:nvPr/>
        </p:nvSpPr>
        <p:spPr>
          <a:xfrm>
            <a:off x="525881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13" name="!!edt_cc_3_4" descr="Cuenta de control 3.4"/>
          <p:cNvSpPr/>
          <p:nvPr/>
        </p:nvSpPr>
        <p:spPr>
          <a:xfrm>
            <a:off x="556056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14" name="!!edt_cc_3_5" descr="Cuenta de control 3.5"/>
          <p:cNvSpPr/>
          <p:nvPr/>
        </p:nvSpPr>
        <p:spPr>
          <a:xfrm>
            <a:off x="586232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15" name="!!edt_cc_3_6" descr="Cuenta de control 3.6"/>
          <p:cNvSpPr/>
          <p:nvPr/>
        </p:nvSpPr>
        <p:spPr>
          <a:xfrm>
            <a:off x="4655312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16" name="!!edt_cc_3_7" descr="Cuenta de control 3.7"/>
          <p:cNvSpPr/>
          <p:nvPr/>
        </p:nvSpPr>
        <p:spPr>
          <a:xfrm>
            <a:off x="4957064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17" name="!!edt_cc_3_8" descr="Cuenta de control 3.8"/>
          <p:cNvSpPr/>
          <p:nvPr/>
        </p:nvSpPr>
        <p:spPr>
          <a:xfrm>
            <a:off x="5258816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18" name="!!edt_cc_3_9" descr="Cuenta de control 3.9"/>
          <p:cNvSpPr/>
          <p:nvPr/>
        </p:nvSpPr>
        <p:spPr>
          <a:xfrm>
            <a:off x="5560568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19" name="!!edt_cc_3_10" descr="Cuenta de control 3.10"/>
          <p:cNvSpPr/>
          <p:nvPr/>
        </p:nvSpPr>
        <p:spPr>
          <a:xfrm>
            <a:off x="586232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20" name="!!edt_cc_3_11" descr="Cuenta de control 3.11"/>
          <p:cNvSpPr/>
          <p:nvPr/>
        </p:nvSpPr>
        <p:spPr>
          <a:xfrm>
            <a:off x="4655312" y="5449824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21" name="!!edt_cc_5_1" descr="Cuenta de control 5.1"/>
          <p:cNvSpPr/>
          <p:nvPr/>
        </p:nvSpPr>
        <p:spPr>
          <a:xfrm>
            <a:off x="837793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22" name="!!edt_cc_5_2" descr="Cuenta de control 5.2"/>
          <p:cNvSpPr/>
          <p:nvPr/>
        </p:nvSpPr>
        <p:spPr>
          <a:xfrm>
            <a:off x="8679688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23" name="!!edt_cc_5_3" descr="Cuenta de control 5.3"/>
          <p:cNvSpPr/>
          <p:nvPr/>
        </p:nvSpPr>
        <p:spPr>
          <a:xfrm>
            <a:off x="898144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24" name="!!edt_cc_5_4" descr="Cuenta de control 5.4"/>
          <p:cNvSpPr/>
          <p:nvPr/>
        </p:nvSpPr>
        <p:spPr>
          <a:xfrm>
            <a:off x="928319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25" name="!!edt_cc_6_1" descr="Cuenta de control 6.1"/>
          <p:cNvSpPr/>
          <p:nvPr/>
        </p:nvSpPr>
        <p:spPr>
          <a:xfrm>
            <a:off x="10239248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26" name="!!edt_cc_6_2" descr="Cuenta de control 6.2"/>
          <p:cNvSpPr/>
          <p:nvPr/>
        </p:nvSpPr>
        <p:spPr>
          <a:xfrm>
            <a:off x="1054100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27" name="!!edt_cc_6_3" descr="Cuenta de control 6.3"/>
          <p:cNvSpPr/>
          <p:nvPr/>
        </p:nvSpPr>
        <p:spPr>
          <a:xfrm>
            <a:off x="1084275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28" name="!!edt_cc_6_4" descr="Cuenta de control 6.4"/>
          <p:cNvSpPr/>
          <p:nvPr/>
        </p:nvSpPr>
        <p:spPr>
          <a:xfrm>
            <a:off x="1114450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29" name="!!edt_cc_6_5" descr="Cuenta de control 6.5"/>
          <p:cNvSpPr/>
          <p:nvPr/>
        </p:nvSpPr>
        <p:spPr>
          <a:xfrm>
            <a:off x="1144625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30" name="!!edt_cc_6_6" descr="Cuenta de control 6.6"/>
          <p:cNvSpPr/>
          <p:nvPr/>
        </p:nvSpPr>
        <p:spPr>
          <a:xfrm>
            <a:off x="10239248" y="5148072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31" name="!!edt_cc_7_1" descr="Cuenta de control 7.1"/>
          <p:cNvSpPr/>
          <p:nvPr/>
        </p:nvSpPr>
        <p:spPr>
          <a:xfrm>
            <a:off x="1210056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32" name="!!edt_cc_7_2" descr="Cuenta de control 7.2"/>
          <p:cNvSpPr/>
          <p:nvPr/>
        </p:nvSpPr>
        <p:spPr>
          <a:xfrm>
            <a:off x="1240231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33" name="!!edt_cc_7_3" descr="Cuenta de control 7.3"/>
          <p:cNvSpPr/>
          <p:nvPr/>
        </p:nvSpPr>
        <p:spPr>
          <a:xfrm>
            <a:off x="1270406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34" name="!!edt_cc_8_1" descr="Cuenta de control 8.1"/>
          <p:cNvSpPr/>
          <p:nvPr/>
        </p:nvSpPr>
        <p:spPr>
          <a:xfrm>
            <a:off x="13961872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35" name="!!edt_cc_8_2" descr="Cuenta de control 8.2"/>
          <p:cNvSpPr/>
          <p:nvPr/>
        </p:nvSpPr>
        <p:spPr>
          <a:xfrm>
            <a:off x="14263624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36" name="!!edt_cc_8_3" descr="Cuenta de control 8.3"/>
          <p:cNvSpPr/>
          <p:nvPr/>
        </p:nvSpPr>
        <p:spPr>
          <a:xfrm>
            <a:off x="14565376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37" name="!!edt_cc_8_4" descr="Cuenta de control 8.4"/>
          <p:cNvSpPr/>
          <p:nvPr/>
        </p:nvSpPr>
        <p:spPr>
          <a:xfrm>
            <a:off x="14867128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38" name="!!edt_cc_8_5" descr="Cuenta de control 8.5"/>
          <p:cNvSpPr/>
          <p:nvPr/>
        </p:nvSpPr>
        <p:spPr>
          <a:xfrm>
            <a:off x="15168880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39" name="!!edt_cc_9_1" descr="Cuenta de control 9.1"/>
          <p:cNvSpPr/>
          <p:nvPr/>
        </p:nvSpPr>
        <p:spPr>
          <a:xfrm>
            <a:off x="1582318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40" name="!!edt_cc_9_2" descr="Cuenta de control 9.2"/>
          <p:cNvSpPr/>
          <p:nvPr/>
        </p:nvSpPr>
        <p:spPr>
          <a:xfrm>
            <a:off x="1612493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158" name="!!deco_1438196a_2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159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222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27</a:t>
            </a:r>
          </a:p>
        </p:txBody>
      </p:sp>
      <p:sp>
        <p:nvSpPr>
          <p:cNvPr id="1223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EDT: así se organiza el trabajo</a:t>
            </a:r>
          </a:p>
        </p:txBody>
      </p:sp>
      <p:sp>
        <p:nvSpPr>
          <p:cNvPr id="1224" name="!!edt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>
                <a:solidFill>
                  <a:srgbClr val="FFFFFF"/>
                </a:solidFill>
                <a:latin typeface="Inter SemiBold"/>
              </a:rPr>
              <a:t>Proyecto LafroX · 222 paquetes de trabajo</a:t>
            </a:r>
          </a:p>
        </p:txBody>
      </p:sp>
      <p:cxnSp>
        <p:nvCxnSpPr>
          <p:cNvPr id="1225" name="Connector 1224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6" name="Connector 1225"/>
          <p:cNvCxnSpPr/>
          <p:nvPr/>
        </p:nvCxnSpPr>
        <p:spPr>
          <a:xfrm>
            <a:off x="1698752" y="2788920"/>
            <a:ext cx="14890496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7" name="Connector 1226"/>
          <p:cNvCxnSpPr/>
          <p:nvPr/>
        </p:nvCxnSpPr>
        <p:spPr>
          <a:xfrm>
            <a:off x="169875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8" name="!!ph1"/>
          <p:cNvSpPr/>
          <p:nvPr/>
        </p:nvSpPr>
        <p:spPr>
          <a:xfrm>
            <a:off x="82296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1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Inicio</a:t>
            </a:r>
          </a:p>
        </p:txBody>
      </p:sp>
      <p:sp>
        <p:nvSpPr>
          <p:cNvPr id="1229" name="!!phhh1"/>
          <p:cNvSpPr txBox="1"/>
          <p:nvPr/>
        </p:nvSpPr>
        <p:spPr>
          <a:xfrm>
            <a:off x="93268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6.920 HH</a:t>
            </a:r>
          </a:p>
        </p:txBody>
      </p:sp>
      <p:sp>
        <p:nvSpPr>
          <p:cNvPr id="1230" name="!!phcc1"/>
          <p:cNvSpPr txBox="1"/>
          <p:nvPr/>
        </p:nvSpPr>
        <p:spPr>
          <a:xfrm>
            <a:off x="93268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9 CC · 35 PT</a:t>
            </a:r>
          </a:p>
        </p:txBody>
      </p:sp>
      <p:cxnSp>
        <p:nvCxnSpPr>
          <p:cNvPr id="1231" name="Connector 1230"/>
          <p:cNvCxnSpPr/>
          <p:nvPr/>
        </p:nvCxnSpPr>
        <p:spPr>
          <a:xfrm>
            <a:off x="356006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2" name="!!ph2"/>
          <p:cNvSpPr/>
          <p:nvPr/>
        </p:nvSpPr>
        <p:spPr>
          <a:xfrm>
            <a:off x="268427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2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Elaboración</a:t>
            </a:r>
          </a:p>
        </p:txBody>
      </p:sp>
      <p:sp>
        <p:nvSpPr>
          <p:cNvPr id="1233" name="!!phhh2"/>
          <p:cNvSpPr txBox="1"/>
          <p:nvPr/>
        </p:nvSpPr>
        <p:spPr>
          <a:xfrm>
            <a:off x="279400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4.320 HH</a:t>
            </a:r>
          </a:p>
        </p:txBody>
      </p:sp>
      <p:sp>
        <p:nvSpPr>
          <p:cNvPr id="1234" name="!!phcc2"/>
          <p:cNvSpPr txBox="1"/>
          <p:nvPr/>
        </p:nvSpPr>
        <p:spPr>
          <a:xfrm>
            <a:off x="279400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18 PT</a:t>
            </a:r>
          </a:p>
        </p:txBody>
      </p:sp>
      <p:cxnSp>
        <p:nvCxnSpPr>
          <p:cNvPr id="1235" name="Connector 1234"/>
          <p:cNvCxnSpPr/>
          <p:nvPr/>
        </p:nvCxnSpPr>
        <p:spPr>
          <a:xfrm>
            <a:off x="542137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6" name="!!ph3"/>
          <p:cNvSpPr/>
          <p:nvPr/>
        </p:nvSpPr>
        <p:spPr>
          <a:xfrm>
            <a:off x="454558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3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Construcción</a:t>
            </a:r>
          </a:p>
        </p:txBody>
      </p:sp>
      <p:sp>
        <p:nvSpPr>
          <p:cNvPr id="1237" name="!!phhh3"/>
          <p:cNvSpPr txBox="1"/>
          <p:nvPr/>
        </p:nvSpPr>
        <p:spPr>
          <a:xfrm>
            <a:off x="465531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33.280 HH</a:t>
            </a:r>
          </a:p>
        </p:txBody>
      </p:sp>
      <p:sp>
        <p:nvSpPr>
          <p:cNvPr id="1238" name="!!phcc3"/>
          <p:cNvSpPr txBox="1"/>
          <p:nvPr/>
        </p:nvSpPr>
        <p:spPr>
          <a:xfrm>
            <a:off x="465531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11 CC · 79 PT</a:t>
            </a:r>
          </a:p>
        </p:txBody>
      </p:sp>
      <p:cxnSp>
        <p:nvCxnSpPr>
          <p:cNvPr id="1239" name="Connector 1238"/>
          <p:cNvCxnSpPr/>
          <p:nvPr/>
        </p:nvCxnSpPr>
        <p:spPr>
          <a:xfrm>
            <a:off x="728268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0" name="!!ph4"/>
          <p:cNvSpPr/>
          <p:nvPr/>
        </p:nvSpPr>
        <p:spPr>
          <a:xfrm>
            <a:off x="640689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4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Transición</a:t>
            </a:r>
          </a:p>
        </p:txBody>
      </p:sp>
      <p:sp>
        <p:nvSpPr>
          <p:cNvPr id="1241" name="!!phhh4"/>
          <p:cNvSpPr txBox="1"/>
          <p:nvPr/>
        </p:nvSpPr>
        <p:spPr>
          <a:xfrm>
            <a:off x="651662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20.672 HH</a:t>
            </a:r>
          </a:p>
        </p:txBody>
      </p:sp>
      <p:sp>
        <p:nvSpPr>
          <p:cNvPr id="1242" name="!!phcc4"/>
          <p:cNvSpPr txBox="1"/>
          <p:nvPr/>
        </p:nvSpPr>
        <p:spPr>
          <a:xfrm>
            <a:off x="651662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10 PT</a:t>
            </a:r>
          </a:p>
        </p:txBody>
      </p:sp>
      <p:cxnSp>
        <p:nvCxnSpPr>
          <p:cNvPr id="1243" name="Connector 1242"/>
          <p:cNvCxnSpPr/>
          <p:nvPr/>
        </p:nvCxnSpPr>
        <p:spPr>
          <a:xfrm>
            <a:off x="9144000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4" name="!!ph5"/>
          <p:cNvSpPr/>
          <p:nvPr/>
        </p:nvSpPr>
        <p:spPr>
          <a:xfrm>
            <a:off x="8268208" y="3017520"/>
            <a:ext cx="175158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Fase 5</a:t>
            </a:r>
          </a:p>
          <a:p>
            <a:pPr algn="l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Adquisiciones</a:t>
            </a:r>
          </a:p>
        </p:txBody>
      </p:sp>
      <p:sp>
        <p:nvSpPr>
          <p:cNvPr id="1245" name="!!phhh5"/>
          <p:cNvSpPr txBox="1"/>
          <p:nvPr/>
        </p:nvSpPr>
        <p:spPr>
          <a:xfrm>
            <a:off x="8377936" y="42336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1.040 HH</a:t>
            </a:r>
          </a:p>
        </p:txBody>
      </p:sp>
      <p:sp>
        <p:nvSpPr>
          <p:cNvPr id="1246" name="!!phcc5"/>
          <p:cNvSpPr txBox="1"/>
          <p:nvPr/>
        </p:nvSpPr>
        <p:spPr>
          <a:xfrm>
            <a:off x="8377936" y="45262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FFFFFF"/>
                </a:solidFill>
                <a:latin typeface="Inter"/>
              </a:rPr>
              <a:t>4 CC · 13 PT</a:t>
            </a:r>
          </a:p>
        </p:txBody>
      </p:sp>
      <p:cxnSp>
        <p:nvCxnSpPr>
          <p:cNvPr id="1247" name="Connector 1246"/>
          <p:cNvCxnSpPr/>
          <p:nvPr/>
        </p:nvCxnSpPr>
        <p:spPr>
          <a:xfrm>
            <a:off x="1100531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8" name="!!ph6"/>
          <p:cNvSpPr/>
          <p:nvPr/>
        </p:nvSpPr>
        <p:spPr>
          <a:xfrm>
            <a:off x="1012952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6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Infraestructura</a:t>
            </a:r>
          </a:p>
        </p:txBody>
      </p:sp>
      <p:sp>
        <p:nvSpPr>
          <p:cNvPr id="1249" name="!!phhh6"/>
          <p:cNvSpPr txBox="1"/>
          <p:nvPr/>
        </p:nvSpPr>
        <p:spPr>
          <a:xfrm>
            <a:off x="1023924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3.840 HH</a:t>
            </a:r>
          </a:p>
        </p:txBody>
      </p:sp>
      <p:sp>
        <p:nvSpPr>
          <p:cNvPr id="1250" name="!!phcc6"/>
          <p:cNvSpPr txBox="1"/>
          <p:nvPr/>
        </p:nvSpPr>
        <p:spPr>
          <a:xfrm>
            <a:off x="1023924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24 PT</a:t>
            </a:r>
          </a:p>
        </p:txBody>
      </p:sp>
      <p:cxnSp>
        <p:nvCxnSpPr>
          <p:cNvPr id="1251" name="Connector 1250"/>
          <p:cNvCxnSpPr/>
          <p:nvPr/>
        </p:nvCxnSpPr>
        <p:spPr>
          <a:xfrm>
            <a:off x="1286662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2" name="!!ph7"/>
          <p:cNvSpPr/>
          <p:nvPr/>
        </p:nvSpPr>
        <p:spPr>
          <a:xfrm>
            <a:off x="1199083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7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1253" name="!!phhh7"/>
          <p:cNvSpPr txBox="1"/>
          <p:nvPr/>
        </p:nvSpPr>
        <p:spPr>
          <a:xfrm>
            <a:off x="1210056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4.736 HH</a:t>
            </a:r>
          </a:p>
        </p:txBody>
      </p:sp>
      <p:sp>
        <p:nvSpPr>
          <p:cNvPr id="1254" name="!!phcc7"/>
          <p:cNvSpPr txBox="1"/>
          <p:nvPr/>
        </p:nvSpPr>
        <p:spPr>
          <a:xfrm>
            <a:off x="1210056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13 PT</a:t>
            </a:r>
          </a:p>
        </p:txBody>
      </p:sp>
      <p:cxnSp>
        <p:nvCxnSpPr>
          <p:cNvPr id="1255" name="Connector 1254"/>
          <p:cNvCxnSpPr/>
          <p:nvPr/>
        </p:nvCxnSpPr>
        <p:spPr>
          <a:xfrm>
            <a:off x="1472793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6" name="!!ph8"/>
          <p:cNvSpPr/>
          <p:nvPr/>
        </p:nvSpPr>
        <p:spPr>
          <a:xfrm>
            <a:off x="1385214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8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1257" name="!!phhh8"/>
          <p:cNvSpPr txBox="1"/>
          <p:nvPr/>
        </p:nvSpPr>
        <p:spPr>
          <a:xfrm>
            <a:off x="1396187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129.879 HH</a:t>
            </a:r>
          </a:p>
        </p:txBody>
      </p:sp>
      <p:sp>
        <p:nvSpPr>
          <p:cNvPr id="1258" name="!!phcc8"/>
          <p:cNvSpPr txBox="1"/>
          <p:nvPr/>
        </p:nvSpPr>
        <p:spPr>
          <a:xfrm>
            <a:off x="1396187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5 CC · 26 PT</a:t>
            </a:r>
          </a:p>
        </p:txBody>
      </p:sp>
      <p:cxnSp>
        <p:nvCxnSpPr>
          <p:cNvPr id="1259" name="Connector 1258"/>
          <p:cNvCxnSpPr/>
          <p:nvPr/>
        </p:nvCxnSpPr>
        <p:spPr>
          <a:xfrm>
            <a:off x="1658924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0" name="!!ph9"/>
          <p:cNvSpPr/>
          <p:nvPr/>
        </p:nvSpPr>
        <p:spPr>
          <a:xfrm>
            <a:off x="1571345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9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Cierre</a:t>
            </a:r>
          </a:p>
        </p:txBody>
      </p:sp>
      <p:sp>
        <p:nvSpPr>
          <p:cNvPr id="1261" name="!!phhh9"/>
          <p:cNvSpPr txBox="1"/>
          <p:nvPr/>
        </p:nvSpPr>
        <p:spPr>
          <a:xfrm>
            <a:off x="1582318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320 HH</a:t>
            </a:r>
          </a:p>
        </p:txBody>
      </p:sp>
      <p:sp>
        <p:nvSpPr>
          <p:cNvPr id="1262" name="!!phcc9"/>
          <p:cNvSpPr txBox="1"/>
          <p:nvPr/>
        </p:nvSpPr>
        <p:spPr>
          <a:xfrm>
            <a:off x="1582318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2 CC · 4 PT</a:t>
            </a:r>
          </a:p>
        </p:txBody>
      </p:sp>
      <p:sp>
        <p:nvSpPr>
          <p:cNvPr id="1263" name="TextBox 1262"/>
          <p:cNvSpPr txBox="1"/>
          <p:nvPr/>
        </p:nvSpPr>
        <p:spPr>
          <a:xfrm>
            <a:off x="822960" y="61722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FASE 5 · ADQUISICIONES · 4 CUENTAS DE CONTROL</a:t>
            </a:r>
          </a:p>
        </p:txBody>
      </p:sp>
      <p:sp>
        <p:nvSpPr>
          <p:cNvPr id="1264" name="!!edt_cc_5_1" descr="Cuenta de control 5.1"/>
          <p:cNvSpPr/>
          <p:nvPr/>
        </p:nvSpPr>
        <p:spPr>
          <a:xfrm>
            <a:off x="822960" y="65836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5.1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Hardware</a:t>
            </a:r>
          </a:p>
        </p:txBody>
      </p:sp>
      <p:sp>
        <p:nvSpPr>
          <p:cNvPr id="1265" name="!!edt_cc_5_2" descr="Cuenta de control 5.2"/>
          <p:cNvSpPr/>
          <p:nvPr/>
        </p:nvSpPr>
        <p:spPr>
          <a:xfrm>
            <a:off x="5017770" y="65836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5.2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Nube y licencias</a:t>
            </a:r>
          </a:p>
        </p:txBody>
      </p:sp>
      <p:sp>
        <p:nvSpPr>
          <p:cNvPr id="1266" name="!!edt_cc_5_3" descr="Cuenta de control 5.3"/>
          <p:cNvSpPr/>
          <p:nvPr/>
        </p:nvSpPr>
        <p:spPr>
          <a:xfrm>
            <a:off x="9212580" y="65836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5.3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Enlaces</a:t>
            </a:r>
          </a:p>
        </p:txBody>
      </p:sp>
      <p:sp>
        <p:nvSpPr>
          <p:cNvPr id="1267" name="!!edt_cc_5_4" descr="Cuenta de control 5.4"/>
          <p:cNvSpPr/>
          <p:nvPr/>
        </p:nvSpPr>
        <p:spPr>
          <a:xfrm>
            <a:off x="13407390" y="65836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5.4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Acuerdos con terceros</a:t>
            </a:r>
          </a:p>
        </p:txBody>
      </p:sp>
      <p:sp>
        <p:nvSpPr>
          <p:cNvPr id="1268" name="!!edt_cc_1_1" descr="Cuenta de control 1.1"/>
          <p:cNvSpPr/>
          <p:nvPr/>
        </p:nvSpPr>
        <p:spPr>
          <a:xfrm>
            <a:off x="93268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69" name="!!edt_cc_1_2" descr="Cuenta de control 1.2"/>
          <p:cNvSpPr/>
          <p:nvPr/>
        </p:nvSpPr>
        <p:spPr>
          <a:xfrm>
            <a:off x="123444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70" name="!!edt_cc_1_3" descr="Cuenta de control 1.3"/>
          <p:cNvSpPr/>
          <p:nvPr/>
        </p:nvSpPr>
        <p:spPr>
          <a:xfrm>
            <a:off x="153619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71" name="!!edt_cc_1_4" descr="Cuenta de control 1.4"/>
          <p:cNvSpPr/>
          <p:nvPr/>
        </p:nvSpPr>
        <p:spPr>
          <a:xfrm>
            <a:off x="1837943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72" name="!!edt_cc_1_5" descr="Cuenta de control 1.5"/>
          <p:cNvSpPr/>
          <p:nvPr/>
        </p:nvSpPr>
        <p:spPr>
          <a:xfrm>
            <a:off x="213969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73" name="!!edt_cc_1_6" descr="Cuenta de control 1.6"/>
          <p:cNvSpPr/>
          <p:nvPr/>
        </p:nvSpPr>
        <p:spPr>
          <a:xfrm>
            <a:off x="932688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74" name="!!edt_cc_1_7" descr="Cuenta de control 1.7"/>
          <p:cNvSpPr/>
          <p:nvPr/>
        </p:nvSpPr>
        <p:spPr>
          <a:xfrm>
            <a:off x="123444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75" name="!!edt_cc_1_8" descr="Cuenta de control 1.8"/>
          <p:cNvSpPr/>
          <p:nvPr/>
        </p:nvSpPr>
        <p:spPr>
          <a:xfrm>
            <a:off x="1536192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76" name="!!edt_cc_1_9" descr="Cuenta de control 1.9"/>
          <p:cNvSpPr/>
          <p:nvPr/>
        </p:nvSpPr>
        <p:spPr>
          <a:xfrm>
            <a:off x="1837943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77" name="!!edt_cc_2_1" descr="Cuenta de control 2.1"/>
          <p:cNvSpPr/>
          <p:nvPr/>
        </p:nvSpPr>
        <p:spPr>
          <a:xfrm>
            <a:off x="279400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78" name="!!edt_cc_2_2" descr="Cuenta de control 2.2"/>
          <p:cNvSpPr/>
          <p:nvPr/>
        </p:nvSpPr>
        <p:spPr>
          <a:xfrm>
            <a:off x="309575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79" name="!!edt_cc_2_3" descr="Cuenta de control 2.3"/>
          <p:cNvSpPr/>
          <p:nvPr/>
        </p:nvSpPr>
        <p:spPr>
          <a:xfrm>
            <a:off x="339750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80" name="!!edt_cc_2_4" descr="Cuenta de control 2.4"/>
          <p:cNvSpPr/>
          <p:nvPr/>
        </p:nvSpPr>
        <p:spPr>
          <a:xfrm>
            <a:off x="369925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81" name="!!edt_cc_2_5" descr="Cuenta de control 2.5"/>
          <p:cNvSpPr/>
          <p:nvPr/>
        </p:nvSpPr>
        <p:spPr>
          <a:xfrm>
            <a:off x="400100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82" name="!!edt_cc_2_6" descr="Cuenta de control 2.6"/>
          <p:cNvSpPr/>
          <p:nvPr/>
        </p:nvSpPr>
        <p:spPr>
          <a:xfrm>
            <a:off x="279400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83" name="!!edt_cc_3_1" descr="Cuenta de control 3.1"/>
          <p:cNvSpPr/>
          <p:nvPr/>
        </p:nvSpPr>
        <p:spPr>
          <a:xfrm>
            <a:off x="465531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84" name="!!edt_cc_3_2" descr="Cuenta de control 3.2"/>
          <p:cNvSpPr/>
          <p:nvPr/>
        </p:nvSpPr>
        <p:spPr>
          <a:xfrm>
            <a:off x="495706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85" name="!!edt_cc_3_3" descr="Cuenta de control 3.3"/>
          <p:cNvSpPr/>
          <p:nvPr/>
        </p:nvSpPr>
        <p:spPr>
          <a:xfrm>
            <a:off x="525881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86" name="!!edt_cc_3_4" descr="Cuenta de control 3.4"/>
          <p:cNvSpPr/>
          <p:nvPr/>
        </p:nvSpPr>
        <p:spPr>
          <a:xfrm>
            <a:off x="556056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87" name="!!edt_cc_3_5" descr="Cuenta de control 3.5"/>
          <p:cNvSpPr/>
          <p:nvPr/>
        </p:nvSpPr>
        <p:spPr>
          <a:xfrm>
            <a:off x="586232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88" name="!!edt_cc_3_6" descr="Cuenta de control 3.6"/>
          <p:cNvSpPr/>
          <p:nvPr/>
        </p:nvSpPr>
        <p:spPr>
          <a:xfrm>
            <a:off x="4655312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89" name="!!edt_cc_3_7" descr="Cuenta de control 3.7"/>
          <p:cNvSpPr/>
          <p:nvPr/>
        </p:nvSpPr>
        <p:spPr>
          <a:xfrm>
            <a:off x="4957064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90" name="!!edt_cc_3_8" descr="Cuenta de control 3.8"/>
          <p:cNvSpPr/>
          <p:nvPr/>
        </p:nvSpPr>
        <p:spPr>
          <a:xfrm>
            <a:off x="5258816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91" name="!!edt_cc_3_9" descr="Cuenta de control 3.9"/>
          <p:cNvSpPr/>
          <p:nvPr/>
        </p:nvSpPr>
        <p:spPr>
          <a:xfrm>
            <a:off x="5560568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92" name="!!edt_cc_3_10" descr="Cuenta de control 3.10"/>
          <p:cNvSpPr/>
          <p:nvPr/>
        </p:nvSpPr>
        <p:spPr>
          <a:xfrm>
            <a:off x="586232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93" name="!!edt_cc_3_11" descr="Cuenta de control 3.11"/>
          <p:cNvSpPr/>
          <p:nvPr/>
        </p:nvSpPr>
        <p:spPr>
          <a:xfrm>
            <a:off x="4655312" y="5449824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94" name="!!edt_cc_4_1" descr="Cuenta de control 4.1"/>
          <p:cNvSpPr/>
          <p:nvPr/>
        </p:nvSpPr>
        <p:spPr>
          <a:xfrm>
            <a:off x="651662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95" name="!!edt_cc_4_2" descr="Cuenta de control 4.2"/>
          <p:cNvSpPr/>
          <p:nvPr/>
        </p:nvSpPr>
        <p:spPr>
          <a:xfrm>
            <a:off x="681837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96" name="!!edt_cc_4_3" descr="Cuenta de control 4.3"/>
          <p:cNvSpPr/>
          <p:nvPr/>
        </p:nvSpPr>
        <p:spPr>
          <a:xfrm>
            <a:off x="712012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97" name="!!edt_cc_6_1" descr="Cuenta de control 6.1"/>
          <p:cNvSpPr/>
          <p:nvPr/>
        </p:nvSpPr>
        <p:spPr>
          <a:xfrm>
            <a:off x="10239248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98" name="!!edt_cc_6_2" descr="Cuenta de control 6.2"/>
          <p:cNvSpPr/>
          <p:nvPr/>
        </p:nvSpPr>
        <p:spPr>
          <a:xfrm>
            <a:off x="1054100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99" name="!!edt_cc_6_3" descr="Cuenta de control 6.3"/>
          <p:cNvSpPr/>
          <p:nvPr/>
        </p:nvSpPr>
        <p:spPr>
          <a:xfrm>
            <a:off x="1084275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00" name="!!edt_cc_6_4" descr="Cuenta de control 6.4"/>
          <p:cNvSpPr/>
          <p:nvPr/>
        </p:nvSpPr>
        <p:spPr>
          <a:xfrm>
            <a:off x="1114450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01" name="!!edt_cc_6_5" descr="Cuenta de control 6.5"/>
          <p:cNvSpPr/>
          <p:nvPr/>
        </p:nvSpPr>
        <p:spPr>
          <a:xfrm>
            <a:off x="1144625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02" name="!!edt_cc_6_6" descr="Cuenta de control 6.6"/>
          <p:cNvSpPr/>
          <p:nvPr/>
        </p:nvSpPr>
        <p:spPr>
          <a:xfrm>
            <a:off x="10239248" y="5148072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03" name="!!edt_cc_7_1" descr="Cuenta de control 7.1"/>
          <p:cNvSpPr/>
          <p:nvPr/>
        </p:nvSpPr>
        <p:spPr>
          <a:xfrm>
            <a:off x="1210056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04" name="!!edt_cc_7_2" descr="Cuenta de control 7.2"/>
          <p:cNvSpPr/>
          <p:nvPr/>
        </p:nvSpPr>
        <p:spPr>
          <a:xfrm>
            <a:off x="1240231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05" name="!!edt_cc_7_3" descr="Cuenta de control 7.3"/>
          <p:cNvSpPr/>
          <p:nvPr/>
        </p:nvSpPr>
        <p:spPr>
          <a:xfrm>
            <a:off x="1270406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06" name="!!edt_cc_8_1" descr="Cuenta de control 8.1"/>
          <p:cNvSpPr/>
          <p:nvPr/>
        </p:nvSpPr>
        <p:spPr>
          <a:xfrm>
            <a:off x="13961872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07" name="!!edt_cc_8_2" descr="Cuenta de control 8.2"/>
          <p:cNvSpPr/>
          <p:nvPr/>
        </p:nvSpPr>
        <p:spPr>
          <a:xfrm>
            <a:off x="14263624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08" name="!!edt_cc_8_3" descr="Cuenta de control 8.3"/>
          <p:cNvSpPr/>
          <p:nvPr/>
        </p:nvSpPr>
        <p:spPr>
          <a:xfrm>
            <a:off x="14565376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09" name="!!edt_cc_8_4" descr="Cuenta de control 8.4"/>
          <p:cNvSpPr/>
          <p:nvPr/>
        </p:nvSpPr>
        <p:spPr>
          <a:xfrm>
            <a:off x="14867128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10" name="!!edt_cc_8_5" descr="Cuenta de control 8.5"/>
          <p:cNvSpPr/>
          <p:nvPr/>
        </p:nvSpPr>
        <p:spPr>
          <a:xfrm>
            <a:off x="15168880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11" name="!!edt_cc_9_1" descr="Cuenta de control 9.1"/>
          <p:cNvSpPr/>
          <p:nvPr/>
        </p:nvSpPr>
        <p:spPr>
          <a:xfrm>
            <a:off x="1582318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12" name="!!edt_cc_9_2" descr="Cuenta de control 9.2"/>
          <p:cNvSpPr/>
          <p:nvPr/>
        </p:nvSpPr>
        <p:spPr>
          <a:xfrm>
            <a:off x="1612493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230" name="!!deco_1438196a_2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231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296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28</a:t>
            </a:r>
          </a:p>
        </p:txBody>
      </p:sp>
      <p:sp>
        <p:nvSpPr>
          <p:cNvPr id="1297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EDT: así se organiza el trabajo</a:t>
            </a:r>
          </a:p>
        </p:txBody>
      </p:sp>
      <p:sp>
        <p:nvSpPr>
          <p:cNvPr id="1298" name="!!edt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>
                <a:solidFill>
                  <a:srgbClr val="FFFFFF"/>
                </a:solidFill>
                <a:latin typeface="Inter SemiBold"/>
              </a:rPr>
              <a:t>Proyecto LafroX · 222 paquetes de trabajo</a:t>
            </a:r>
          </a:p>
        </p:txBody>
      </p:sp>
      <p:cxnSp>
        <p:nvCxnSpPr>
          <p:cNvPr id="1299" name="Connector 1298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0" name="Connector 1299"/>
          <p:cNvCxnSpPr/>
          <p:nvPr/>
        </p:nvCxnSpPr>
        <p:spPr>
          <a:xfrm>
            <a:off x="1698752" y="2788920"/>
            <a:ext cx="14890496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1" name="Connector 1300"/>
          <p:cNvCxnSpPr/>
          <p:nvPr/>
        </p:nvCxnSpPr>
        <p:spPr>
          <a:xfrm>
            <a:off x="169875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2" name="!!ph1"/>
          <p:cNvSpPr/>
          <p:nvPr/>
        </p:nvSpPr>
        <p:spPr>
          <a:xfrm>
            <a:off x="82296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1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Inicio</a:t>
            </a:r>
          </a:p>
        </p:txBody>
      </p:sp>
      <p:sp>
        <p:nvSpPr>
          <p:cNvPr id="1303" name="!!phhh1"/>
          <p:cNvSpPr txBox="1"/>
          <p:nvPr/>
        </p:nvSpPr>
        <p:spPr>
          <a:xfrm>
            <a:off x="93268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6.920 HH</a:t>
            </a:r>
          </a:p>
        </p:txBody>
      </p:sp>
      <p:sp>
        <p:nvSpPr>
          <p:cNvPr id="1304" name="!!phcc1"/>
          <p:cNvSpPr txBox="1"/>
          <p:nvPr/>
        </p:nvSpPr>
        <p:spPr>
          <a:xfrm>
            <a:off x="93268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9 CC · 35 PT</a:t>
            </a:r>
          </a:p>
        </p:txBody>
      </p:sp>
      <p:cxnSp>
        <p:nvCxnSpPr>
          <p:cNvPr id="1305" name="Connector 1304"/>
          <p:cNvCxnSpPr/>
          <p:nvPr/>
        </p:nvCxnSpPr>
        <p:spPr>
          <a:xfrm>
            <a:off x="356006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6" name="!!ph2"/>
          <p:cNvSpPr/>
          <p:nvPr/>
        </p:nvSpPr>
        <p:spPr>
          <a:xfrm>
            <a:off x="268427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2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Elaboración</a:t>
            </a:r>
          </a:p>
        </p:txBody>
      </p:sp>
      <p:sp>
        <p:nvSpPr>
          <p:cNvPr id="1307" name="!!phhh2"/>
          <p:cNvSpPr txBox="1"/>
          <p:nvPr/>
        </p:nvSpPr>
        <p:spPr>
          <a:xfrm>
            <a:off x="279400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4.320 HH</a:t>
            </a:r>
          </a:p>
        </p:txBody>
      </p:sp>
      <p:sp>
        <p:nvSpPr>
          <p:cNvPr id="1308" name="!!phcc2"/>
          <p:cNvSpPr txBox="1"/>
          <p:nvPr/>
        </p:nvSpPr>
        <p:spPr>
          <a:xfrm>
            <a:off x="279400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18 PT</a:t>
            </a:r>
          </a:p>
        </p:txBody>
      </p:sp>
      <p:cxnSp>
        <p:nvCxnSpPr>
          <p:cNvPr id="1309" name="Connector 1308"/>
          <p:cNvCxnSpPr/>
          <p:nvPr/>
        </p:nvCxnSpPr>
        <p:spPr>
          <a:xfrm>
            <a:off x="542137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0" name="!!ph3"/>
          <p:cNvSpPr/>
          <p:nvPr/>
        </p:nvSpPr>
        <p:spPr>
          <a:xfrm>
            <a:off x="454558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3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Construcción</a:t>
            </a:r>
          </a:p>
        </p:txBody>
      </p:sp>
      <p:sp>
        <p:nvSpPr>
          <p:cNvPr id="1311" name="!!phhh3"/>
          <p:cNvSpPr txBox="1"/>
          <p:nvPr/>
        </p:nvSpPr>
        <p:spPr>
          <a:xfrm>
            <a:off x="465531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33.280 HH</a:t>
            </a:r>
          </a:p>
        </p:txBody>
      </p:sp>
      <p:sp>
        <p:nvSpPr>
          <p:cNvPr id="1312" name="!!phcc3"/>
          <p:cNvSpPr txBox="1"/>
          <p:nvPr/>
        </p:nvSpPr>
        <p:spPr>
          <a:xfrm>
            <a:off x="465531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11 CC · 79 PT</a:t>
            </a:r>
          </a:p>
        </p:txBody>
      </p:sp>
      <p:cxnSp>
        <p:nvCxnSpPr>
          <p:cNvPr id="1313" name="Connector 1312"/>
          <p:cNvCxnSpPr/>
          <p:nvPr/>
        </p:nvCxnSpPr>
        <p:spPr>
          <a:xfrm>
            <a:off x="728268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4" name="!!ph4"/>
          <p:cNvSpPr/>
          <p:nvPr/>
        </p:nvSpPr>
        <p:spPr>
          <a:xfrm>
            <a:off x="640689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4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Transición</a:t>
            </a:r>
          </a:p>
        </p:txBody>
      </p:sp>
      <p:sp>
        <p:nvSpPr>
          <p:cNvPr id="1315" name="!!phhh4"/>
          <p:cNvSpPr txBox="1"/>
          <p:nvPr/>
        </p:nvSpPr>
        <p:spPr>
          <a:xfrm>
            <a:off x="651662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20.672 HH</a:t>
            </a:r>
          </a:p>
        </p:txBody>
      </p:sp>
      <p:sp>
        <p:nvSpPr>
          <p:cNvPr id="1316" name="!!phcc4"/>
          <p:cNvSpPr txBox="1"/>
          <p:nvPr/>
        </p:nvSpPr>
        <p:spPr>
          <a:xfrm>
            <a:off x="651662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10 PT</a:t>
            </a:r>
          </a:p>
        </p:txBody>
      </p:sp>
      <p:cxnSp>
        <p:nvCxnSpPr>
          <p:cNvPr id="1317" name="Connector 1316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8" name="!!ph5"/>
          <p:cNvSpPr/>
          <p:nvPr/>
        </p:nvSpPr>
        <p:spPr>
          <a:xfrm>
            <a:off x="8268208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5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Adquisiciones</a:t>
            </a:r>
          </a:p>
        </p:txBody>
      </p:sp>
      <p:sp>
        <p:nvSpPr>
          <p:cNvPr id="1319" name="!!phhh5"/>
          <p:cNvSpPr txBox="1"/>
          <p:nvPr/>
        </p:nvSpPr>
        <p:spPr>
          <a:xfrm>
            <a:off x="8377936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1.040 HH</a:t>
            </a:r>
          </a:p>
        </p:txBody>
      </p:sp>
      <p:sp>
        <p:nvSpPr>
          <p:cNvPr id="1320" name="!!phcc5"/>
          <p:cNvSpPr txBox="1"/>
          <p:nvPr/>
        </p:nvSpPr>
        <p:spPr>
          <a:xfrm>
            <a:off x="8377936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4 CC · 13 PT</a:t>
            </a:r>
          </a:p>
        </p:txBody>
      </p:sp>
      <p:cxnSp>
        <p:nvCxnSpPr>
          <p:cNvPr id="1321" name="Connector 1320"/>
          <p:cNvCxnSpPr/>
          <p:nvPr/>
        </p:nvCxnSpPr>
        <p:spPr>
          <a:xfrm>
            <a:off x="11005312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2" name="!!ph6"/>
          <p:cNvSpPr/>
          <p:nvPr/>
        </p:nvSpPr>
        <p:spPr>
          <a:xfrm>
            <a:off x="10129520" y="3017520"/>
            <a:ext cx="175158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Fase 6</a:t>
            </a:r>
          </a:p>
          <a:p>
            <a:pPr algn="l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Infraestructura</a:t>
            </a:r>
          </a:p>
        </p:txBody>
      </p:sp>
      <p:sp>
        <p:nvSpPr>
          <p:cNvPr id="1323" name="!!phhh6"/>
          <p:cNvSpPr txBox="1"/>
          <p:nvPr/>
        </p:nvSpPr>
        <p:spPr>
          <a:xfrm>
            <a:off x="10239248" y="42336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3.840 HH</a:t>
            </a:r>
          </a:p>
        </p:txBody>
      </p:sp>
      <p:sp>
        <p:nvSpPr>
          <p:cNvPr id="1324" name="!!phcc6"/>
          <p:cNvSpPr txBox="1"/>
          <p:nvPr/>
        </p:nvSpPr>
        <p:spPr>
          <a:xfrm>
            <a:off x="10239248" y="45262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FFFFFF"/>
                </a:solidFill>
                <a:latin typeface="Inter"/>
              </a:rPr>
              <a:t>6 CC · 24 PT</a:t>
            </a:r>
          </a:p>
        </p:txBody>
      </p:sp>
      <p:cxnSp>
        <p:nvCxnSpPr>
          <p:cNvPr id="1325" name="Connector 1324"/>
          <p:cNvCxnSpPr/>
          <p:nvPr/>
        </p:nvCxnSpPr>
        <p:spPr>
          <a:xfrm>
            <a:off x="1286662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6" name="!!ph7"/>
          <p:cNvSpPr/>
          <p:nvPr/>
        </p:nvSpPr>
        <p:spPr>
          <a:xfrm>
            <a:off x="1199083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7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1327" name="!!phhh7"/>
          <p:cNvSpPr txBox="1"/>
          <p:nvPr/>
        </p:nvSpPr>
        <p:spPr>
          <a:xfrm>
            <a:off x="1210056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4.736 HH</a:t>
            </a:r>
          </a:p>
        </p:txBody>
      </p:sp>
      <p:sp>
        <p:nvSpPr>
          <p:cNvPr id="1328" name="!!phcc7"/>
          <p:cNvSpPr txBox="1"/>
          <p:nvPr/>
        </p:nvSpPr>
        <p:spPr>
          <a:xfrm>
            <a:off x="1210056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13 PT</a:t>
            </a:r>
          </a:p>
        </p:txBody>
      </p:sp>
      <p:cxnSp>
        <p:nvCxnSpPr>
          <p:cNvPr id="1329" name="Connector 1328"/>
          <p:cNvCxnSpPr/>
          <p:nvPr/>
        </p:nvCxnSpPr>
        <p:spPr>
          <a:xfrm>
            <a:off x="1472793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0" name="!!ph8"/>
          <p:cNvSpPr/>
          <p:nvPr/>
        </p:nvSpPr>
        <p:spPr>
          <a:xfrm>
            <a:off x="1385214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8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1331" name="!!phhh8"/>
          <p:cNvSpPr txBox="1"/>
          <p:nvPr/>
        </p:nvSpPr>
        <p:spPr>
          <a:xfrm>
            <a:off x="1396187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129.879 HH</a:t>
            </a:r>
          </a:p>
        </p:txBody>
      </p:sp>
      <p:sp>
        <p:nvSpPr>
          <p:cNvPr id="1332" name="!!phcc8"/>
          <p:cNvSpPr txBox="1"/>
          <p:nvPr/>
        </p:nvSpPr>
        <p:spPr>
          <a:xfrm>
            <a:off x="1396187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5 CC · 26 PT</a:t>
            </a:r>
          </a:p>
        </p:txBody>
      </p:sp>
      <p:cxnSp>
        <p:nvCxnSpPr>
          <p:cNvPr id="1333" name="Connector 1332"/>
          <p:cNvCxnSpPr/>
          <p:nvPr/>
        </p:nvCxnSpPr>
        <p:spPr>
          <a:xfrm>
            <a:off x="1658924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4" name="!!ph9"/>
          <p:cNvSpPr/>
          <p:nvPr/>
        </p:nvSpPr>
        <p:spPr>
          <a:xfrm>
            <a:off x="1571345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9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Cierre</a:t>
            </a:r>
          </a:p>
        </p:txBody>
      </p:sp>
      <p:sp>
        <p:nvSpPr>
          <p:cNvPr id="1335" name="!!phhh9"/>
          <p:cNvSpPr txBox="1"/>
          <p:nvPr/>
        </p:nvSpPr>
        <p:spPr>
          <a:xfrm>
            <a:off x="1582318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320 HH</a:t>
            </a:r>
          </a:p>
        </p:txBody>
      </p:sp>
      <p:sp>
        <p:nvSpPr>
          <p:cNvPr id="1336" name="!!phcc9"/>
          <p:cNvSpPr txBox="1"/>
          <p:nvPr/>
        </p:nvSpPr>
        <p:spPr>
          <a:xfrm>
            <a:off x="1582318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2 CC · 4 PT</a:t>
            </a:r>
          </a:p>
        </p:txBody>
      </p:sp>
      <p:sp>
        <p:nvSpPr>
          <p:cNvPr id="1337" name="TextBox 1336"/>
          <p:cNvSpPr txBox="1"/>
          <p:nvPr/>
        </p:nvSpPr>
        <p:spPr>
          <a:xfrm>
            <a:off x="822960" y="61722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FASE 6 · INFRAESTRUCTURA · 6 CUENTAS DE CONTROL</a:t>
            </a:r>
          </a:p>
        </p:txBody>
      </p:sp>
      <p:sp>
        <p:nvSpPr>
          <p:cNvPr id="1338" name="!!edt_cc_6_1" descr="Cuenta de control 6.1"/>
          <p:cNvSpPr/>
          <p:nvPr/>
        </p:nvSpPr>
        <p:spPr>
          <a:xfrm>
            <a:off x="822960" y="65836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6.1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Sala técnica Talca</a:t>
            </a:r>
          </a:p>
        </p:txBody>
      </p:sp>
      <p:sp>
        <p:nvSpPr>
          <p:cNvPr id="1339" name="!!edt_cc_6_2" descr="Cuenta de control 6.2"/>
          <p:cNvSpPr/>
          <p:nvPr/>
        </p:nvSpPr>
        <p:spPr>
          <a:xfrm>
            <a:off x="4178807" y="65836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6.2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Cableado</a:t>
            </a:r>
          </a:p>
        </p:txBody>
      </p:sp>
      <p:sp>
        <p:nvSpPr>
          <p:cNvPr id="1340" name="!!edt_cc_6_3" descr="Cuenta de control 6.3"/>
          <p:cNvSpPr/>
          <p:nvPr/>
        </p:nvSpPr>
        <p:spPr>
          <a:xfrm>
            <a:off x="7534655" y="65836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6.3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Racks y gabinetes</a:t>
            </a:r>
          </a:p>
        </p:txBody>
      </p:sp>
      <p:sp>
        <p:nvSpPr>
          <p:cNvPr id="1341" name="!!edt_cc_6_4" descr="Cuenta de control 6.4"/>
          <p:cNvSpPr/>
          <p:nvPr/>
        </p:nvSpPr>
        <p:spPr>
          <a:xfrm>
            <a:off x="10890503" y="65836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6.4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Seguridad física</a:t>
            </a:r>
          </a:p>
        </p:txBody>
      </p:sp>
      <p:sp>
        <p:nvSpPr>
          <p:cNvPr id="1342" name="!!edt_cc_6_5" descr="Cuenta de control 6.5"/>
          <p:cNvSpPr/>
          <p:nvPr/>
        </p:nvSpPr>
        <p:spPr>
          <a:xfrm>
            <a:off x="14246351" y="65836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6.5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Equipamiento de campo</a:t>
            </a:r>
          </a:p>
        </p:txBody>
      </p:sp>
      <p:sp>
        <p:nvSpPr>
          <p:cNvPr id="1343" name="!!edt_cc_6_6" descr="Cuenta de control 6.6"/>
          <p:cNvSpPr/>
          <p:nvPr/>
        </p:nvSpPr>
        <p:spPr>
          <a:xfrm>
            <a:off x="822960" y="7607808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6.6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Configuración de sitios</a:t>
            </a:r>
          </a:p>
        </p:txBody>
      </p:sp>
      <p:sp>
        <p:nvSpPr>
          <p:cNvPr id="1344" name="!!edt_cc_1_1" descr="Cuenta de control 1.1"/>
          <p:cNvSpPr/>
          <p:nvPr/>
        </p:nvSpPr>
        <p:spPr>
          <a:xfrm>
            <a:off x="93268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45" name="!!edt_cc_1_2" descr="Cuenta de control 1.2"/>
          <p:cNvSpPr/>
          <p:nvPr/>
        </p:nvSpPr>
        <p:spPr>
          <a:xfrm>
            <a:off x="123444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46" name="!!edt_cc_1_3" descr="Cuenta de control 1.3"/>
          <p:cNvSpPr/>
          <p:nvPr/>
        </p:nvSpPr>
        <p:spPr>
          <a:xfrm>
            <a:off x="153619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47" name="!!edt_cc_1_4" descr="Cuenta de control 1.4"/>
          <p:cNvSpPr/>
          <p:nvPr/>
        </p:nvSpPr>
        <p:spPr>
          <a:xfrm>
            <a:off x="1837943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48" name="!!edt_cc_1_5" descr="Cuenta de control 1.5"/>
          <p:cNvSpPr/>
          <p:nvPr/>
        </p:nvSpPr>
        <p:spPr>
          <a:xfrm>
            <a:off x="213969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49" name="!!edt_cc_1_6" descr="Cuenta de control 1.6"/>
          <p:cNvSpPr/>
          <p:nvPr/>
        </p:nvSpPr>
        <p:spPr>
          <a:xfrm>
            <a:off x="932688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50" name="!!edt_cc_1_7" descr="Cuenta de control 1.7"/>
          <p:cNvSpPr/>
          <p:nvPr/>
        </p:nvSpPr>
        <p:spPr>
          <a:xfrm>
            <a:off x="123444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51" name="!!edt_cc_1_8" descr="Cuenta de control 1.8"/>
          <p:cNvSpPr/>
          <p:nvPr/>
        </p:nvSpPr>
        <p:spPr>
          <a:xfrm>
            <a:off x="1536192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52" name="!!edt_cc_1_9" descr="Cuenta de control 1.9"/>
          <p:cNvSpPr/>
          <p:nvPr/>
        </p:nvSpPr>
        <p:spPr>
          <a:xfrm>
            <a:off x="1837943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53" name="!!edt_cc_2_1" descr="Cuenta de control 2.1"/>
          <p:cNvSpPr/>
          <p:nvPr/>
        </p:nvSpPr>
        <p:spPr>
          <a:xfrm>
            <a:off x="279400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54" name="!!edt_cc_2_2" descr="Cuenta de control 2.2"/>
          <p:cNvSpPr/>
          <p:nvPr/>
        </p:nvSpPr>
        <p:spPr>
          <a:xfrm>
            <a:off x="309575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55" name="!!edt_cc_2_3" descr="Cuenta de control 2.3"/>
          <p:cNvSpPr/>
          <p:nvPr/>
        </p:nvSpPr>
        <p:spPr>
          <a:xfrm>
            <a:off x="339750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56" name="!!edt_cc_2_4" descr="Cuenta de control 2.4"/>
          <p:cNvSpPr/>
          <p:nvPr/>
        </p:nvSpPr>
        <p:spPr>
          <a:xfrm>
            <a:off x="369925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57" name="!!edt_cc_2_5" descr="Cuenta de control 2.5"/>
          <p:cNvSpPr/>
          <p:nvPr/>
        </p:nvSpPr>
        <p:spPr>
          <a:xfrm>
            <a:off x="400100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58" name="!!edt_cc_2_6" descr="Cuenta de control 2.6"/>
          <p:cNvSpPr/>
          <p:nvPr/>
        </p:nvSpPr>
        <p:spPr>
          <a:xfrm>
            <a:off x="279400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59" name="!!edt_cc_3_1" descr="Cuenta de control 3.1"/>
          <p:cNvSpPr/>
          <p:nvPr/>
        </p:nvSpPr>
        <p:spPr>
          <a:xfrm>
            <a:off x="465531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60" name="!!edt_cc_3_2" descr="Cuenta de control 3.2"/>
          <p:cNvSpPr/>
          <p:nvPr/>
        </p:nvSpPr>
        <p:spPr>
          <a:xfrm>
            <a:off x="495706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61" name="!!edt_cc_3_3" descr="Cuenta de control 3.3"/>
          <p:cNvSpPr/>
          <p:nvPr/>
        </p:nvSpPr>
        <p:spPr>
          <a:xfrm>
            <a:off x="525881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62" name="!!edt_cc_3_4" descr="Cuenta de control 3.4"/>
          <p:cNvSpPr/>
          <p:nvPr/>
        </p:nvSpPr>
        <p:spPr>
          <a:xfrm>
            <a:off x="556056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63" name="!!edt_cc_3_5" descr="Cuenta de control 3.5"/>
          <p:cNvSpPr/>
          <p:nvPr/>
        </p:nvSpPr>
        <p:spPr>
          <a:xfrm>
            <a:off x="586232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64" name="!!edt_cc_3_6" descr="Cuenta de control 3.6"/>
          <p:cNvSpPr/>
          <p:nvPr/>
        </p:nvSpPr>
        <p:spPr>
          <a:xfrm>
            <a:off x="4655312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65" name="!!edt_cc_3_7" descr="Cuenta de control 3.7"/>
          <p:cNvSpPr/>
          <p:nvPr/>
        </p:nvSpPr>
        <p:spPr>
          <a:xfrm>
            <a:off x="4957064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66" name="!!edt_cc_3_8" descr="Cuenta de control 3.8"/>
          <p:cNvSpPr/>
          <p:nvPr/>
        </p:nvSpPr>
        <p:spPr>
          <a:xfrm>
            <a:off x="5258816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67" name="!!edt_cc_3_9" descr="Cuenta de control 3.9"/>
          <p:cNvSpPr/>
          <p:nvPr/>
        </p:nvSpPr>
        <p:spPr>
          <a:xfrm>
            <a:off x="5560568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68" name="!!edt_cc_3_10" descr="Cuenta de control 3.10"/>
          <p:cNvSpPr/>
          <p:nvPr/>
        </p:nvSpPr>
        <p:spPr>
          <a:xfrm>
            <a:off x="586232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69" name="!!edt_cc_3_11" descr="Cuenta de control 3.11"/>
          <p:cNvSpPr/>
          <p:nvPr/>
        </p:nvSpPr>
        <p:spPr>
          <a:xfrm>
            <a:off x="4655312" y="5449824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70" name="!!edt_cc_4_1" descr="Cuenta de control 4.1"/>
          <p:cNvSpPr/>
          <p:nvPr/>
        </p:nvSpPr>
        <p:spPr>
          <a:xfrm>
            <a:off x="651662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71" name="!!edt_cc_4_2" descr="Cuenta de control 4.2"/>
          <p:cNvSpPr/>
          <p:nvPr/>
        </p:nvSpPr>
        <p:spPr>
          <a:xfrm>
            <a:off x="681837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72" name="!!edt_cc_4_3" descr="Cuenta de control 4.3"/>
          <p:cNvSpPr/>
          <p:nvPr/>
        </p:nvSpPr>
        <p:spPr>
          <a:xfrm>
            <a:off x="712012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73" name="!!edt_cc_5_1" descr="Cuenta de control 5.1"/>
          <p:cNvSpPr/>
          <p:nvPr/>
        </p:nvSpPr>
        <p:spPr>
          <a:xfrm>
            <a:off x="837793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74" name="!!edt_cc_5_2" descr="Cuenta de control 5.2"/>
          <p:cNvSpPr/>
          <p:nvPr/>
        </p:nvSpPr>
        <p:spPr>
          <a:xfrm>
            <a:off x="8679688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75" name="!!edt_cc_5_3" descr="Cuenta de control 5.3"/>
          <p:cNvSpPr/>
          <p:nvPr/>
        </p:nvSpPr>
        <p:spPr>
          <a:xfrm>
            <a:off x="898144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76" name="!!edt_cc_5_4" descr="Cuenta de control 5.4"/>
          <p:cNvSpPr/>
          <p:nvPr/>
        </p:nvSpPr>
        <p:spPr>
          <a:xfrm>
            <a:off x="928319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77" name="!!edt_cc_7_1" descr="Cuenta de control 7.1"/>
          <p:cNvSpPr/>
          <p:nvPr/>
        </p:nvSpPr>
        <p:spPr>
          <a:xfrm>
            <a:off x="1210056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78" name="!!edt_cc_7_2" descr="Cuenta de control 7.2"/>
          <p:cNvSpPr/>
          <p:nvPr/>
        </p:nvSpPr>
        <p:spPr>
          <a:xfrm>
            <a:off x="1240231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79" name="!!edt_cc_7_3" descr="Cuenta de control 7.3"/>
          <p:cNvSpPr/>
          <p:nvPr/>
        </p:nvSpPr>
        <p:spPr>
          <a:xfrm>
            <a:off x="1270406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80" name="!!edt_cc_8_1" descr="Cuenta de control 8.1"/>
          <p:cNvSpPr/>
          <p:nvPr/>
        </p:nvSpPr>
        <p:spPr>
          <a:xfrm>
            <a:off x="13961872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81" name="!!edt_cc_8_2" descr="Cuenta de control 8.2"/>
          <p:cNvSpPr/>
          <p:nvPr/>
        </p:nvSpPr>
        <p:spPr>
          <a:xfrm>
            <a:off x="14263624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82" name="!!edt_cc_8_3" descr="Cuenta de control 8.3"/>
          <p:cNvSpPr/>
          <p:nvPr/>
        </p:nvSpPr>
        <p:spPr>
          <a:xfrm>
            <a:off x="14565376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83" name="!!edt_cc_8_4" descr="Cuenta de control 8.4"/>
          <p:cNvSpPr/>
          <p:nvPr/>
        </p:nvSpPr>
        <p:spPr>
          <a:xfrm>
            <a:off x="14867128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84" name="!!edt_cc_8_5" descr="Cuenta de control 8.5"/>
          <p:cNvSpPr/>
          <p:nvPr/>
        </p:nvSpPr>
        <p:spPr>
          <a:xfrm>
            <a:off x="15168880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85" name="!!edt_cc_9_1" descr="Cuenta de control 9.1"/>
          <p:cNvSpPr/>
          <p:nvPr/>
        </p:nvSpPr>
        <p:spPr>
          <a:xfrm>
            <a:off x="1582318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86" name="!!edt_cc_9_2" descr="Cuenta de control 9.2"/>
          <p:cNvSpPr/>
          <p:nvPr/>
        </p:nvSpPr>
        <p:spPr>
          <a:xfrm>
            <a:off x="1612493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304" name="!!deco_1438196a_2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305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367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29</a:t>
            </a:r>
          </a:p>
        </p:txBody>
      </p:sp>
      <p:sp>
        <p:nvSpPr>
          <p:cNvPr id="1368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EDT: así se organiza el trabajo</a:t>
            </a:r>
          </a:p>
        </p:txBody>
      </p:sp>
      <p:sp>
        <p:nvSpPr>
          <p:cNvPr id="1369" name="!!edt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>
                <a:solidFill>
                  <a:srgbClr val="FFFFFF"/>
                </a:solidFill>
                <a:latin typeface="Inter SemiBold"/>
              </a:rPr>
              <a:t>Proyecto LafroX · 222 paquetes de trabajo</a:t>
            </a:r>
          </a:p>
        </p:txBody>
      </p:sp>
      <p:cxnSp>
        <p:nvCxnSpPr>
          <p:cNvPr id="1370" name="Connector 1369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1" name="Connector 1370"/>
          <p:cNvCxnSpPr/>
          <p:nvPr/>
        </p:nvCxnSpPr>
        <p:spPr>
          <a:xfrm>
            <a:off x="1698752" y="2788920"/>
            <a:ext cx="14890496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2" name="Connector 1371"/>
          <p:cNvCxnSpPr/>
          <p:nvPr/>
        </p:nvCxnSpPr>
        <p:spPr>
          <a:xfrm>
            <a:off x="169875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3" name="!!ph1"/>
          <p:cNvSpPr/>
          <p:nvPr/>
        </p:nvSpPr>
        <p:spPr>
          <a:xfrm>
            <a:off x="82296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1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Inicio</a:t>
            </a:r>
          </a:p>
        </p:txBody>
      </p:sp>
      <p:sp>
        <p:nvSpPr>
          <p:cNvPr id="1374" name="!!phhh1"/>
          <p:cNvSpPr txBox="1"/>
          <p:nvPr/>
        </p:nvSpPr>
        <p:spPr>
          <a:xfrm>
            <a:off x="93268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6.920 HH</a:t>
            </a:r>
          </a:p>
        </p:txBody>
      </p:sp>
      <p:sp>
        <p:nvSpPr>
          <p:cNvPr id="1375" name="!!phcc1"/>
          <p:cNvSpPr txBox="1"/>
          <p:nvPr/>
        </p:nvSpPr>
        <p:spPr>
          <a:xfrm>
            <a:off x="93268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9 CC · 35 PT</a:t>
            </a:r>
          </a:p>
        </p:txBody>
      </p:sp>
      <p:cxnSp>
        <p:nvCxnSpPr>
          <p:cNvPr id="1376" name="Connector 1375"/>
          <p:cNvCxnSpPr/>
          <p:nvPr/>
        </p:nvCxnSpPr>
        <p:spPr>
          <a:xfrm>
            <a:off x="356006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7" name="!!ph2"/>
          <p:cNvSpPr/>
          <p:nvPr/>
        </p:nvSpPr>
        <p:spPr>
          <a:xfrm>
            <a:off x="268427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2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Elaboración</a:t>
            </a:r>
          </a:p>
        </p:txBody>
      </p:sp>
      <p:sp>
        <p:nvSpPr>
          <p:cNvPr id="1378" name="!!phhh2"/>
          <p:cNvSpPr txBox="1"/>
          <p:nvPr/>
        </p:nvSpPr>
        <p:spPr>
          <a:xfrm>
            <a:off x="279400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4.320 HH</a:t>
            </a:r>
          </a:p>
        </p:txBody>
      </p:sp>
      <p:sp>
        <p:nvSpPr>
          <p:cNvPr id="1379" name="!!phcc2"/>
          <p:cNvSpPr txBox="1"/>
          <p:nvPr/>
        </p:nvSpPr>
        <p:spPr>
          <a:xfrm>
            <a:off x="279400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18 PT</a:t>
            </a:r>
          </a:p>
        </p:txBody>
      </p:sp>
      <p:cxnSp>
        <p:nvCxnSpPr>
          <p:cNvPr id="1380" name="Connector 1379"/>
          <p:cNvCxnSpPr/>
          <p:nvPr/>
        </p:nvCxnSpPr>
        <p:spPr>
          <a:xfrm>
            <a:off x="542137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1" name="!!ph3"/>
          <p:cNvSpPr/>
          <p:nvPr/>
        </p:nvSpPr>
        <p:spPr>
          <a:xfrm>
            <a:off x="454558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3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Construcción</a:t>
            </a:r>
          </a:p>
        </p:txBody>
      </p:sp>
      <p:sp>
        <p:nvSpPr>
          <p:cNvPr id="1382" name="!!phhh3"/>
          <p:cNvSpPr txBox="1"/>
          <p:nvPr/>
        </p:nvSpPr>
        <p:spPr>
          <a:xfrm>
            <a:off x="465531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33.280 HH</a:t>
            </a:r>
          </a:p>
        </p:txBody>
      </p:sp>
      <p:sp>
        <p:nvSpPr>
          <p:cNvPr id="1383" name="!!phcc3"/>
          <p:cNvSpPr txBox="1"/>
          <p:nvPr/>
        </p:nvSpPr>
        <p:spPr>
          <a:xfrm>
            <a:off x="465531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11 CC · 79 PT</a:t>
            </a:r>
          </a:p>
        </p:txBody>
      </p:sp>
      <p:cxnSp>
        <p:nvCxnSpPr>
          <p:cNvPr id="1384" name="Connector 1383"/>
          <p:cNvCxnSpPr/>
          <p:nvPr/>
        </p:nvCxnSpPr>
        <p:spPr>
          <a:xfrm>
            <a:off x="728268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5" name="!!ph4"/>
          <p:cNvSpPr/>
          <p:nvPr/>
        </p:nvSpPr>
        <p:spPr>
          <a:xfrm>
            <a:off x="640689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4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Transición</a:t>
            </a:r>
          </a:p>
        </p:txBody>
      </p:sp>
      <p:sp>
        <p:nvSpPr>
          <p:cNvPr id="1386" name="!!phhh4"/>
          <p:cNvSpPr txBox="1"/>
          <p:nvPr/>
        </p:nvSpPr>
        <p:spPr>
          <a:xfrm>
            <a:off x="651662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20.672 HH</a:t>
            </a:r>
          </a:p>
        </p:txBody>
      </p:sp>
      <p:sp>
        <p:nvSpPr>
          <p:cNvPr id="1387" name="!!phcc4"/>
          <p:cNvSpPr txBox="1"/>
          <p:nvPr/>
        </p:nvSpPr>
        <p:spPr>
          <a:xfrm>
            <a:off x="651662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10 PT</a:t>
            </a:r>
          </a:p>
        </p:txBody>
      </p:sp>
      <p:cxnSp>
        <p:nvCxnSpPr>
          <p:cNvPr id="1388" name="Connector 1387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9" name="!!ph5"/>
          <p:cNvSpPr/>
          <p:nvPr/>
        </p:nvSpPr>
        <p:spPr>
          <a:xfrm>
            <a:off x="8268208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5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Adquisiciones</a:t>
            </a:r>
          </a:p>
        </p:txBody>
      </p:sp>
      <p:sp>
        <p:nvSpPr>
          <p:cNvPr id="1390" name="!!phhh5"/>
          <p:cNvSpPr txBox="1"/>
          <p:nvPr/>
        </p:nvSpPr>
        <p:spPr>
          <a:xfrm>
            <a:off x="8377936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1.040 HH</a:t>
            </a:r>
          </a:p>
        </p:txBody>
      </p:sp>
      <p:sp>
        <p:nvSpPr>
          <p:cNvPr id="1391" name="!!phcc5"/>
          <p:cNvSpPr txBox="1"/>
          <p:nvPr/>
        </p:nvSpPr>
        <p:spPr>
          <a:xfrm>
            <a:off x="8377936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4 CC · 13 PT</a:t>
            </a:r>
          </a:p>
        </p:txBody>
      </p:sp>
      <p:cxnSp>
        <p:nvCxnSpPr>
          <p:cNvPr id="1392" name="Connector 1391"/>
          <p:cNvCxnSpPr/>
          <p:nvPr/>
        </p:nvCxnSpPr>
        <p:spPr>
          <a:xfrm>
            <a:off x="1100531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3" name="!!ph6"/>
          <p:cNvSpPr/>
          <p:nvPr/>
        </p:nvSpPr>
        <p:spPr>
          <a:xfrm>
            <a:off x="1012952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6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Infraestructura</a:t>
            </a:r>
          </a:p>
        </p:txBody>
      </p:sp>
      <p:sp>
        <p:nvSpPr>
          <p:cNvPr id="1394" name="!!phhh6"/>
          <p:cNvSpPr txBox="1"/>
          <p:nvPr/>
        </p:nvSpPr>
        <p:spPr>
          <a:xfrm>
            <a:off x="1023924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3.840 HH</a:t>
            </a:r>
          </a:p>
        </p:txBody>
      </p:sp>
      <p:sp>
        <p:nvSpPr>
          <p:cNvPr id="1395" name="!!phcc6"/>
          <p:cNvSpPr txBox="1"/>
          <p:nvPr/>
        </p:nvSpPr>
        <p:spPr>
          <a:xfrm>
            <a:off x="1023924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24 PT</a:t>
            </a:r>
          </a:p>
        </p:txBody>
      </p:sp>
      <p:cxnSp>
        <p:nvCxnSpPr>
          <p:cNvPr id="1396" name="Connector 1395"/>
          <p:cNvCxnSpPr/>
          <p:nvPr/>
        </p:nvCxnSpPr>
        <p:spPr>
          <a:xfrm>
            <a:off x="12866624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7" name="!!ph7"/>
          <p:cNvSpPr/>
          <p:nvPr/>
        </p:nvSpPr>
        <p:spPr>
          <a:xfrm>
            <a:off x="11990832" y="3017520"/>
            <a:ext cx="175158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Fase 7</a:t>
            </a:r>
          </a:p>
          <a:p>
            <a:pPr algn="l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1398" name="!!phhh7"/>
          <p:cNvSpPr txBox="1"/>
          <p:nvPr/>
        </p:nvSpPr>
        <p:spPr>
          <a:xfrm>
            <a:off x="12100560" y="42336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4.736 HH</a:t>
            </a:r>
          </a:p>
        </p:txBody>
      </p:sp>
      <p:sp>
        <p:nvSpPr>
          <p:cNvPr id="1399" name="!!phcc7"/>
          <p:cNvSpPr txBox="1"/>
          <p:nvPr/>
        </p:nvSpPr>
        <p:spPr>
          <a:xfrm>
            <a:off x="12100560" y="45262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FFFFFF"/>
                </a:solidFill>
                <a:latin typeface="Inter"/>
              </a:rPr>
              <a:t>3 CC · 13 PT</a:t>
            </a:r>
          </a:p>
        </p:txBody>
      </p:sp>
      <p:cxnSp>
        <p:nvCxnSpPr>
          <p:cNvPr id="1400" name="Connector 1399"/>
          <p:cNvCxnSpPr/>
          <p:nvPr/>
        </p:nvCxnSpPr>
        <p:spPr>
          <a:xfrm>
            <a:off x="1472793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1" name="!!ph8"/>
          <p:cNvSpPr/>
          <p:nvPr/>
        </p:nvSpPr>
        <p:spPr>
          <a:xfrm>
            <a:off x="1385214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8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1402" name="!!phhh8"/>
          <p:cNvSpPr txBox="1"/>
          <p:nvPr/>
        </p:nvSpPr>
        <p:spPr>
          <a:xfrm>
            <a:off x="1396187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129.879 HH</a:t>
            </a:r>
          </a:p>
        </p:txBody>
      </p:sp>
      <p:sp>
        <p:nvSpPr>
          <p:cNvPr id="1403" name="!!phcc8"/>
          <p:cNvSpPr txBox="1"/>
          <p:nvPr/>
        </p:nvSpPr>
        <p:spPr>
          <a:xfrm>
            <a:off x="1396187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5 CC · 26 PT</a:t>
            </a:r>
          </a:p>
        </p:txBody>
      </p:sp>
      <p:cxnSp>
        <p:nvCxnSpPr>
          <p:cNvPr id="1404" name="Connector 1403"/>
          <p:cNvCxnSpPr/>
          <p:nvPr/>
        </p:nvCxnSpPr>
        <p:spPr>
          <a:xfrm>
            <a:off x="1658924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5" name="!!ph9"/>
          <p:cNvSpPr/>
          <p:nvPr/>
        </p:nvSpPr>
        <p:spPr>
          <a:xfrm>
            <a:off x="1571345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9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Cierre</a:t>
            </a:r>
          </a:p>
        </p:txBody>
      </p:sp>
      <p:sp>
        <p:nvSpPr>
          <p:cNvPr id="1406" name="!!phhh9"/>
          <p:cNvSpPr txBox="1"/>
          <p:nvPr/>
        </p:nvSpPr>
        <p:spPr>
          <a:xfrm>
            <a:off x="1582318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320 HH</a:t>
            </a:r>
          </a:p>
        </p:txBody>
      </p:sp>
      <p:sp>
        <p:nvSpPr>
          <p:cNvPr id="1407" name="!!phcc9"/>
          <p:cNvSpPr txBox="1"/>
          <p:nvPr/>
        </p:nvSpPr>
        <p:spPr>
          <a:xfrm>
            <a:off x="1582318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2 CC · 4 PT</a:t>
            </a:r>
          </a:p>
        </p:txBody>
      </p:sp>
      <p:sp>
        <p:nvSpPr>
          <p:cNvPr id="1408" name="TextBox 1407"/>
          <p:cNvSpPr txBox="1"/>
          <p:nvPr/>
        </p:nvSpPr>
        <p:spPr>
          <a:xfrm>
            <a:off x="822960" y="61722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FASE 7 · CAPACITACIÓN Y CAMBIO · 3 CUENTAS DE CONTROL</a:t>
            </a:r>
          </a:p>
        </p:txBody>
      </p:sp>
      <p:sp>
        <p:nvSpPr>
          <p:cNvPr id="1409" name="!!edt_cc_7_1" descr="Cuenta de control 7.1"/>
          <p:cNvSpPr/>
          <p:nvPr/>
        </p:nvSpPr>
        <p:spPr>
          <a:xfrm>
            <a:off x="822960" y="6583680"/>
            <a:ext cx="5455919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7.1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Capacitación por roles</a:t>
            </a:r>
          </a:p>
        </p:txBody>
      </p:sp>
      <p:sp>
        <p:nvSpPr>
          <p:cNvPr id="1410" name="!!edt_cc_7_2" descr="Cuenta de control 7.2"/>
          <p:cNvSpPr/>
          <p:nvPr/>
        </p:nvSpPr>
        <p:spPr>
          <a:xfrm>
            <a:off x="6416040" y="6583680"/>
            <a:ext cx="5455919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7.2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Gestión del cambio</a:t>
            </a:r>
          </a:p>
        </p:txBody>
      </p:sp>
      <p:sp>
        <p:nvSpPr>
          <p:cNvPr id="1411" name="!!edt_cc_7_3" descr="Cuenta de control 7.3"/>
          <p:cNvSpPr/>
          <p:nvPr/>
        </p:nvSpPr>
        <p:spPr>
          <a:xfrm>
            <a:off x="12009120" y="6583680"/>
            <a:ext cx="5455919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7.3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Evaluaciones y certificaciones</a:t>
            </a:r>
          </a:p>
        </p:txBody>
      </p:sp>
      <p:sp>
        <p:nvSpPr>
          <p:cNvPr id="1412" name="!!edt_cc_1_1" descr="Cuenta de control 1.1"/>
          <p:cNvSpPr/>
          <p:nvPr/>
        </p:nvSpPr>
        <p:spPr>
          <a:xfrm>
            <a:off x="93268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13" name="!!edt_cc_1_2" descr="Cuenta de control 1.2"/>
          <p:cNvSpPr/>
          <p:nvPr/>
        </p:nvSpPr>
        <p:spPr>
          <a:xfrm>
            <a:off x="123444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14" name="!!edt_cc_1_3" descr="Cuenta de control 1.3"/>
          <p:cNvSpPr/>
          <p:nvPr/>
        </p:nvSpPr>
        <p:spPr>
          <a:xfrm>
            <a:off x="153619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15" name="!!edt_cc_1_4" descr="Cuenta de control 1.4"/>
          <p:cNvSpPr/>
          <p:nvPr/>
        </p:nvSpPr>
        <p:spPr>
          <a:xfrm>
            <a:off x="1837943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16" name="!!edt_cc_1_5" descr="Cuenta de control 1.5"/>
          <p:cNvSpPr/>
          <p:nvPr/>
        </p:nvSpPr>
        <p:spPr>
          <a:xfrm>
            <a:off x="213969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17" name="!!edt_cc_1_6" descr="Cuenta de control 1.6"/>
          <p:cNvSpPr/>
          <p:nvPr/>
        </p:nvSpPr>
        <p:spPr>
          <a:xfrm>
            <a:off x="932688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18" name="!!edt_cc_1_7" descr="Cuenta de control 1.7"/>
          <p:cNvSpPr/>
          <p:nvPr/>
        </p:nvSpPr>
        <p:spPr>
          <a:xfrm>
            <a:off x="123444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19" name="!!edt_cc_1_8" descr="Cuenta de control 1.8"/>
          <p:cNvSpPr/>
          <p:nvPr/>
        </p:nvSpPr>
        <p:spPr>
          <a:xfrm>
            <a:off x="1536192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20" name="!!edt_cc_1_9" descr="Cuenta de control 1.9"/>
          <p:cNvSpPr/>
          <p:nvPr/>
        </p:nvSpPr>
        <p:spPr>
          <a:xfrm>
            <a:off x="1837943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21" name="!!edt_cc_2_1" descr="Cuenta de control 2.1"/>
          <p:cNvSpPr/>
          <p:nvPr/>
        </p:nvSpPr>
        <p:spPr>
          <a:xfrm>
            <a:off x="279400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22" name="!!edt_cc_2_2" descr="Cuenta de control 2.2"/>
          <p:cNvSpPr/>
          <p:nvPr/>
        </p:nvSpPr>
        <p:spPr>
          <a:xfrm>
            <a:off x="309575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23" name="!!edt_cc_2_3" descr="Cuenta de control 2.3"/>
          <p:cNvSpPr/>
          <p:nvPr/>
        </p:nvSpPr>
        <p:spPr>
          <a:xfrm>
            <a:off x="339750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24" name="!!edt_cc_2_4" descr="Cuenta de control 2.4"/>
          <p:cNvSpPr/>
          <p:nvPr/>
        </p:nvSpPr>
        <p:spPr>
          <a:xfrm>
            <a:off x="369925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25" name="!!edt_cc_2_5" descr="Cuenta de control 2.5"/>
          <p:cNvSpPr/>
          <p:nvPr/>
        </p:nvSpPr>
        <p:spPr>
          <a:xfrm>
            <a:off x="400100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26" name="!!edt_cc_2_6" descr="Cuenta de control 2.6"/>
          <p:cNvSpPr/>
          <p:nvPr/>
        </p:nvSpPr>
        <p:spPr>
          <a:xfrm>
            <a:off x="279400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27" name="!!edt_cc_3_1" descr="Cuenta de control 3.1"/>
          <p:cNvSpPr/>
          <p:nvPr/>
        </p:nvSpPr>
        <p:spPr>
          <a:xfrm>
            <a:off x="465531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28" name="!!edt_cc_3_2" descr="Cuenta de control 3.2"/>
          <p:cNvSpPr/>
          <p:nvPr/>
        </p:nvSpPr>
        <p:spPr>
          <a:xfrm>
            <a:off x="495706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29" name="!!edt_cc_3_3" descr="Cuenta de control 3.3"/>
          <p:cNvSpPr/>
          <p:nvPr/>
        </p:nvSpPr>
        <p:spPr>
          <a:xfrm>
            <a:off x="525881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30" name="!!edt_cc_3_4" descr="Cuenta de control 3.4"/>
          <p:cNvSpPr/>
          <p:nvPr/>
        </p:nvSpPr>
        <p:spPr>
          <a:xfrm>
            <a:off x="556056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31" name="!!edt_cc_3_5" descr="Cuenta de control 3.5"/>
          <p:cNvSpPr/>
          <p:nvPr/>
        </p:nvSpPr>
        <p:spPr>
          <a:xfrm>
            <a:off x="586232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32" name="!!edt_cc_3_6" descr="Cuenta de control 3.6"/>
          <p:cNvSpPr/>
          <p:nvPr/>
        </p:nvSpPr>
        <p:spPr>
          <a:xfrm>
            <a:off x="4655312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33" name="!!edt_cc_3_7" descr="Cuenta de control 3.7"/>
          <p:cNvSpPr/>
          <p:nvPr/>
        </p:nvSpPr>
        <p:spPr>
          <a:xfrm>
            <a:off x="4957064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34" name="!!edt_cc_3_8" descr="Cuenta de control 3.8"/>
          <p:cNvSpPr/>
          <p:nvPr/>
        </p:nvSpPr>
        <p:spPr>
          <a:xfrm>
            <a:off x="5258816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35" name="!!edt_cc_3_9" descr="Cuenta de control 3.9"/>
          <p:cNvSpPr/>
          <p:nvPr/>
        </p:nvSpPr>
        <p:spPr>
          <a:xfrm>
            <a:off x="5560568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36" name="!!edt_cc_3_10" descr="Cuenta de control 3.10"/>
          <p:cNvSpPr/>
          <p:nvPr/>
        </p:nvSpPr>
        <p:spPr>
          <a:xfrm>
            <a:off x="586232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37" name="!!edt_cc_3_11" descr="Cuenta de control 3.11"/>
          <p:cNvSpPr/>
          <p:nvPr/>
        </p:nvSpPr>
        <p:spPr>
          <a:xfrm>
            <a:off x="4655312" y="5449824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38" name="!!edt_cc_4_1" descr="Cuenta de control 4.1"/>
          <p:cNvSpPr/>
          <p:nvPr/>
        </p:nvSpPr>
        <p:spPr>
          <a:xfrm>
            <a:off x="651662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39" name="!!edt_cc_4_2" descr="Cuenta de control 4.2"/>
          <p:cNvSpPr/>
          <p:nvPr/>
        </p:nvSpPr>
        <p:spPr>
          <a:xfrm>
            <a:off x="681837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40" name="!!edt_cc_4_3" descr="Cuenta de control 4.3"/>
          <p:cNvSpPr/>
          <p:nvPr/>
        </p:nvSpPr>
        <p:spPr>
          <a:xfrm>
            <a:off x="712012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41" name="!!edt_cc_5_1" descr="Cuenta de control 5.1"/>
          <p:cNvSpPr/>
          <p:nvPr/>
        </p:nvSpPr>
        <p:spPr>
          <a:xfrm>
            <a:off x="837793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42" name="!!edt_cc_5_2" descr="Cuenta de control 5.2"/>
          <p:cNvSpPr/>
          <p:nvPr/>
        </p:nvSpPr>
        <p:spPr>
          <a:xfrm>
            <a:off x="8679688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43" name="!!edt_cc_5_3" descr="Cuenta de control 5.3"/>
          <p:cNvSpPr/>
          <p:nvPr/>
        </p:nvSpPr>
        <p:spPr>
          <a:xfrm>
            <a:off x="898144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44" name="!!edt_cc_5_4" descr="Cuenta de control 5.4"/>
          <p:cNvSpPr/>
          <p:nvPr/>
        </p:nvSpPr>
        <p:spPr>
          <a:xfrm>
            <a:off x="928319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45" name="!!edt_cc_6_1" descr="Cuenta de control 6.1"/>
          <p:cNvSpPr/>
          <p:nvPr/>
        </p:nvSpPr>
        <p:spPr>
          <a:xfrm>
            <a:off x="10239248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46" name="!!edt_cc_6_2" descr="Cuenta de control 6.2"/>
          <p:cNvSpPr/>
          <p:nvPr/>
        </p:nvSpPr>
        <p:spPr>
          <a:xfrm>
            <a:off x="1054100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47" name="!!edt_cc_6_3" descr="Cuenta de control 6.3"/>
          <p:cNvSpPr/>
          <p:nvPr/>
        </p:nvSpPr>
        <p:spPr>
          <a:xfrm>
            <a:off x="1084275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48" name="!!edt_cc_6_4" descr="Cuenta de control 6.4"/>
          <p:cNvSpPr/>
          <p:nvPr/>
        </p:nvSpPr>
        <p:spPr>
          <a:xfrm>
            <a:off x="1114450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49" name="!!edt_cc_6_5" descr="Cuenta de control 6.5"/>
          <p:cNvSpPr/>
          <p:nvPr/>
        </p:nvSpPr>
        <p:spPr>
          <a:xfrm>
            <a:off x="1144625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50" name="!!edt_cc_6_6" descr="Cuenta de control 6.6"/>
          <p:cNvSpPr/>
          <p:nvPr/>
        </p:nvSpPr>
        <p:spPr>
          <a:xfrm>
            <a:off x="10239248" y="5148072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51" name="!!edt_cc_8_1" descr="Cuenta de control 8.1"/>
          <p:cNvSpPr/>
          <p:nvPr/>
        </p:nvSpPr>
        <p:spPr>
          <a:xfrm>
            <a:off x="13961872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52" name="!!edt_cc_8_2" descr="Cuenta de control 8.2"/>
          <p:cNvSpPr/>
          <p:nvPr/>
        </p:nvSpPr>
        <p:spPr>
          <a:xfrm>
            <a:off x="14263624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53" name="!!edt_cc_8_3" descr="Cuenta de control 8.3"/>
          <p:cNvSpPr/>
          <p:nvPr/>
        </p:nvSpPr>
        <p:spPr>
          <a:xfrm>
            <a:off x="14565376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54" name="!!edt_cc_8_4" descr="Cuenta de control 8.4"/>
          <p:cNvSpPr/>
          <p:nvPr/>
        </p:nvSpPr>
        <p:spPr>
          <a:xfrm>
            <a:off x="14867128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55" name="!!edt_cc_8_5" descr="Cuenta de control 8.5"/>
          <p:cNvSpPr/>
          <p:nvPr/>
        </p:nvSpPr>
        <p:spPr>
          <a:xfrm>
            <a:off x="15168880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56" name="!!edt_cc_9_1" descr="Cuenta de control 9.1"/>
          <p:cNvSpPr/>
          <p:nvPr/>
        </p:nvSpPr>
        <p:spPr>
          <a:xfrm>
            <a:off x="1582318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57" name="!!edt_cc_9_2" descr="Cuenta de control 9.2"/>
          <p:cNvSpPr/>
          <p:nvPr/>
        </p:nvSpPr>
        <p:spPr>
          <a:xfrm>
            <a:off x="1612493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375" name="!!deco_1438196a_2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376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440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30</a:t>
            </a:r>
          </a:p>
        </p:txBody>
      </p:sp>
      <p:sp>
        <p:nvSpPr>
          <p:cNvPr id="1441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EDT: así se organiza el trabajo</a:t>
            </a:r>
          </a:p>
        </p:txBody>
      </p:sp>
      <p:sp>
        <p:nvSpPr>
          <p:cNvPr id="1442" name="!!edt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>
                <a:solidFill>
                  <a:srgbClr val="FFFFFF"/>
                </a:solidFill>
                <a:latin typeface="Inter SemiBold"/>
              </a:rPr>
              <a:t>Proyecto LafroX · 222 paquetes de trabajo</a:t>
            </a:r>
          </a:p>
        </p:txBody>
      </p:sp>
      <p:cxnSp>
        <p:nvCxnSpPr>
          <p:cNvPr id="1443" name="Connector 1442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4" name="Connector 1443"/>
          <p:cNvCxnSpPr/>
          <p:nvPr/>
        </p:nvCxnSpPr>
        <p:spPr>
          <a:xfrm>
            <a:off x="1698752" y="2788920"/>
            <a:ext cx="14890496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5" name="Connector 1444"/>
          <p:cNvCxnSpPr/>
          <p:nvPr/>
        </p:nvCxnSpPr>
        <p:spPr>
          <a:xfrm>
            <a:off x="169875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6" name="!!ph1"/>
          <p:cNvSpPr/>
          <p:nvPr/>
        </p:nvSpPr>
        <p:spPr>
          <a:xfrm>
            <a:off x="82296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1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Inicio</a:t>
            </a:r>
          </a:p>
        </p:txBody>
      </p:sp>
      <p:sp>
        <p:nvSpPr>
          <p:cNvPr id="1447" name="!!phhh1"/>
          <p:cNvSpPr txBox="1"/>
          <p:nvPr/>
        </p:nvSpPr>
        <p:spPr>
          <a:xfrm>
            <a:off x="93268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6.920 HH</a:t>
            </a:r>
          </a:p>
        </p:txBody>
      </p:sp>
      <p:sp>
        <p:nvSpPr>
          <p:cNvPr id="1448" name="!!phcc1"/>
          <p:cNvSpPr txBox="1"/>
          <p:nvPr/>
        </p:nvSpPr>
        <p:spPr>
          <a:xfrm>
            <a:off x="93268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9 CC · 35 PT</a:t>
            </a:r>
          </a:p>
        </p:txBody>
      </p:sp>
      <p:cxnSp>
        <p:nvCxnSpPr>
          <p:cNvPr id="1449" name="Connector 1448"/>
          <p:cNvCxnSpPr/>
          <p:nvPr/>
        </p:nvCxnSpPr>
        <p:spPr>
          <a:xfrm>
            <a:off x="356006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0" name="!!ph2"/>
          <p:cNvSpPr/>
          <p:nvPr/>
        </p:nvSpPr>
        <p:spPr>
          <a:xfrm>
            <a:off x="268427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2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Elaboración</a:t>
            </a:r>
          </a:p>
        </p:txBody>
      </p:sp>
      <p:sp>
        <p:nvSpPr>
          <p:cNvPr id="1451" name="!!phhh2"/>
          <p:cNvSpPr txBox="1"/>
          <p:nvPr/>
        </p:nvSpPr>
        <p:spPr>
          <a:xfrm>
            <a:off x="279400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4.320 HH</a:t>
            </a:r>
          </a:p>
        </p:txBody>
      </p:sp>
      <p:sp>
        <p:nvSpPr>
          <p:cNvPr id="1452" name="!!phcc2"/>
          <p:cNvSpPr txBox="1"/>
          <p:nvPr/>
        </p:nvSpPr>
        <p:spPr>
          <a:xfrm>
            <a:off x="279400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18 PT</a:t>
            </a:r>
          </a:p>
        </p:txBody>
      </p:sp>
      <p:cxnSp>
        <p:nvCxnSpPr>
          <p:cNvPr id="1453" name="Connector 1452"/>
          <p:cNvCxnSpPr/>
          <p:nvPr/>
        </p:nvCxnSpPr>
        <p:spPr>
          <a:xfrm>
            <a:off x="542137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4" name="!!ph3"/>
          <p:cNvSpPr/>
          <p:nvPr/>
        </p:nvSpPr>
        <p:spPr>
          <a:xfrm>
            <a:off x="454558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3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Construcción</a:t>
            </a:r>
          </a:p>
        </p:txBody>
      </p:sp>
      <p:sp>
        <p:nvSpPr>
          <p:cNvPr id="1455" name="!!phhh3"/>
          <p:cNvSpPr txBox="1"/>
          <p:nvPr/>
        </p:nvSpPr>
        <p:spPr>
          <a:xfrm>
            <a:off x="465531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33.280 HH</a:t>
            </a:r>
          </a:p>
        </p:txBody>
      </p:sp>
      <p:sp>
        <p:nvSpPr>
          <p:cNvPr id="1456" name="!!phcc3"/>
          <p:cNvSpPr txBox="1"/>
          <p:nvPr/>
        </p:nvSpPr>
        <p:spPr>
          <a:xfrm>
            <a:off x="465531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11 CC · 79 PT</a:t>
            </a:r>
          </a:p>
        </p:txBody>
      </p:sp>
      <p:cxnSp>
        <p:nvCxnSpPr>
          <p:cNvPr id="1457" name="Connector 1456"/>
          <p:cNvCxnSpPr/>
          <p:nvPr/>
        </p:nvCxnSpPr>
        <p:spPr>
          <a:xfrm>
            <a:off x="728268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8" name="!!ph4"/>
          <p:cNvSpPr/>
          <p:nvPr/>
        </p:nvSpPr>
        <p:spPr>
          <a:xfrm>
            <a:off x="640689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4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Transición</a:t>
            </a:r>
          </a:p>
        </p:txBody>
      </p:sp>
      <p:sp>
        <p:nvSpPr>
          <p:cNvPr id="1459" name="!!phhh4"/>
          <p:cNvSpPr txBox="1"/>
          <p:nvPr/>
        </p:nvSpPr>
        <p:spPr>
          <a:xfrm>
            <a:off x="651662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20.672 HH</a:t>
            </a:r>
          </a:p>
        </p:txBody>
      </p:sp>
      <p:sp>
        <p:nvSpPr>
          <p:cNvPr id="1460" name="!!phcc4"/>
          <p:cNvSpPr txBox="1"/>
          <p:nvPr/>
        </p:nvSpPr>
        <p:spPr>
          <a:xfrm>
            <a:off x="651662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10 PT</a:t>
            </a:r>
          </a:p>
        </p:txBody>
      </p:sp>
      <p:cxnSp>
        <p:nvCxnSpPr>
          <p:cNvPr id="1461" name="Connector 1460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2" name="!!ph5"/>
          <p:cNvSpPr/>
          <p:nvPr/>
        </p:nvSpPr>
        <p:spPr>
          <a:xfrm>
            <a:off x="8268208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5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Adquisiciones</a:t>
            </a:r>
          </a:p>
        </p:txBody>
      </p:sp>
      <p:sp>
        <p:nvSpPr>
          <p:cNvPr id="1463" name="!!phhh5"/>
          <p:cNvSpPr txBox="1"/>
          <p:nvPr/>
        </p:nvSpPr>
        <p:spPr>
          <a:xfrm>
            <a:off x="8377936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1.040 HH</a:t>
            </a:r>
          </a:p>
        </p:txBody>
      </p:sp>
      <p:sp>
        <p:nvSpPr>
          <p:cNvPr id="1464" name="!!phcc5"/>
          <p:cNvSpPr txBox="1"/>
          <p:nvPr/>
        </p:nvSpPr>
        <p:spPr>
          <a:xfrm>
            <a:off x="8377936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4 CC · 13 PT</a:t>
            </a:r>
          </a:p>
        </p:txBody>
      </p:sp>
      <p:cxnSp>
        <p:nvCxnSpPr>
          <p:cNvPr id="1465" name="Connector 1464"/>
          <p:cNvCxnSpPr/>
          <p:nvPr/>
        </p:nvCxnSpPr>
        <p:spPr>
          <a:xfrm>
            <a:off x="1100531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6" name="!!ph6"/>
          <p:cNvSpPr/>
          <p:nvPr/>
        </p:nvSpPr>
        <p:spPr>
          <a:xfrm>
            <a:off x="1012952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6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Infraestructura</a:t>
            </a:r>
          </a:p>
        </p:txBody>
      </p:sp>
      <p:sp>
        <p:nvSpPr>
          <p:cNvPr id="1467" name="!!phhh6"/>
          <p:cNvSpPr txBox="1"/>
          <p:nvPr/>
        </p:nvSpPr>
        <p:spPr>
          <a:xfrm>
            <a:off x="1023924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3.840 HH</a:t>
            </a:r>
          </a:p>
        </p:txBody>
      </p:sp>
      <p:sp>
        <p:nvSpPr>
          <p:cNvPr id="1468" name="!!phcc6"/>
          <p:cNvSpPr txBox="1"/>
          <p:nvPr/>
        </p:nvSpPr>
        <p:spPr>
          <a:xfrm>
            <a:off x="1023924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24 PT</a:t>
            </a:r>
          </a:p>
        </p:txBody>
      </p:sp>
      <p:cxnSp>
        <p:nvCxnSpPr>
          <p:cNvPr id="1469" name="Connector 1468"/>
          <p:cNvCxnSpPr/>
          <p:nvPr/>
        </p:nvCxnSpPr>
        <p:spPr>
          <a:xfrm>
            <a:off x="1286662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0" name="!!ph7"/>
          <p:cNvSpPr/>
          <p:nvPr/>
        </p:nvSpPr>
        <p:spPr>
          <a:xfrm>
            <a:off x="1199083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7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1471" name="!!phhh7"/>
          <p:cNvSpPr txBox="1"/>
          <p:nvPr/>
        </p:nvSpPr>
        <p:spPr>
          <a:xfrm>
            <a:off x="1210056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4.736 HH</a:t>
            </a:r>
          </a:p>
        </p:txBody>
      </p:sp>
      <p:sp>
        <p:nvSpPr>
          <p:cNvPr id="1472" name="!!phcc7"/>
          <p:cNvSpPr txBox="1"/>
          <p:nvPr/>
        </p:nvSpPr>
        <p:spPr>
          <a:xfrm>
            <a:off x="1210056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13 PT</a:t>
            </a:r>
          </a:p>
        </p:txBody>
      </p:sp>
      <p:cxnSp>
        <p:nvCxnSpPr>
          <p:cNvPr id="1473" name="Connector 1472"/>
          <p:cNvCxnSpPr/>
          <p:nvPr/>
        </p:nvCxnSpPr>
        <p:spPr>
          <a:xfrm>
            <a:off x="14727936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4" name="!!ph8"/>
          <p:cNvSpPr/>
          <p:nvPr/>
        </p:nvSpPr>
        <p:spPr>
          <a:xfrm>
            <a:off x="13852144" y="3017520"/>
            <a:ext cx="175158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Fase 8</a:t>
            </a:r>
          </a:p>
          <a:p>
            <a:pPr algn="l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1475" name="!!phhh8"/>
          <p:cNvSpPr txBox="1"/>
          <p:nvPr/>
        </p:nvSpPr>
        <p:spPr>
          <a:xfrm>
            <a:off x="13961872" y="42336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129.879 HH</a:t>
            </a:r>
          </a:p>
        </p:txBody>
      </p:sp>
      <p:sp>
        <p:nvSpPr>
          <p:cNvPr id="1476" name="!!phcc8"/>
          <p:cNvSpPr txBox="1"/>
          <p:nvPr/>
        </p:nvSpPr>
        <p:spPr>
          <a:xfrm>
            <a:off x="13961872" y="45262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FFFFFF"/>
                </a:solidFill>
                <a:latin typeface="Inter"/>
              </a:rPr>
              <a:t>5 CC · 26 PT</a:t>
            </a:r>
          </a:p>
        </p:txBody>
      </p:sp>
      <p:cxnSp>
        <p:nvCxnSpPr>
          <p:cNvPr id="1477" name="Connector 1476"/>
          <p:cNvCxnSpPr/>
          <p:nvPr/>
        </p:nvCxnSpPr>
        <p:spPr>
          <a:xfrm>
            <a:off x="1658924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8" name="!!ph9"/>
          <p:cNvSpPr/>
          <p:nvPr/>
        </p:nvSpPr>
        <p:spPr>
          <a:xfrm>
            <a:off x="1571345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9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Cierre</a:t>
            </a:r>
          </a:p>
        </p:txBody>
      </p:sp>
      <p:sp>
        <p:nvSpPr>
          <p:cNvPr id="1479" name="!!phhh9"/>
          <p:cNvSpPr txBox="1"/>
          <p:nvPr/>
        </p:nvSpPr>
        <p:spPr>
          <a:xfrm>
            <a:off x="1582318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320 HH</a:t>
            </a:r>
          </a:p>
        </p:txBody>
      </p:sp>
      <p:sp>
        <p:nvSpPr>
          <p:cNvPr id="1480" name="!!phcc9"/>
          <p:cNvSpPr txBox="1"/>
          <p:nvPr/>
        </p:nvSpPr>
        <p:spPr>
          <a:xfrm>
            <a:off x="1582318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2 CC · 4 PT</a:t>
            </a:r>
          </a:p>
        </p:txBody>
      </p:sp>
      <p:sp>
        <p:nvSpPr>
          <p:cNvPr id="1481" name="TextBox 1480"/>
          <p:cNvSpPr txBox="1"/>
          <p:nvPr/>
        </p:nvSpPr>
        <p:spPr>
          <a:xfrm>
            <a:off x="822960" y="61722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FASE 8 · OPERACIÓN Y SOPORTE · 5 CUENTAS DE CONTROL</a:t>
            </a:r>
          </a:p>
        </p:txBody>
      </p:sp>
      <p:sp>
        <p:nvSpPr>
          <p:cNvPr id="1482" name="!!edt_cc_8_1" descr="Cuenta de control 8.1"/>
          <p:cNvSpPr/>
          <p:nvPr/>
        </p:nvSpPr>
        <p:spPr>
          <a:xfrm>
            <a:off x="822960" y="65836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8.1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Servicios de operación</a:t>
            </a:r>
          </a:p>
        </p:txBody>
      </p:sp>
      <p:sp>
        <p:nvSpPr>
          <p:cNvPr id="1483" name="!!edt_cc_8_2" descr="Cuenta de control 8.2"/>
          <p:cNvSpPr/>
          <p:nvPr/>
        </p:nvSpPr>
        <p:spPr>
          <a:xfrm>
            <a:off x="4178807" y="65836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8.2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Mantenimiento</a:t>
            </a:r>
          </a:p>
        </p:txBody>
      </p:sp>
      <p:sp>
        <p:nvSpPr>
          <p:cNvPr id="1484" name="!!edt_cc_8_3" descr="Cuenta de control 8.3"/>
          <p:cNvSpPr/>
          <p:nvPr/>
        </p:nvSpPr>
        <p:spPr>
          <a:xfrm>
            <a:off x="7534655" y="65836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8.3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Innovaciones</a:t>
            </a:r>
          </a:p>
        </p:txBody>
      </p:sp>
      <p:sp>
        <p:nvSpPr>
          <p:cNvPr id="1485" name="!!edt_cc_8_4" descr="Cuenta de control 8.4"/>
          <p:cNvSpPr/>
          <p:nvPr/>
        </p:nvSpPr>
        <p:spPr>
          <a:xfrm>
            <a:off x="10890503" y="65836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8.4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Informes periódicos</a:t>
            </a:r>
          </a:p>
        </p:txBody>
      </p:sp>
      <p:sp>
        <p:nvSpPr>
          <p:cNvPr id="1486" name="!!edt_cc_8_5" descr="Cuenta de control 8.5"/>
          <p:cNvSpPr/>
          <p:nvPr/>
        </p:nvSpPr>
        <p:spPr>
          <a:xfrm>
            <a:off x="14246351" y="65836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8.5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Transferencia</a:t>
            </a:r>
          </a:p>
        </p:txBody>
      </p:sp>
      <p:sp>
        <p:nvSpPr>
          <p:cNvPr id="1487" name="!!edt_cc_1_1" descr="Cuenta de control 1.1"/>
          <p:cNvSpPr/>
          <p:nvPr/>
        </p:nvSpPr>
        <p:spPr>
          <a:xfrm>
            <a:off x="93268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88" name="!!edt_cc_1_2" descr="Cuenta de control 1.2"/>
          <p:cNvSpPr/>
          <p:nvPr/>
        </p:nvSpPr>
        <p:spPr>
          <a:xfrm>
            <a:off x="123444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89" name="!!edt_cc_1_3" descr="Cuenta de control 1.3"/>
          <p:cNvSpPr/>
          <p:nvPr/>
        </p:nvSpPr>
        <p:spPr>
          <a:xfrm>
            <a:off x="153619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90" name="!!edt_cc_1_4" descr="Cuenta de control 1.4"/>
          <p:cNvSpPr/>
          <p:nvPr/>
        </p:nvSpPr>
        <p:spPr>
          <a:xfrm>
            <a:off x="1837943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91" name="!!edt_cc_1_5" descr="Cuenta de control 1.5"/>
          <p:cNvSpPr/>
          <p:nvPr/>
        </p:nvSpPr>
        <p:spPr>
          <a:xfrm>
            <a:off x="213969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92" name="!!edt_cc_1_6" descr="Cuenta de control 1.6"/>
          <p:cNvSpPr/>
          <p:nvPr/>
        </p:nvSpPr>
        <p:spPr>
          <a:xfrm>
            <a:off x="932688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93" name="!!edt_cc_1_7" descr="Cuenta de control 1.7"/>
          <p:cNvSpPr/>
          <p:nvPr/>
        </p:nvSpPr>
        <p:spPr>
          <a:xfrm>
            <a:off x="123444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94" name="!!edt_cc_1_8" descr="Cuenta de control 1.8"/>
          <p:cNvSpPr/>
          <p:nvPr/>
        </p:nvSpPr>
        <p:spPr>
          <a:xfrm>
            <a:off x="1536192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95" name="!!edt_cc_1_9" descr="Cuenta de control 1.9"/>
          <p:cNvSpPr/>
          <p:nvPr/>
        </p:nvSpPr>
        <p:spPr>
          <a:xfrm>
            <a:off x="1837943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96" name="!!edt_cc_2_1" descr="Cuenta de control 2.1"/>
          <p:cNvSpPr/>
          <p:nvPr/>
        </p:nvSpPr>
        <p:spPr>
          <a:xfrm>
            <a:off x="279400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97" name="!!edt_cc_2_2" descr="Cuenta de control 2.2"/>
          <p:cNvSpPr/>
          <p:nvPr/>
        </p:nvSpPr>
        <p:spPr>
          <a:xfrm>
            <a:off x="309575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98" name="!!edt_cc_2_3" descr="Cuenta de control 2.3"/>
          <p:cNvSpPr/>
          <p:nvPr/>
        </p:nvSpPr>
        <p:spPr>
          <a:xfrm>
            <a:off x="339750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99" name="!!edt_cc_2_4" descr="Cuenta de control 2.4"/>
          <p:cNvSpPr/>
          <p:nvPr/>
        </p:nvSpPr>
        <p:spPr>
          <a:xfrm>
            <a:off x="369925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00" name="!!edt_cc_2_5" descr="Cuenta de control 2.5"/>
          <p:cNvSpPr/>
          <p:nvPr/>
        </p:nvSpPr>
        <p:spPr>
          <a:xfrm>
            <a:off x="400100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01" name="!!edt_cc_2_6" descr="Cuenta de control 2.6"/>
          <p:cNvSpPr/>
          <p:nvPr/>
        </p:nvSpPr>
        <p:spPr>
          <a:xfrm>
            <a:off x="279400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02" name="!!edt_cc_3_1" descr="Cuenta de control 3.1"/>
          <p:cNvSpPr/>
          <p:nvPr/>
        </p:nvSpPr>
        <p:spPr>
          <a:xfrm>
            <a:off x="465531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03" name="!!edt_cc_3_2" descr="Cuenta de control 3.2"/>
          <p:cNvSpPr/>
          <p:nvPr/>
        </p:nvSpPr>
        <p:spPr>
          <a:xfrm>
            <a:off x="495706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04" name="!!edt_cc_3_3" descr="Cuenta de control 3.3"/>
          <p:cNvSpPr/>
          <p:nvPr/>
        </p:nvSpPr>
        <p:spPr>
          <a:xfrm>
            <a:off x="525881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05" name="!!edt_cc_3_4" descr="Cuenta de control 3.4"/>
          <p:cNvSpPr/>
          <p:nvPr/>
        </p:nvSpPr>
        <p:spPr>
          <a:xfrm>
            <a:off x="556056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06" name="!!edt_cc_3_5" descr="Cuenta de control 3.5"/>
          <p:cNvSpPr/>
          <p:nvPr/>
        </p:nvSpPr>
        <p:spPr>
          <a:xfrm>
            <a:off x="586232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07" name="!!edt_cc_3_6" descr="Cuenta de control 3.6"/>
          <p:cNvSpPr/>
          <p:nvPr/>
        </p:nvSpPr>
        <p:spPr>
          <a:xfrm>
            <a:off x="4655312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08" name="!!edt_cc_3_7" descr="Cuenta de control 3.7"/>
          <p:cNvSpPr/>
          <p:nvPr/>
        </p:nvSpPr>
        <p:spPr>
          <a:xfrm>
            <a:off x="4957064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09" name="!!edt_cc_3_8" descr="Cuenta de control 3.8"/>
          <p:cNvSpPr/>
          <p:nvPr/>
        </p:nvSpPr>
        <p:spPr>
          <a:xfrm>
            <a:off x="5258816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10" name="!!edt_cc_3_9" descr="Cuenta de control 3.9"/>
          <p:cNvSpPr/>
          <p:nvPr/>
        </p:nvSpPr>
        <p:spPr>
          <a:xfrm>
            <a:off x="5560568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11" name="!!edt_cc_3_10" descr="Cuenta de control 3.10"/>
          <p:cNvSpPr/>
          <p:nvPr/>
        </p:nvSpPr>
        <p:spPr>
          <a:xfrm>
            <a:off x="586232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12" name="!!edt_cc_3_11" descr="Cuenta de control 3.11"/>
          <p:cNvSpPr/>
          <p:nvPr/>
        </p:nvSpPr>
        <p:spPr>
          <a:xfrm>
            <a:off x="4655312" y="5449824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13" name="!!edt_cc_4_1" descr="Cuenta de control 4.1"/>
          <p:cNvSpPr/>
          <p:nvPr/>
        </p:nvSpPr>
        <p:spPr>
          <a:xfrm>
            <a:off x="651662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14" name="!!edt_cc_4_2" descr="Cuenta de control 4.2"/>
          <p:cNvSpPr/>
          <p:nvPr/>
        </p:nvSpPr>
        <p:spPr>
          <a:xfrm>
            <a:off x="681837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15" name="!!edt_cc_4_3" descr="Cuenta de control 4.3"/>
          <p:cNvSpPr/>
          <p:nvPr/>
        </p:nvSpPr>
        <p:spPr>
          <a:xfrm>
            <a:off x="712012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16" name="!!edt_cc_5_1" descr="Cuenta de control 5.1"/>
          <p:cNvSpPr/>
          <p:nvPr/>
        </p:nvSpPr>
        <p:spPr>
          <a:xfrm>
            <a:off x="837793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17" name="!!edt_cc_5_2" descr="Cuenta de control 5.2"/>
          <p:cNvSpPr/>
          <p:nvPr/>
        </p:nvSpPr>
        <p:spPr>
          <a:xfrm>
            <a:off x="8679688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18" name="!!edt_cc_5_3" descr="Cuenta de control 5.3"/>
          <p:cNvSpPr/>
          <p:nvPr/>
        </p:nvSpPr>
        <p:spPr>
          <a:xfrm>
            <a:off x="898144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19" name="!!edt_cc_5_4" descr="Cuenta de control 5.4"/>
          <p:cNvSpPr/>
          <p:nvPr/>
        </p:nvSpPr>
        <p:spPr>
          <a:xfrm>
            <a:off x="928319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20" name="!!edt_cc_6_1" descr="Cuenta de control 6.1"/>
          <p:cNvSpPr/>
          <p:nvPr/>
        </p:nvSpPr>
        <p:spPr>
          <a:xfrm>
            <a:off x="10239248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21" name="!!edt_cc_6_2" descr="Cuenta de control 6.2"/>
          <p:cNvSpPr/>
          <p:nvPr/>
        </p:nvSpPr>
        <p:spPr>
          <a:xfrm>
            <a:off x="1054100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22" name="!!edt_cc_6_3" descr="Cuenta de control 6.3"/>
          <p:cNvSpPr/>
          <p:nvPr/>
        </p:nvSpPr>
        <p:spPr>
          <a:xfrm>
            <a:off x="1084275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23" name="!!edt_cc_6_4" descr="Cuenta de control 6.4"/>
          <p:cNvSpPr/>
          <p:nvPr/>
        </p:nvSpPr>
        <p:spPr>
          <a:xfrm>
            <a:off x="1114450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24" name="!!edt_cc_6_5" descr="Cuenta de control 6.5"/>
          <p:cNvSpPr/>
          <p:nvPr/>
        </p:nvSpPr>
        <p:spPr>
          <a:xfrm>
            <a:off x="1144625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25" name="!!edt_cc_6_6" descr="Cuenta de control 6.6"/>
          <p:cNvSpPr/>
          <p:nvPr/>
        </p:nvSpPr>
        <p:spPr>
          <a:xfrm>
            <a:off x="10239248" y="5148072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26" name="!!edt_cc_7_1" descr="Cuenta de control 7.1"/>
          <p:cNvSpPr/>
          <p:nvPr/>
        </p:nvSpPr>
        <p:spPr>
          <a:xfrm>
            <a:off x="1210056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27" name="!!edt_cc_7_2" descr="Cuenta de control 7.2"/>
          <p:cNvSpPr/>
          <p:nvPr/>
        </p:nvSpPr>
        <p:spPr>
          <a:xfrm>
            <a:off x="1240231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28" name="!!edt_cc_7_3" descr="Cuenta de control 7.3"/>
          <p:cNvSpPr/>
          <p:nvPr/>
        </p:nvSpPr>
        <p:spPr>
          <a:xfrm>
            <a:off x="1270406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29" name="!!edt_cc_9_1" descr="Cuenta de control 9.1"/>
          <p:cNvSpPr/>
          <p:nvPr/>
        </p:nvSpPr>
        <p:spPr>
          <a:xfrm>
            <a:off x="1582318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30" name="!!edt_cc_9_2" descr="Cuenta de control 9.2"/>
          <p:cNvSpPr/>
          <p:nvPr/>
        </p:nvSpPr>
        <p:spPr>
          <a:xfrm>
            <a:off x="1612493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6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448" name="!!deco_1438196a_2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449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510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31</a:t>
            </a:r>
          </a:p>
        </p:txBody>
      </p:sp>
      <p:sp>
        <p:nvSpPr>
          <p:cNvPr id="1511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EDT: así se organiza el trabajo</a:t>
            </a:r>
          </a:p>
        </p:txBody>
      </p:sp>
      <p:sp>
        <p:nvSpPr>
          <p:cNvPr id="1512" name="!!edt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>
                <a:solidFill>
                  <a:srgbClr val="FFFFFF"/>
                </a:solidFill>
                <a:latin typeface="Inter SemiBold"/>
              </a:rPr>
              <a:t>Proyecto LafroX · 222 paquetes de trabajo</a:t>
            </a:r>
          </a:p>
        </p:txBody>
      </p:sp>
      <p:cxnSp>
        <p:nvCxnSpPr>
          <p:cNvPr id="1513" name="Connector 1512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4" name="Connector 1513"/>
          <p:cNvCxnSpPr/>
          <p:nvPr/>
        </p:nvCxnSpPr>
        <p:spPr>
          <a:xfrm>
            <a:off x="1698752" y="2788920"/>
            <a:ext cx="14890496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5" name="Connector 1514"/>
          <p:cNvCxnSpPr/>
          <p:nvPr/>
        </p:nvCxnSpPr>
        <p:spPr>
          <a:xfrm>
            <a:off x="169875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6" name="!!ph1"/>
          <p:cNvSpPr/>
          <p:nvPr/>
        </p:nvSpPr>
        <p:spPr>
          <a:xfrm>
            <a:off x="82296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1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Inicio</a:t>
            </a:r>
          </a:p>
        </p:txBody>
      </p:sp>
      <p:sp>
        <p:nvSpPr>
          <p:cNvPr id="1517" name="!!phhh1"/>
          <p:cNvSpPr txBox="1"/>
          <p:nvPr/>
        </p:nvSpPr>
        <p:spPr>
          <a:xfrm>
            <a:off x="93268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6.920 HH</a:t>
            </a:r>
          </a:p>
        </p:txBody>
      </p:sp>
      <p:sp>
        <p:nvSpPr>
          <p:cNvPr id="1518" name="!!phcc1"/>
          <p:cNvSpPr txBox="1"/>
          <p:nvPr/>
        </p:nvSpPr>
        <p:spPr>
          <a:xfrm>
            <a:off x="93268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9 CC · 35 PT</a:t>
            </a:r>
          </a:p>
        </p:txBody>
      </p:sp>
      <p:cxnSp>
        <p:nvCxnSpPr>
          <p:cNvPr id="1519" name="Connector 1518"/>
          <p:cNvCxnSpPr/>
          <p:nvPr/>
        </p:nvCxnSpPr>
        <p:spPr>
          <a:xfrm>
            <a:off x="356006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0" name="!!ph2"/>
          <p:cNvSpPr/>
          <p:nvPr/>
        </p:nvSpPr>
        <p:spPr>
          <a:xfrm>
            <a:off x="268427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2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Elaboración</a:t>
            </a:r>
          </a:p>
        </p:txBody>
      </p:sp>
      <p:sp>
        <p:nvSpPr>
          <p:cNvPr id="1521" name="!!phhh2"/>
          <p:cNvSpPr txBox="1"/>
          <p:nvPr/>
        </p:nvSpPr>
        <p:spPr>
          <a:xfrm>
            <a:off x="279400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4.320 HH</a:t>
            </a:r>
          </a:p>
        </p:txBody>
      </p:sp>
      <p:sp>
        <p:nvSpPr>
          <p:cNvPr id="1522" name="!!phcc2"/>
          <p:cNvSpPr txBox="1"/>
          <p:nvPr/>
        </p:nvSpPr>
        <p:spPr>
          <a:xfrm>
            <a:off x="279400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18 PT</a:t>
            </a:r>
          </a:p>
        </p:txBody>
      </p:sp>
      <p:cxnSp>
        <p:nvCxnSpPr>
          <p:cNvPr id="1523" name="Connector 1522"/>
          <p:cNvCxnSpPr/>
          <p:nvPr/>
        </p:nvCxnSpPr>
        <p:spPr>
          <a:xfrm>
            <a:off x="542137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4" name="!!ph3"/>
          <p:cNvSpPr/>
          <p:nvPr/>
        </p:nvSpPr>
        <p:spPr>
          <a:xfrm>
            <a:off x="454558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3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Construcción</a:t>
            </a:r>
          </a:p>
        </p:txBody>
      </p:sp>
      <p:sp>
        <p:nvSpPr>
          <p:cNvPr id="1525" name="!!phhh3"/>
          <p:cNvSpPr txBox="1"/>
          <p:nvPr/>
        </p:nvSpPr>
        <p:spPr>
          <a:xfrm>
            <a:off x="465531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33.280 HH</a:t>
            </a:r>
          </a:p>
        </p:txBody>
      </p:sp>
      <p:sp>
        <p:nvSpPr>
          <p:cNvPr id="1526" name="!!phcc3"/>
          <p:cNvSpPr txBox="1"/>
          <p:nvPr/>
        </p:nvSpPr>
        <p:spPr>
          <a:xfrm>
            <a:off x="465531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11 CC · 79 PT</a:t>
            </a:r>
          </a:p>
        </p:txBody>
      </p:sp>
      <p:cxnSp>
        <p:nvCxnSpPr>
          <p:cNvPr id="1527" name="Connector 1526"/>
          <p:cNvCxnSpPr/>
          <p:nvPr/>
        </p:nvCxnSpPr>
        <p:spPr>
          <a:xfrm>
            <a:off x="728268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8" name="!!ph4"/>
          <p:cNvSpPr/>
          <p:nvPr/>
        </p:nvSpPr>
        <p:spPr>
          <a:xfrm>
            <a:off x="640689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4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Transición</a:t>
            </a:r>
          </a:p>
        </p:txBody>
      </p:sp>
      <p:sp>
        <p:nvSpPr>
          <p:cNvPr id="1529" name="!!phhh4"/>
          <p:cNvSpPr txBox="1"/>
          <p:nvPr/>
        </p:nvSpPr>
        <p:spPr>
          <a:xfrm>
            <a:off x="651662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20.672 HH</a:t>
            </a:r>
          </a:p>
        </p:txBody>
      </p:sp>
      <p:sp>
        <p:nvSpPr>
          <p:cNvPr id="1530" name="!!phcc4"/>
          <p:cNvSpPr txBox="1"/>
          <p:nvPr/>
        </p:nvSpPr>
        <p:spPr>
          <a:xfrm>
            <a:off x="651662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10 PT</a:t>
            </a:r>
          </a:p>
        </p:txBody>
      </p:sp>
      <p:cxnSp>
        <p:nvCxnSpPr>
          <p:cNvPr id="1531" name="Connector 1530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2" name="!!ph5"/>
          <p:cNvSpPr/>
          <p:nvPr/>
        </p:nvSpPr>
        <p:spPr>
          <a:xfrm>
            <a:off x="8268208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5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Adquisiciones</a:t>
            </a:r>
          </a:p>
        </p:txBody>
      </p:sp>
      <p:sp>
        <p:nvSpPr>
          <p:cNvPr id="1533" name="!!phhh5"/>
          <p:cNvSpPr txBox="1"/>
          <p:nvPr/>
        </p:nvSpPr>
        <p:spPr>
          <a:xfrm>
            <a:off x="8377936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1.040 HH</a:t>
            </a:r>
          </a:p>
        </p:txBody>
      </p:sp>
      <p:sp>
        <p:nvSpPr>
          <p:cNvPr id="1534" name="!!phcc5"/>
          <p:cNvSpPr txBox="1"/>
          <p:nvPr/>
        </p:nvSpPr>
        <p:spPr>
          <a:xfrm>
            <a:off x="8377936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4 CC · 13 PT</a:t>
            </a:r>
          </a:p>
        </p:txBody>
      </p:sp>
      <p:cxnSp>
        <p:nvCxnSpPr>
          <p:cNvPr id="1535" name="Connector 1534"/>
          <p:cNvCxnSpPr/>
          <p:nvPr/>
        </p:nvCxnSpPr>
        <p:spPr>
          <a:xfrm>
            <a:off x="1100531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6" name="!!ph6"/>
          <p:cNvSpPr/>
          <p:nvPr/>
        </p:nvSpPr>
        <p:spPr>
          <a:xfrm>
            <a:off x="1012952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6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Infraestructura</a:t>
            </a:r>
          </a:p>
        </p:txBody>
      </p:sp>
      <p:sp>
        <p:nvSpPr>
          <p:cNvPr id="1537" name="!!phhh6"/>
          <p:cNvSpPr txBox="1"/>
          <p:nvPr/>
        </p:nvSpPr>
        <p:spPr>
          <a:xfrm>
            <a:off x="1023924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3.840 HH</a:t>
            </a:r>
          </a:p>
        </p:txBody>
      </p:sp>
      <p:sp>
        <p:nvSpPr>
          <p:cNvPr id="1538" name="!!phcc6"/>
          <p:cNvSpPr txBox="1"/>
          <p:nvPr/>
        </p:nvSpPr>
        <p:spPr>
          <a:xfrm>
            <a:off x="1023924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24 PT</a:t>
            </a:r>
          </a:p>
        </p:txBody>
      </p:sp>
      <p:cxnSp>
        <p:nvCxnSpPr>
          <p:cNvPr id="1539" name="Connector 1538"/>
          <p:cNvCxnSpPr/>
          <p:nvPr/>
        </p:nvCxnSpPr>
        <p:spPr>
          <a:xfrm>
            <a:off x="1286662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0" name="!!ph7"/>
          <p:cNvSpPr/>
          <p:nvPr/>
        </p:nvSpPr>
        <p:spPr>
          <a:xfrm>
            <a:off x="1199083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7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1541" name="!!phhh7"/>
          <p:cNvSpPr txBox="1"/>
          <p:nvPr/>
        </p:nvSpPr>
        <p:spPr>
          <a:xfrm>
            <a:off x="1210056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4.736 HH</a:t>
            </a:r>
          </a:p>
        </p:txBody>
      </p:sp>
      <p:sp>
        <p:nvSpPr>
          <p:cNvPr id="1542" name="!!phcc7"/>
          <p:cNvSpPr txBox="1"/>
          <p:nvPr/>
        </p:nvSpPr>
        <p:spPr>
          <a:xfrm>
            <a:off x="1210056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13 PT</a:t>
            </a:r>
          </a:p>
        </p:txBody>
      </p:sp>
      <p:cxnSp>
        <p:nvCxnSpPr>
          <p:cNvPr id="1543" name="Connector 1542"/>
          <p:cNvCxnSpPr/>
          <p:nvPr/>
        </p:nvCxnSpPr>
        <p:spPr>
          <a:xfrm>
            <a:off x="1472793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4" name="!!ph8"/>
          <p:cNvSpPr/>
          <p:nvPr/>
        </p:nvSpPr>
        <p:spPr>
          <a:xfrm>
            <a:off x="1385214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8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1545" name="!!phhh8"/>
          <p:cNvSpPr txBox="1"/>
          <p:nvPr/>
        </p:nvSpPr>
        <p:spPr>
          <a:xfrm>
            <a:off x="1396187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129.879 HH</a:t>
            </a:r>
          </a:p>
        </p:txBody>
      </p:sp>
      <p:sp>
        <p:nvSpPr>
          <p:cNvPr id="1546" name="!!phcc8"/>
          <p:cNvSpPr txBox="1"/>
          <p:nvPr/>
        </p:nvSpPr>
        <p:spPr>
          <a:xfrm>
            <a:off x="1396187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5 CC · 26 PT</a:t>
            </a:r>
          </a:p>
        </p:txBody>
      </p:sp>
      <p:cxnSp>
        <p:nvCxnSpPr>
          <p:cNvPr id="1547" name="Connector 1546"/>
          <p:cNvCxnSpPr/>
          <p:nvPr/>
        </p:nvCxnSpPr>
        <p:spPr>
          <a:xfrm>
            <a:off x="16589248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8" name="!!ph9"/>
          <p:cNvSpPr/>
          <p:nvPr/>
        </p:nvSpPr>
        <p:spPr>
          <a:xfrm>
            <a:off x="15713456" y="3017520"/>
            <a:ext cx="175158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Fase 9</a:t>
            </a:r>
          </a:p>
          <a:p>
            <a:pPr algn="l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Cierre</a:t>
            </a:r>
          </a:p>
        </p:txBody>
      </p:sp>
      <p:sp>
        <p:nvSpPr>
          <p:cNvPr id="1549" name="!!phhh9"/>
          <p:cNvSpPr txBox="1"/>
          <p:nvPr/>
        </p:nvSpPr>
        <p:spPr>
          <a:xfrm>
            <a:off x="15823184" y="42336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320 HH</a:t>
            </a:r>
          </a:p>
        </p:txBody>
      </p:sp>
      <p:sp>
        <p:nvSpPr>
          <p:cNvPr id="1550" name="!!phcc9"/>
          <p:cNvSpPr txBox="1"/>
          <p:nvPr/>
        </p:nvSpPr>
        <p:spPr>
          <a:xfrm>
            <a:off x="15823184" y="45262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FFFFFF"/>
                </a:solidFill>
                <a:latin typeface="Inter"/>
              </a:rPr>
              <a:t>2 CC · 4 PT</a:t>
            </a:r>
          </a:p>
        </p:txBody>
      </p:sp>
      <p:sp>
        <p:nvSpPr>
          <p:cNvPr id="1551" name="TextBox 1550"/>
          <p:cNvSpPr txBox="1"/>
          <p:nvPr/>
        </p:nvSpPr>
        <p:spPr>
          <a:xfrm>
            <a:off x="822960" y="61722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FASE 9 · CIERRE · 2 CUENTAS DE CONTROL</a:t>
            </a:r>
          </a:p>
        </p:txBody>
      </p:sp>
      <p:sp>
        <p:nvSpPr>
          <p:cNvPr id="1552" name="!!edt_cc_9_1" descr="Cuenta de control 9.1"/>
          <p:cNvSpPr/>
          <p:nvPr/>
        </p:nvSpPr>
        <p:spPr>
          <a:xfrm>
            <a:off x="822960" y="6583680"/>
            <a:ext cx="825246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9.1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Cierre de la implementación</a:t>
            </a:r>
          </a:p>
        </p:txBody>
      </p:sp>
      <p:sp>
        <p:nvSpPr>
          <p:cNvPr id="1553" name="!!edt_cc_9_2" descr="Cuenta de control 9.2"/>
          <p:cNvSpPr/>
          <p:nvPr/>
        </p:nvSpPr>
        <p:spPr>
          <a:xfrm>
            <a:off x="9212580" y="6583680"/>
            <a:ext cx="825246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9.2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Salida al término del contrato</a:t>
            </a:r>
          </a:p>
        </p:txBody>
      </p:sp>
      <p:sp>
        <p:nvSpPr>
          <p:cNvPr id="1554" name="!!edt_cc_1_1" descr="Cuenta de control 1.1"/>
          <p:cNvSpPr/>
          <p:nvPr/>
        </p:nvSpPr>
        <p:spPr>
          <a:xfrm>
            <a:off x="93268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55" name="!!edt_cc_1_2" descr="Cuenta de control 1.2"/>
          <p:cNvSpPr/>
          <p:nvPr/>
        </p:nvSpPr>
        <p:spPr>
          <a:xfrm>
            <a:off x="123444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56" name="!!edt_cc_1_3" descr="Cuenta de control 1.3"/>
          <p:cNvSpPr/>
          <p:nvPr/>
        </p:nvSpPr>
        <p:spPr>
          <a:xfrm>
            <a:off x="153619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57" name="!!edt_cc_1_4" descr="Cuenta de control 1.4"/>
          <p:cNvSpPr/>
          <p:nvPr/>
        </p:nvSpPr>
        <p:spPr>
          <a:xfrm>
            <a:off x="1837943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58" name="!!edt_cc_1_5" descr="Cuenta de control 1.5"/>
          <p:cNvSpPr/>
          <p:nvPr/>
        </p:nvSpPr>
        <p:spPr>
          <a:xfrm>
            <a:off x="213969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59" name="!!edt_cc_1_6" descr="Cuenta de control 1.6"/>
          <p:cNvSpPr/>
          <p:nvPr/>
        </p:nvSpPr>
        <p:spPr>
          <a:xfrm>
            <a:off x="932688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60" name="!!edt_cc_1_7" descr="Cuenta de control 1.7"/>
          <p:cNvSpPr/>
          <p:nvPr/>
        </p:nvSpPr>
        <p:spPr>
          <a:xfrm>
            <a:off x="123444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61" name="!!edt_cc_1_8" descr="Cuenta de control 1.8"/>
          <p:cNvSpPr/>
          <p:nvPr/>
        </p:nvSpPr>
        <p:spPr>
          <a:xfrm>
            <a:off x="1536192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62" name="!!edt_cc_1_9" descr="Cuenta de control 1.9"/>
          <p:cNvSpPr/>
          <p:nvPr/>
        </p:nvSpPr>
        <p:spPr>
          <a:xfrm>
            <a:off x="1837943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63" name="!!edt_cc_2_1" descr="Cuenta de control 2.1"/>
          <p:cNvSpPr/>
          <p:nvPr/>
        </p:nvSpPr>
        <p:spPr>
          <a:xfrm>
            <a:off x="279400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64" name="!!edt_cc_2_2" descr="Cuenta de control 2.2"/>
          <p:cNvSpPr/>
          <p:nvPr/>
        </p:nvSpPr>
        <p:spPr>
          <a:xfrm>
            <a:off x="309575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65" name="!!edt_cc_2_3" descr="Cuenta de control 2.3"/>
          <p:cNvSpPr/>
          <p:nvPr/>
        </p:nvSpPr>
        <p:spPr>
          <a:xfrm>
            <a:off x="339750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66" name="!!edt_cc_2_4" descr="Cuenta de control 2.4"/>
          <p:cNvSpPr/>
          <p:nvPr/>
        </p:nvSpPr>
        <p:spPr>
          <a:xfrm>
            <a:off x="369925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67" name="!!edt_cc_2_5" descr="Cuenta de control 2.5"/>
          <p:cNvSpPr/>
          <p:nvPr/>
        </p:nvSpPr>
        <p:spPr>
          <a:xfrm>
            <a:off x="400100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68" name="!!edt_cc_2_6" descr="Cuenta de control 2.6"/>
          <p:cNvSpPr/>
          <p:nvPr/>
        </p:nvSpPr>
        <p:spPr>
          <a:xfrm>
            <a:off x="279400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69" name="!!edt_cc_3_1" descr="Cuenta de control 3.1"/>
          <p:cNvSpPr/>
          <p:nvPr/>
        </p:nvSpPr>
        <p:spPr>
          <a:xfrm>
            <a:off x="465531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70" name="!!edt_cc_3_2" descr="Cuenta de control 3.2"/>
          <p:cNvSpPr/>
          <p:nvPr/>
        </p:nvSpPr>
        <p:spPr>
          <a:xfrm>
            <a:off x="495706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71" name="!!edt_cc_3_3" descr="Cuenta de control 3.3"/>
          <p:cNvSpPr/>
          <p:nvPr/>
        </p:nvSpPr>
        <p:spPr>
          <a:xfrm>
            <a:off x="525881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72" name="!!edt_cc_3_4" descr="Cuenta de control 3.4"/>
          <p:cNvSpPr/>
          <p:nvPr/>
        </p:nvSpPr>
        <p:spPr>
          <a:xfrm>
            <a:off x="556056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73" name="!!edt_cc_3_5" descr="Cuenta de control 3.5"/>
          <p:cNvSpPr/>
          <p:nvPr/>
        </p:nvSpPr>
        <p:spPr>
          <a:xfrm>
            <a:off x="586232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74" name="!!edt_cc_3_6" descr="Cuenta de control 3.6"/>
          <p:cNvSpPr/>
          <p:nvPr/>
        </p:nvSpPr>
        <p:spPr>
          <a:xfrm>
            <a:off x="4655312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75" name="!!edt_cc_3_7" descr="Cuenta de control 3.7"/>
          <p:cNvSpPr/>
          <p:nvPr/>
        </p:nvSpPr>
        <p:spPr>
          <a:xfrm>
            <a:off x="4957064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76" name="!!edt_cc_3_8" descr="Cuenta de control 3.8"/>
          <p:cNvSpPr/>
          <p:nvPr/>
        </p:nvSpPr>
        <p:spPr>
          <a:xfrm>
            <a:off x="5258816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77" name="!!edt_cc_3_9" descr="Cuenta de control 3.9"/>
          <p:cNvSpPr/>
          <p:nvPr/>
        </p:nvSpPr>
        <p:spPr>
          <a:xfrm>
            <a:off x="5560568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78" name="!!edt_cc_3_10" descr="Cuenta de control 3.10"/>
          <p:cNvSpPr/>
          <p:nvPr/>
        </p:nvSpPr>
        <p:spPr>
          <a:xfrm>
            <a:off x="586232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79" name="!!edt_cc_3_11" descr="Cuenta de control 3.11"/>
          <p:cNvSpPr/>
          <p:nvPr/>
        </p:nvSpPr>
        <p:spPr>
          <a:xfrm>
            <a:off x="4655312" y="5449824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80" name="!!edt_cc_4_1" descr="Cuenta de control 4.1"/>
          <p:cNvSpPr/>
          <p:nvPr/>
        </p:nvSpPr>
        <p:spPr>
          <a:xfrm>
            <a:off x="651662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81" name="!!edt_cc_4_2" descr="Cuenta de control 4.2"/>
          <p:cNvSpPr/>
          <p:nvPr/>
        </p:nvSpPr>
        <p:spPr>
          <a:xfrm>
            <a:off x="681837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82" name="!!edt_cc_4_3" descr="Cuenta de control 4.3"/>
          <p:cNvSpPr/>
          <p:nvPr/>
        </p:nvSpPr>
        <p:spPr>
          <a:xfrm>
            <a:off x="712012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83" name="!!edt_cc_5_1" descr="Cuenta de control 5.1"/>
          <p:cNvSpPr/>
          <p:nvPr/>
        </p:nvSpPr>
        <p:spPr>
          <a:xfrm>
            <a:off x="837793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84" name="!!edt_cc_5_2" descr="Cuenta de control 5.2"/>
          <p:cNvSpPr/>
          <p:nvPr/>
        </p:nvSpPr>
        <p:spPr>
          <a:xfrm>
            <a:off x="8679688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85" name="!!edt_cc_5_3" descr="Cuenta de control 5.3"/>
          <p:cNvSpPr/>
          <p:nvPr/>
        </p:nvSpPr>
        <p:spPr>
          <a:xfrm>
            <a:off x="898144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86" name="!!edt_cc_5_4" descr="Cuenta de control 5.4"/>
          <p:cNvSpPr/>
          <p:nvPr/>
        </p:nvSpPr>
        <p:spPr>
          <a:xfrm>
            <a:off x="928319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87" name="!!edt_cc_6_1" descr="Cuenta de control 6.1"/>
          <p:cNvSpPr/>
          <p:nvPr/>
        </p:nvSpPr>
        <p:spPr>
          <a:xfrm>
            <a:off x="10239248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88" name="!!edt_cc_6_2" descr="Cuenta de control 6.2"/>
          <p:cNvSpPr/>
          <p:nvPr/>
        </p:nvSpPr>
        <p:spPr>
          <a:xfrm>
            <a:off x="1054100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89" name="!!edt_cc_6_3" descr="Cuenta de control 6.3"/>
          <p:cNvSpPr/>
          <p:nvPr/>
        </p:nvSpPr>
        <p:spPr>
          <a:xfrm>
            <a:off x="1084275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90" name="!!edt_cc_6_4" descr="Cuenta de control 6.4"/>
          <p:cNvSpPr/>
          <p:nvPr/>
        </p:nvSpPr>
        <p:spPr>
          <a:xfrm>
            <a:off x="1114450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91" name="!!edt_cc_6_5" descr="Cuenta de control 6.5"/>
          <p:cNvSpPr/>
          <p:nvPr/>
        </p:nvSpPr>
        <p:spPr>
          <a:xfrm>
            <a:off x="1144625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92" name="!!edt_cc_6_6" descr="Cuenta de control 6.6"/>
          <p:cNvSpPr/>
          <p:nvPr/>
        </p:nvSpPr>
        <p:spPr>
          <a:xfrm>
            <a:off x="10239248" y="5148072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93" name="!!edt_cc_7_1" descr="Cuenta de control 7.1"/>
          <p:cNvSpPr/>
          <p:nvPr/>
        </p:nvSpPr>
        <p:spPr>
          <a:xfrm>
            <a:off x="1210056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94" name="!!edt_cc_7_2" descr="Cuenta de control 7.2"/>
          <p:cNvSpPr/>
          <p:nvPr/>
        </p:nvSpPr>
        <p:spPr>
          <a:xfrm>
            <a:off x="1240231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95" name="!!edt_cc_7_3" descr="Cuenta de control 7.3"/>
          <p:cNvSpPr/>
          <p:nvPr/>
        </p:nvSpPr>
        <p:spPr>
          <a:xfrm>
            <a:off x="1270406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96" name="!!edt_cc_8_1" descr="Cuenta de control 8.1"/>
          <p:cNvSpPr/>
          <p:nvPr/>
        </p:nvSpPr>
        <p:spPr>
          <a:xfrm>
            <a:off x="13961872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97" name="!!edt_cc_8_2" descr="Cuenta de control 8.2"/>
          <p:cNvSpPr/>
          <p:nvPr/>
        </p:nvSpPr>
        <p:spPr>
          <a:xfrm>
            <a:off x="14263624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98" name="!!edt_cc_8_3" descr="Cuenta de control 8.3"/>
          <p:cNvSpPr/>
          <p:nvPr/>
        </p:nvSpPr>
        <p:spPr>
          <a:xfrm>
            <a:off x="14565376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99" name="!!edt_cc_8_4" descr="Cuenta de control 8.4"/>
          <p:cNvSpPr/>
          <p:nvPr/>
        </p:nvSpPr>
        <p:spPr>
          <a:xfrm>
            <a:off x="14867128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600" name="!!edt_cc_8_5" descr="Cuenta de control 8.5"/>
          <p:cNvSpPr/>
          <p:nvPr/>
        </p:nvSpPr>
        <p:spPr>
          <a:xfrm>
            <a:off x="15168880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8" name="!!deco_dce8b6c9_1"/>
          <p:cNvSpPr/>
          <p:nvPr/>
        </p:nvSpPr>
        <p:spPr>
          <a:xfrm>
            <a:off x="-4683713" y="-8222307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2" y="0"/>
                </a:lnTo>
                <a:lnTo>
                  <a:pt x="10236982" y="10236982"/>
                </a:lnTo>
                <a:lnTo>
                  <a:pt x="0" y="102369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39" name="!!deco_7e767073_1"/>
          <p:cNvSpPr/>
          <p:nvPr/>
        </p:nvSpPr>
        <p:spPr>
          <a:xfrm>
            <a:off x="14926022" y="3069031"/>
            <a:ext cx="4308206" cy="8647858"/>
          </a:xfrm>
          <a:custGeom>
            <a:avLst/>
            <a:gdLst/>
            <a:ahLst/>
            <a:cxnLst/>
            <a:rect l="l" t="t" r="r" b="b"/>
            <a:pathLst>
              <a:path w="4308206" h="8647858">
                <a:moveTo>
                  <a:pt x="0" y="0"/>
                </a:moveTo>
                <a:lnTo>
                  <a:pt x="4308206" y="0"/>
                </a:lnTo>
                <a:lnTo>
                  <a:pt x="4308206" y="8647858"/>
                </a:lnTo>
                <a:lnTo>
                  <a:pt x="0" y="86478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40" name="!!title"/>
          <p:cNvSpPr txBox="1"/>
          <p:nvPr/>
        </p:nvSpPr>
        <p:spPr>
          <a:xfrm>
            <a:off x="9389512" y="1188720"/>
            <a:ext cx="5669280" cy="237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Esfuerzo por mes</a:t>
            </a:r>
            <a:endParaRPr lang="es-CL" noProof="0"/>
          </a:p>
        </p:txBody>
      </p:sp>
      <p:sp>
        <p:nvSpPr>
          <p:cNvPr id="1741" name="!!brand"/>
          <p:cNvSpPr txBox="1"/>
          <p:nvPr/>
        </p:nvSpPr>
        <p:spPr>
          <a:xfrm>
            <a:off x="13217409" y="1000125"/>
            <a:ext cx="3328659" cy="29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LafroX </a:t>
            </a:r>
            <a:r>
              <a:rPr lang="es-CL" sz="1800" b="1" noProof="0" err="1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SpA</a:t>
            </a:r>
            <a:endParaRPr lang="es-CL" noProof="0"/>
          </a:p>
        </p:txBody>
      </p:sp>
      <p:pic>
        <p:nvPicPr>
          <p:cNvPr id="1742" name="!!logo" descr="Isotipo LafroX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706088" y="850392"/>
            <a:ext cx="551723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1743" name="Google Shape;1743;p27"/>
          <p:cNvSpPr txBox="1"/>
          <p:nvPr/>
        </p:nvSpPr>
        <p:spPr>
          <a:xfrm>
            <a:off x="9390888" y="3840480"/>
            <a:ext cx="53035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2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8.106 HH</a:t>
            </a:r>
            <a:endParaRPr lang="es-CL" noProof="0"/>
          </a:p>
        </p:txBody>
      </p:sp>
      <p:sp>
        <p:nvSpPr>
          <p:cNvPr id="1744" name="Google Shape;1744;p27"/>
          <p:cNvSpPr txBox="1"/>
          <p:nvPr/>
        </p:nvSpPr>
        <p:spPr>
          <a:xfrm>
            <a:off x="9390888" y="4389120"/>
            <a:ext cx="53035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máximo mensual · mes 15</a:t>
            </a:r>
            <a:endParaRPr lang="es-CL" noProof="0"/>
          </a:p>
        </p:txBody>
      </p:sp>
      <p:sp>
        <p:nvSpPr>
          <p:cNvPr id="1745" name="Google Shape;1745;p27"/>
          <p:cNvSpPr txBox="1"/>
          <p:nvPr/>
        </p:nvSpPr>
        <p:spPr>
          <a:xfrm>
            <a:off x="9390888" y="4956048"/>
            <a:ext cx="53035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2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69 personas</a:t>
            </a:r>
            <a:endParaRPr lang="es-CL" noProof="0"/>
          </a:p>
        </p:txBody>
      </p:sp>
      <p:sp>
        <p:nvSpPr>
          <p:cNvPr id="1746" name="Google Shape;1746;p27"/>
          <p:cNvSpPr txBox="1"/>
          <p:nvPr/>
        </p:nvSpPr>
        <p:spPr>
          <a:xfrm>
            <a:off x="9390888" y="5504688"/>
            <a:ext cx="5303520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equivalentes · </a:t>
            </a:r>
            <a:r>
              <a:rPr lang="es-CL" sz="1700" b="0" noProof="0" err="1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peak</a:t>
            </a:r>
            <a:r>
              <a:rPr lang="es-CL" sz="17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 del mes 15</a:t>
            </a:r>
          </a:p>
        </p:txBody>
      </p:sp>
      <p:sp>
        <p:nvSpPr>
          <p:cNvPr id="1747" name="Google Shape;1747;p27"/>
          <p:cNvSpPr txBox="1"/>
          <p:nvPr/>
        </p:nvSpPr>
        <p:spPr>
          <a:xfrm>
            <a:off x="9390888" y="6071616"/>
            <a:ext cx="53035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2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≈3.200–3.900</a:t>
            </a:r>
            <a:endParaRPr lang="es-CL" noProof="0"/>
          </a:p>
        </p:txBody>
      </p:sp>
      <p:sp>
        <p:nvSpPr>
          <p:cNvPr id="1748" name="Google Shape;1748;p27"/>
          <p:cNvSpPr txBox="1"/>
          <p:nvPr/>
        </p:nvSpPr>
        <p:spPr>
          <a:xfrm>
            <a:off x="9390888" y="6620256"/>
            <a:ext cx="53035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HH/mes en operación</a:t>
            </a:r>
            <a:endParaRPr lang="es-CL" noProof="0"/>
          </a:p>
        </p:txBody>
      </p:sp>
      <p:sp>
        <p:nvSpPr>
          <p:cNvPr id="1749" name="Google Shape;1749;p27"/>
          <p:cNvSpPr txBox="1"/>
          <p:nvPr/>
        </p:nvSpPr>
        <p:spPr>
          <a:xfrm>
            <a:off x="9390888" y="7187184"/>
            <a:ext cx="53035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2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217.543 HH</a:t>
            </a:r>
            <a:endParaRPr lang="es-CL" noProof="0"/>
          </a:p>
        </p:txBody>
      </p:sp>
      <p:sp>
        <p:nvSpPr>
          <p:cNvPr id="1750" name="Google Shape;1750;p27"/>
          <p:cNvSpPr txBox="1"/>
          <p:nvPr/>
        </p:nvSpPr>
        <p:spPr>
          <a:xfrm>
            <a:off x="9390888" y="7735824"/>
            <a:ext cx="53035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programadas en total</a:t>
            </a:r>
            <a:endParaRPr lang="es-CL" noProof="0"/>
          </a:p>
        </p:txBody>
      </p:sp>
      <p:graphicFrame>
        <p:nvGraphicFramePr>
          <p:cNvPr id="1751" name="Google Shape;1751;p27"/>
          <p:cNvGraphicFramePr/>
          <p:nvPr>
            <p:extLst>
              <p:ext uri="{D42A27DB-BD31-4B8C-83A1-F6EECF244321}">
                <p14:modId xmlns:p14="http://schemas.microsoft.com/office/powerpoint/2010/main" val="2178433334"/>
              </p:ext>
            </p:extLst>
          </p:nvPr>
        </p:nvGraphicFramePr>
        <p:xfrm>
          <a:off x="457200" y="1188720"/>
          <a:ext cx="8686800" cy="7863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752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32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6" name="!!deco_7e767073_1"/>
          <p:cNvSpPr/>
          <p:nvPr/>
        </p:nvSpPr>
        <p:spPr>
          <a:xfrm>
            <a:off x="14926022" y="3069031"/>
            <a:ext cx="4308206" cy="8647858"/>
          </a:xfrm>
          <a:custGeom>
            <a:avLst/>
            <a:gdLst/>
            <a:ahLst/>
            <a:cxnLst/>
            <a:rect l="l" t="t" r="r" b="b"/>
            <a:pathLst>
              <a:path w="4308206" h="8647858">
                <a:moveTo>
                  <a:pt x="0" y="0"/>
                </a:moveTo>
                <a:lnTo>
                  <a:pt x="4308206" y="0"/>
                </a:lnTo>
                <a:lnTo>
                  <a:pt x="4308206" y="8647858"/>
                </a:lnTo>
                <a:lnTo>
                  <a:pt x="0" y="86478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1875" name="!!deco_dce8b6c9_1"/>
          <p:cNvSpPr/>
          <p:nvPr/>
        </p:nvSpPr>
        <p:spPr>
          <a:xfrm>
            <a:off x="-4683713" y="-8222307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2" y="0"/>
                </a:lnTo>
                <a:lnTo>
                  <a:pt x="10236982" y="10236982"/>
                </a:lnTo>
                <a:lnTo>
                  <a:pt x="0" y="102369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1835" name="!!title"/>
          <p:cNvSpPr txBox="1"/>
          <p:nvPr/>
        </p:nvSpPr>
        <p:spPr>
          <a:xfrm>
            <a:off x="9389512" y="1143000"/>
            <a:ext cx="5969000" cy="19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1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Normas y</a:t>
            </a:r>
            <a:endParaRPr lang="es-CL" sz="5100"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1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marco aplicable</a:t>
            </a:r>
            <a:endParaRPr lang="es-CL" sz="5100"/>
          </a:p>
        </p:txBody>
      </p:sp>
      <p:sp>
        <p:nvSpPr>
          <p:cNvPr id="1836" name="!!brand"/>
          <p:cNvSpPr txBox="1"/>
          <p:nvPr/>
        </p:nvSpPr>
        <p:spPr>
          <a:xfrm>
            <a:off x="13217409" y="1000125"/>
            <a:ext cx="3328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LafroX </a:t>
            </a:r>
            <a:r>
              <a:rPr lang="es-CL" sz="1800" b="1" noProof="0" err="1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SpA</a:t>
            </a:r>
            <a:endParaRPr lang="es-CL" sz="1400" noProof="0"/>
          </a:p>
        </p:txBody>
      </p:sp>
      <p:pic>
        <p:nvPicPr>
          <p:cNvPr id="1837" name="!!logo" descr="Isotipo LafroX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706088" y="850392"/>
            <a:ext cx="551724" cy="566927"/>
          </a:xfrm>
          <a:prstGeom prst="rect">
            <a:avLst/>
          </a:prstGeom>
          <a:noFill/>
          <a:ln>
            <a:noFill/>
          </a:ln>
        </p:spPr>
      </p:pic>
      <p:sp>
        <p:nvSpPr>
          <p:cNvPr id="1838" name="Google Shape;1838;hc7cc306779174be_4_255"/>
          <p:cNvSpPr txBox="1"/>
          <p:nvPr/>
        </p:nvSpPr>
        <p:spPr>
          <a:xfrm>
            <a:off x="731520" y="1280160"/>
            <a:ext cx="8229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NORMA → EVIDENCIA DE CUMPLIMIENTO</a:t>
            </a:r>
            <a:endParaRPr lang="es-CL" sz="1600"/>
          </a:p>
        </p:txBody>
      </p:sp>
      <p:sp>
        <p:nvSpPr>
          <p:cNvPr id="1839" name="Google Shape;1839;hc7cc306779174be_4_255"/>
          <p:cNvSpPr/>
          <p:nvPr/>
        </p:nvSpPr>
        <p:spPr>
          <a:xfrm>
            <a:off x="731520" y="1691640"/>
            <a:ext cx="8229600" cy="78660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40" name="Google Shape;1840;hc7cc306779174be_4_255"/>
          <p:cNvSpPr txBox="1"/>
          <p:nvPr/>
        </p:nvSpPr>
        <p:spPr>
          <a:xfrm>
            <a:off x="941712" y="1947672"/>
            <a:ext cx="2652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ISO/IEC 25010</a:t>
            </a:r>
            <a:endParaRPr lang="es-CL" sz="1400" noProof="0"/>
          </a:p>
        </p:txBody>
      </p:sp>
      <p:sp>
        <p:nvSpPr>
          <p:cNvPr id="1841" name="Google Shape;1841;hc7cc306779174be_4_255"/>
          <p:cNvSpPr txBox="1"/>
          <p:nvPr/>
        </p:nvSpPr>
        <p:spPr>
          <a:xfrm>
            <a:off x="3684912" y="1947672"/>
            <a:ext cx="5166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Calidad del producto: criterios y pruebas</a:t>
            </a:r>
            <a:endParaRPr lang="es-CL" sz="1800"/>
          </a:p>
        </p:txBody>
      </p:sp>
      <p:sp>
        <p:nvSpPr>
          <p:cNvPr id="1842" name="Google Shape;1842;hc7cc306779174be_4_255"/>
          <p:cNvSpPr/>
          <p:nvPr/>
        </p:nvSpPr>
        <p:spPr>
          <a:xfrm>
            <a:off x="731520" y="2587752"/>
            <a:ext cx="8229600" cy="78660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43" name="Google Shape;1843;hc7cc306779174be_4_255"/>
          <p:cNvSpPr txBox="1"/>
          <p:nvPr/>
        </p:nvSpPr>
        <p:spPr>
          <a:xfrm>
            <a:off x="941712" y="2843784"/>
            <a:ext cx="2652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ISO/IEC 25012</a:t>
            </a:r>
            <a:endParaRPr lang="es-CL" sz="1400" noProof="0"/>
          </a:p>
        </p:txBody>
      </p:sp>
      <p:sp>
        <p:nvSpPr>
          <p:cNvPr id="1844" name="Google Shape;1844;hc7cc306779174be_4_255"/>
          <p:cNvSpPr txBox="1"/>
          <p:nvPr/>
        </p:nvSpPr>
        <p:spPr>
          <a:xfrm>
            <a:off x="3684912" y="2843784"/>
            <a:ext cx="5166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Datos medidos y conciliados</a:t>
            </a:r>
            <a:endParaRPr lang="es-CL" sz="1800"/>
          </a:p>
        </p:txBody>
      </p:sp>
      <p:sp>
        <p:nvSpPr>
          <p:cNvPr id="1845" name="Google Shape;1845;hc7cc306779174be_4_255"/>
          <p:cNvSpPr/>
          <p:nvPr/>
        </p:nvSpPr>
        <p:spPr>
          <a:xfrm>
            <a:off x="731520" y="3483864"/>
            <a:ext cx="8229600" cy="78660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46" name="Google Shape;1846;hc7cc306779174be_4_255"/>
          <p:cNvSpPr txBox="1"/>
          <p:nvPr/>
        </p:nvSpPr>
        <p:spPr>
          <a:xfrm>
            <a:off x="941712" y="3739896"/>
            <a:ext cx="2652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ISO/IEC/IEEE 29119</a:t>
            </a:r>
            <a:endParaRPr lang="es-CL" sz="1500"/>
          </a:p>
        </p:txBody>
      </p:sp>
      <p:sp>
        <p:nvSpPr>
          <p:cNvPr id="1847" name="Google Shape;1847;hc7cc306779174be_4_255"/>
          <p:cNvSpPr txBox="1"/>
          <p:nvPr/>
        </p:nvSpPr>
        <p:spPr>
          <a:xfrm>
            <a:off x="3684912" y="3739896"/>
            <a:ext cx="5166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Pruebas planificadas y documentadas</a:t>
            </a:r>
            <a:endParaRPr lang="es-CL" sz="1800"/>
          </a:p>
        </p:txBody>
      </p:sp>
      <p:sp>
        <p:nvSpPr>
          <p:cNvPr id="1848" name="Google Shape;1848;hc7cc306779174be_4_255"/>
          <p:cNvSpPr/>
          <p:nvPr/>
        </p:nvSpPr>
        <p:spPr>
          <a:xfrm>
            <a:off x="731520" y="4379976"/>
            <a:ext cx="8229600" cy="78660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49" name="Google Shape;1849;hc7cc306779174be_4_255"/>
          <p:cNvSpPr txBox="1"/>
          <p:nvPr/>
        </p:nvSpPr>
        <p:spPr>
          <a:xfrm>
            <a:off x="941712" y="4636008"/>
            <a:ext cx="2652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PMBOK</a:t>
            </a:r>
            <a:endParaRPr lang="es-CL" sz="1800"/>
          </a:p>
        </p:txBody>
      </p:sp>
      <p:sp>
        <p:nvSpPr>
          <p:cNvPr id="1850" name="Google Shape;1850;hc7cc306779174be_4_255"/>
          <p:cNvSpPr txBox="1"/>
          <p:nvPr/>
        </p:nvSpPr>
        <p:spPr>
          <a:xfrm>
            <a:off x="3684912" y="4636008"/>
            <a:ext cx="5166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Planificar, gestionar y controlar</a:t>
            </a:r>
            <a:endParaRPr lang="es-CL" sz="1800"/>
          </a:p>
        </p:txBody>
      </p:sp>
      <p:sp>
        <p:nvSpPr>
          <p:cNvPr id="1851" name="Google Shape;1851;hc7cc306779174be_4_255"/>
          <p:cNvSpPr/>
          <p:nvPr/>
        </p:nvSpPr>
        <p:spPr>
          <a:xfrm>
            <a:off x="731520" y="5276088"/>
            <a:ext cx="8229600" cy="78660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52" name="Google Shape;1852;hc7cc306779174be_4_255"/>
          <p:cNvSpPr txBox="1"/>
          <p:nvPr/>
        </p:nvSpPr>
        <p:spPr>
          <a:xfrm>
            <a:off x="941712" y="5532120"/>
            <a:ext cx="2652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WCAG 2.2 AA</a:t>
            </a:r>
            <a:endParaRPr lang="es-CL" sz="1400" noProof="0"/>
          </a:p>
        </p:txBody>
      </p:sp>
      <p:sp>
        <p:nvSpPr>
          <p:cNvPr id="1853" name="Google Shape;1853;hc7cc306779174be_4_255"/>
          <p:cNvSpPr txBox="1"/>
          <p:nvPr/>
        </p:nvSpPr>
        <p:spPr>
          <a:xfrm>
            <a:off x="3684912" y="5532120"/>
            <a:ext cx="5166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Evaluación automática y manual</a:t>
            </a:r>
            <a:endParaRPr lang="es-CL" sz="1800"/>
          </a:p>
        </p:txBody>
      </p:sp>
      <p:sp>
        <p:nvSpPr>
          <p:cNvPr id="1854" name="Google Shape;1854;hc7cc306779174be_4_255"/>
          <p:cNvSpPr/>
          <p:nvPr/>
        </p:nvSpPr>
        <p:spPr>
          <a:xfrm>
            <a:off x="731520" y="6172200"/>
            <a:ext cx="8229600" cy="78660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55" name="Google Shape;1855;hc7cc306779174be_4_255"/>
          <p:cNvSpPr txBox="1"/>
          <p:nvPr/>
        </p:nvSpPr>
        <p:spPr>
          <a:xfrm>
            <a:off x="941712" y="6428232"/>
            <a:ext cx="2652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OWASP</a:t>
            </a:r>
            <a:endParaRPr lang="es-CL" sz="1400" noProof="0"/>
          </a:p>
        </p:txBody>
      </p:sp>
      <p:sp>
        <p:nvSpPr>
          <p:cNvPr id="1856" name="Google Shape;1856;hc7cc306779174be_4_255"/>
          <p:cNvSpPr txBox="1"/>
          <p:nvPr/>
        </p:nvSpPr>
        <p:spPr>
          <a:xfrm>
            <a:off x="3684912" y="6428232"/>
            <a:ext cx="5166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Revisión de código y de la aplicación</a:t>
            </a:r>
            <a:endParaRPr lang="es-CL" sz="1800"/>
          </a:p>
        </p:txBody>
      </p:sp>
      <p:sp>
        <p:nvSpPr>
          <p:cNvPr id="1857" name="Google Shape;1857;hc7cc306779174be_4_255"/>
          <p:cNvSpPr/>
          <p:nvPr/>
        </p:nvSpPr>
        <p:spPr>
          <a:xfrm>
            <a:off x="731520" y="7068312"/>
            <a:ext cx="8229600" cy="78660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58" name="Google Shape;1858;hc7cc306779174be_4_255"/>
          <p:cNvSpPr txBox="1"/>
          <p:nvPr/>
        </p:nvSpPr>
        <p:spPr>
          <a:xfrm>
            <a:off x="941712" y="7324344"/>
            <a:ext cx="2652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ISO 9001</a:t>
            </a:r>
            <a:endParaRPr lang="es-CL" sz="1400" noProof="0"/>
          </a:p>
        </p:txBody>
      </p:sp>
      <p:sp>
        <p:nvSpPr>
          <p:cNvPr id="1859" name="Google Shape;1859;hc7cc306779174be_4_255"/>
          <p:cNvSpPr txBox="1"/>
          <p:nvPr/>
        </p:nvSpPr>
        <p:spPr>
          <a:xfrm>
            <a:off x="3684912" y="7324344"/>
            <a:ext cx="5166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Gestión de calidad y auditoría</a:t>
            </a:r>
            <a:endParaRPr lang="es-CL" sz="1800"/>
          </a:p>
        </p:txBody>
      </p:sp>
      <p:sp>
        <p:nvSpPr>
          <p:cNvPr id="1860" name="Google Shape;1860;hc7cc306779174be_4_255"/>
          <p:cNvSpPr/>
          <p:nvPr/>
        </p:nvSpPr>
        <p:spPr>
          <a:xfrm>
            <a:off x="731520" y="7964423"/>
            <a:ext cx="8229600" cy="78660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61" name="Google Shape;1861;hc7cc306779174be_4_255"/>
          <p:cNvSpPr txBox="1"/>
          <p:nvPr/>
        </p:nvSpPr>
        <p:spPr>
          <a:xfrm>
            <a:off x="941712" y="8220455"/>
            <a:ext cx="2652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CMMI-DEV N3</a:t>
            </a:r>
            <a:endParaRPr lang="es-CL" sz="1400" noProof="0"/>
          </a:p>
        </p:txBody>
      </p:sp>
      <p:sp>
        <p:nvSpPr>
          <p:cNvPr id="1862" name="Google Shape;1862;hc7cc306779174be_4_255"/>
          <p:cNvSpPr txBox="1"/>
          <p:nvPr/>
        </p:nvSpPr>
        <p:spPr>
          <a:xfrm>
            <a:off x="3684912" y="8220455"/>
            <a:ext cx="5166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Evaluación de madurez del proceso</a:t>
            </a:r>
            <a:endParaRPr lang="es-CL" sz="1800"/>
          </a:p>
        </p:txBody>
      </p:sp>
      <p:sp>
        <p:nvSpPr>
          <p:cNvPr id="1863" name="Google Shape;1863;hc7cc306779174be_4_255"/>
          <p:cNvSpPr txBox="1"/>
          <p:nvPr/>
        </p:nvSpPr>
        <p:spPr>
          <a:xfrm>
            <a:off x="9390888" y="3657600"/>
            <a:ext cx="5303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OBLIGACIONES APLICABLES</a:t>
            </a:r>
            <a:endParaRPr lang="es-CL" sz="1600"/>
          </a:p>
        </p:txBody>
      </p:sp>
      <p:sp>
        <p:nvSpPr>
          <p:cNvPr id="1864" name="Google Shape;1864;hc7cc306779174be_4_255"/>
          <p:cNvSpPr txBox="1"/>
          <p:nvPr/>
        </p:nvSpPr>
        <p:spPr>
          <a:xfrm>
            <a:off x="9390888" y="4069080"/>
            <a:ext cx="5303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Sanidad alimentaria</a:t>
            </a:r>
            <a:endParaRPr lang="es-CL" sz="1800"/>
          </a:p>
        </p:txBody>
      </p:sp>
      <p:sp>
        <p:nvSpPr>
          <p:cNvPr id="1865" name="Google Shape;1865;hc7cc306779174be_4_255"/>
          <p:cNvSpPr txBox="1"/>
          <p:nvPr/>
        </p:nvSpPr>
        <p:spPr>
          <a:xfrm>
            <a:off x="9390888" y="4434840"/>
            <a:ext cx="5303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Controles y registros de la operación</a:t>
            </a:r>
            <a:endParaRPr lang="es-CL" sz="1600"/>
          </a:p>
        </p:txBody>
      </p:sp>
      <p:sp>
        <p:nvSpPr>
          <p:cNvPr id="1866" name="Google Shape;1866;hc7cc306779174be_4_255"/>
          <p:cNvSpPr txBox="1"/>
          <p:nvPr/>
        </p:nvSpPr>
        <p:spPr>
          <a:xfrm>
            <a:off x="9390888" y="4983480"/>
            <a:ext cx="5303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Documentación tributaria</a:t>
            </a:r>
            <a:endParaRPr lang="es-CL" sz="1800"/>
          </a:p>
        </p:txBody>
      </p:sp>
      <p:sp>
        <p:nvSpPr>
          <p:cNvPr id="1867" name="Google Shape;1867;hc7cc306779174be_4_255"/>
          <p:cNvSpPr txBox="1"/>
          <p:nvPr/>
        </p:nvSpPr>
        <p:spPr>
          <a:xfrm>
            <a:off x="9390888" y="5349240"/>
            <a:ext cx="5303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Documentos electrónicos y recepción</a:t>
            </a:r>
            <a:endParaRPr lang="es-CL" sz="1600"/>
          </a:p>
        </p:txBody>
      </p:sp>
      <p:sp>
        <p:nvSpPr>
          <p:cNvPr id="1868" name="Google Shape;1868;hc7cc306779174be_4_255"/>
          <p:cNvSpPr txBox="1"/>
          <p:nvPr/>
        </p:nvSpPr>
        <p:spPr>
          <a:xfrm>
            <a:off x="9390888" y="5897880"/>
            <a:ext cx="5303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Jornada de conductores</a:t>
            </a:r>
            <a:endParaRPr lang="es-CL" sz="1800"/>
          </a:p>
        </p:txBody>
      </p:sp>
      <p:sp>
        <p:nvSpPr>
          <p:cNvPr id="1869" name="Google Shape;1869;hc7cc306779174be_4_255"/>
          <p:cNvSpPr txBox="1"/>
          <p:nvPr/>
        </p:nvSpPr>
        <p:spPr>
          <a:xfrm>
            <a:off x="9390888" y="6263640"/>
            <a:ext cx="5303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Restricciones consideradas en el ruteo</a:t>
            </a:r>
            <a:endParaRPr lang="es-CL" sz="1600"/>
          </a:p>
        </p:txBody>
      </p:sp>
      <p:sp>
        <p:nvSpPr>
          <p:cNvPr id="1870" name="Google Shape;1870;hc7cc306779174be_4_255"/>
          <p:cNvSpPr txBox="1"/>
          <p:nvPr/>
        </p:nvSpPr>
        <p:spPr>
          <a:xfrm>
            <a:off x="9390888" y="6812280"/>
            <a:ext cx="5303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Protección de datos</a:t>
            </a:r>
            <a:endParaRPr lang="es-CL" sz="1800"/>
          </a:p>
        </p:txBody>
      </p:sp>
      <p:sp>
        <p:nvSpPr>
          <p:cNvPr id="1871" name="Google Shape;1871;hc7cc306779174be_4_255"/>
          <p:cNvSpPr txBox="1"/>
          <p:nvPr/>
        </p:nvSpPr>
        <p:spPr>
          <a:xfrm>
            <a:off x="9390888" y="7178040"/>
            <a:ext cx="5303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Acceso, resguardo y tratamiento</a:t>
            </a:r>
            <a:endParaRPr lang="es-CL" sz="1600"/>
          </a:p>
        </p:txBody>
      </p:sp>
      <p:sp>
        <p:nvSpPr>
          <p:cNvPr id="1872" name="Google Shape;1872;hc7cc306779174be_4_255"/>
          <p:cNvSpPr txBox="1"/>
          <p:nvPr/>
        </p:nvSpPr>
        <p:spPr>
          <a:xfrm>
            <a:off x="9390888" y="7726679"/>
            <a:ext cx="5303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ESTÁNDARES DE INTERCAMBIO</a:t>
            </a:r>
            <a:endParaRPr lang="es-CL" sz="1500"/>
          </a:p>
        </p:txBody>
      </p:sp>
      <p:sp>
        <p:nvSpPr>
          <p:cNvPr id="1873" name="Google Shape;1873;hc7cc306779174be_4_255"/>
          <p:cNvSpPr txBox="1"/>
          <p:nvPr/>
        </p:nvSpPr>
        <p:spPr>
          <a:xfrm>
            <a:off x="9390888" y="8092440"/>
            <a:ext cx="5303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GS1: identificación · EDI: documentos</a:t>
            </a:r>
            <a:endParaRPr lang="es-CL" sz="1600"/>
          </a:p>
        </p:txBody>
      </p:sp>
      <p:sp>
        <p:nvSpPr>
          <p:cNvPr id="1877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33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9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880" name="!!title"/>
          <p:cNvSpPr txBox="1"/>
          <p:nvPr/>
        </p:nvSpPr>
        <p:spPr>
          <a:xfrm>
            <a:off x="2286000" y="1226844"/>
            <a:ext cx="137160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948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4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Calidad del producto</a:t>
            </a:r>
            <a:endParaRPr lang="es-CL" sz="1400" noProof="0"/>
          </a:p>
        </p:txBody>
      </p:sp>
      <p:sp>
        <p:nvSpPr>
          <p:cNvPr id="1881" name="!!deco_1438196a_2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882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883" name="!!deco_78f3c294_1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884" name="!!deco_78f3c294_2"/>
          <p:cNvSpPr/>
          <p:nvPr/>
        </p:nvSpPr>
        <p:spPr>
          <a:xfrm flipH="1">
            <a:off x="16902895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885" name="Google Shape;1885;hc7cc306779174be_4_489"/>
          <p:cNvSpPr txBox="1"/>
          <p:nvPr/>
        </p:nvSpPr>
        <p:spPr>
          <a:xfrm>
            <a:off x="14856791" y="8961120"/>
            <a:ext cx="1948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noProof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Siguiente</a:t>
            </a:r>
            <a:endParaRPr lang="es-CL" sz="1400" noProof="0"/>
          </a:p>
        </p:txBody>
      </p:sp>
      <p:sp>
        <p:nvSpPr>
          <p:cNvPr id="1887" name="Google Shape;1887;hc7cc306779174be_4_489"/>
          <p:cNvSpPr/>
          <p:nvPr/>
        </p:nvSpPr>
        <p:spPr>
          <a:xfrm>
            <a:off x="914400" y="3246120"/>
            <a:ext cx="3977400" cy="1234200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228600" tIns="45700" rIns="2286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600" b="1" noProof="0">
                <a:solidFill>
                  <a:srgbClr val="F29A5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Requisitos</a:t>
            </a:r>
            <a:endParaRPr lang="es-CL" sz="30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 prueba aprobada</a:t>
            </a:r>
            <a:endParaRPr lang="es-CL" sz="1600"/>
          </a:p>
        </p:txBody>
      </p:sp>
      <p:sp>
        <p:nvSpPr>
          <p:cNvPr id="1888" name="Google Shape;1888;hc7cc306779174be_4_489"/>
          <p:cNvSpPr/>
          <p:nvPr/>
        </p:nvSpPr>
        <p:spPr>
          <a:xfrm>
            <a:off x="5074920" y="3246120"/>
            <a:ext cx="3977400" cy="1234200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228600" tIns="45700" rIns="2286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600" b="1" noProof="0">
                <a:solidFill>
                  <a:srgbClr val="F29A5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Defectos graves</a:t>
            </a:r>
            <a:endParaRPr lang="es-CL" sz="30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sin pendientes al cierre</a:t>
            </a:r>
            <a:endParaRPr lang="es-CL" sz="1600"/>
          </a:p>
        </p:txBody>
      </p:sp>
      <p:sp>
        <p:nvSpPr>
          <p:cNvPr id="1889" name="Google Shape;1889;hc7cc306779174be_4_489"/>
          <p:cNvSpPr/>
          <p:nvPr/>
        </p:nvSpPr>
        <p:spPr>
          <a:xfrm>
            <a:off x="9235440" y="3246120"/>
            <a:ext cx="3977400" cy="1234200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228600" tIns="45700" rIns="2286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600" b="1" noProof="0">
                <a:solidFill>
                  <a:srgbClr val="F29A5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Continuidad</a:t>
            </a:r>
            <a:endParaRPr lang="es-CL" sz="30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en la ventana de despacho</a:t>
            </a:r>
            <a:endParaRPr lang="es-CL" sz="1600"/>
          </a:p>
        </p:txBody>
      </p:sp>
      <p:sp>
        <p:nvSpPr>
          <p:cNvPr id="1890" name="Google Shape;1890;hc7cc306779174be_4_489"/>
          <p:cNvSpPr/>
          <p:nvPr/>
        </p:nvSpPr>
        <p:spPr>
          <a:xfrm>
            <a:off x="13395959" y="3246120"/>
            <a:ext cx="3977400" cy="1234200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228600" tIns="45700" rIns="2286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600" b="1" noProof="0">
                <a:solidFill>
                  <a:srgbClr val="F29A5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Resultados</a:t>
            </a:r>
            <a:endParaRPr lang="es-CL" sz="30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medidos en operación</a:t>
            </a:r>
            <a:endParaRPr lang="es-CL" sz="1600"/>
          </a:p>
        </p:txBody>
      </p:sp>
      <p:sp>
        <p:nvSpPr>
          <p:cNvPr id="1891" name="Google Shape;1891;hc7cc306779174be_4_489"/>
          <p:cNvSpPr/>
          <p:nvPr/>
        </p:nvSpPr>
        <p:spPr>
          <a:xfrm>
            <a:off x="914400" y="4709160"/>
            <a:ext cx="3977400" cy="160020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92" name="Google Shape;1892;hc7cc306779174be_4_489"/>
          <p:cNvSpPr txBox="1"/>
          <p:nvPr/>
        </p:nvSpPr>
        <p:spPr>
          <a:xfrm>
            <a:off x="1143000" y="4873752"/>
            <a:ext cx="356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Funcionalidad</a:t>
            </a:r>
            <a:endParaRPr lang="es-CL" sz="1400" noProof="0"/>
          </a:p>
        </p:txBody>
      </p:sp>
      <p:sp>
        <p:nvSpPr>
          <p:cNvPr id="1893" name="Google Shape;1893;hc7cc306779174be_4_489"/>
          <p:cNvSpPr txBox="1"/>
          <p:nvPr/>
        </p:nvSpPr>
        <p:spPr>
          <a:xfrm>
            <a:off x="1143000" y="5367528"/>
            <a:ext cx="35664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Requisitos con pruebas aprobadas</a:t>
            </a:r>
            <a:endParaRPr lang="es-CL" sz="1600"/>
          </a:p>
        </p:txBody>
      </p:sp>
      <p:sp>
        <p:nvSpPr>
          <p:cNvPr id="1894" name="Google Shape;1894;hc7cc306779174be_4_489"/>
          <p:cNvSpPr/>
          <p:nvPr/>
        </p:nvSpPr>
        <p:spPr>
          <a:xfrm>
            <a:off x="5074920" y="4709160"/>
            <a:ext cx="3977400" cy="1600200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95" name="Google Shape;1895;hc7cc306779174be_4_489"/>
          <p:cNvSpPr txBox="1"/>
          <p:nvPr/>
        </p:nvSpPr>
        <p:spPr>
          <a:xfrm>
            <a:off x="5303520" y="4873752"/>
            <a:ext cx="356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Desempeño</a:t>
            </a:r>
            <a:endParaRPr lang="es-CL" sz="1400" noProof="0"/>
          </a:p>
        </p:txBody>
      </p:sp>
      <p:sp>
        <p:nvSpPr>
          <p:cNvPr id="1896" name="Google Shape;1896;hc7cc306779174be_4_489"/>
          <p:cNvSpPr txBox="1"/>
          <p:nvPr/>
        </p:nvSpPr>
        <p:spPr>
          <a:xfrm>
            <a:off x="5303520" y="5367528"/>
            <a:ext cx="35664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Respuesta crítica bajo carga</a:t>
            </a:r>
            <a:endParaRPr lang="es-CL" sz="1600"/>
          </a:p>
        </p:txBody>
      </p:sp>
      <p:sp>
        <p:nvSpPr>
          <p:cNvPr id="1897" name="Google Shape;1897;hc7cc306779174be_4_489"/>
          <p:cNvSpPr/>
          <p:nvPr/>
        </p:nvSpPr>
        <p:spPr>
          <a:xfrm>
            <a:off x="9235440" y="4709160"/>
            <a:ext cx="3977400" cy="160020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98" name="Google Shape;1898;hc7cc306779174be_4_489"/>
          <p:cNvSpPr txBox="1"/>
          <p:nvPr/>
        </p:nvSpPr>
        <p:spPr>
          <a:xfrm>
            <a:off x="9464040" y="4873752"/>
            <a:ext cx="356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Compatibilidad</a:t>
            </a:r>
            <a:endParaRPr lang="es-CL" sz="1400" noProof="0"/>
          </a:p>
        </p:txBody>
      </p:sp>
      <p:sp>
        <p:nvSpPr>
          <p:cNvPr id="1899" name="Google Shape;1899;hc7cc306779174be_4_489"/>
          <p:cNvSpPr txBox="1"/>
          <p:nvPr/>
        </p:nvSpPr>
        <p:spPr>
          <a:xfrm>
            <a:off x="9464040" y="5367528"/>
            <a:ext cx="35664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Integraciones sin errores</a:t>
            </a:r>
            <a:endParaRPr lang="es-CL" sz="1600"/>
          </a:p>
        </p:txBody>
      </p:sp>
      <p:sp>
        <p:nvSpPr>
          <p:cNvPr id="1900" name="Google Shape;1900;hc7cc306779174be_4_489"/>
          <p:cNvSpPr/>
          <p:nvPr/>
        </p:nvSpPr>
        <p:spPr>
          <a:xfrm>
            <a:off x="13395959" y="4709160"/>
            <a:ext cx="3977400" cy="160020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01" name="Google Shape;1901;hc7cc306779174be_4_489"/>
          <p:cNvSpPr txBox="1"/>
          <p:nvPr/>
        </p:nvSpPr>
        <p:spPr>
          <a:xfrm>
            <a:off x="13624559" y="4873752"/>
            <a:ext cx="356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Usabilidad</a:t>
            </a:r>
            <a:endParaRPr lang="es-CL" sz="1400" noProof="0"/>
          </a:p>
        </p:txBody>
      </p:sp>
      <p:sp>
        <p:nvSpPr>
          <p:cNvPr id="1902" name="Google Shape;1902;hc7cc306779174be_4_489"/>
          <p:cNvSpPr txBox="1"/>
          <p:nvPr/>
        </p:nvSpPr>
        <p:spPr>
          <a:xfrm>
            <a:off x="13624559" y="5367528"/>
            <a:ext cx="35664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Uso por perfil · WCAG 2.2 AA</a:t>
            </a:r>
            <a:endParaRPr lang="es-CL" sz="1600"/>
          </a:p>
        </p:txBody>
      </p:sp>
      <p:sp>
        <p:nvSpPr>
          <p:cNvPr id="1903" name="Google Shape;1903;hc7cc306779174be_4_489"/>
          <p:cNvSpPr/>
          <p:nvPr/>
        </p:nvSpPr>
        <p:spPr>
          <a:xfrm>
            <a:off x="914400" y="6492240"/>
            <a:ext cx="3977400" cy="1600200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04" name="Google Shape;1904;hc7cc306779174be_4_489"/>
          <p:cNvSpPr txBox="1"/>
          <p:nvPr/>
        </p:nvSpPr>
        <p:spPr>
          <a:xfrm>
            <a:off x="1143000" y="6656832"/>
            <a:ext cx="356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Fiabilidad</a:t>
            </a:r>
            <a:endParaRPr lang="es-CL" sz="1400" noProof="0"/>
          </a:p>
        </p:txBody>
      </p:sp>
      <p:sp>
        <p:nvSpPr>
          <p:cNvPr id="1905" name="Google Shape;1905;hc7cc306779174be_4_489"/>
          <p:cNvSpPr txBox="1"/>
          <p:nvPr/>
        </p:nvSpPr>
        <p:spPr>
          <a:xfrm>
            <a:off x="1143000" y="7150608"/>
            <a:ext cx="35664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Continuidad y recuperación</a:t>
            </a:r>
            <a:endParaRPr lang="es-CL" sz="1600"/>
          </a:p>
        </p:txBody>
      </p:sp>
      <p:sp>
        <p:nvSpPr>
          <p:cNvPr id="1906" name="Google Shape;1906;hc7cc306779174be_4_489"/>
          <p:cNvSpPr/>
          <p:nvPr/>
        </p:nvSpPr>
        <p:spPr>
          <a:xfrm>
            <a:off x="5074920" y="6492240"/>
            <a:ext cx="3977400" cy="160020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07" name="Google Shape;1907;hc7cc306779174be_4_489"/>
          <p:cNvSpPr txBox="1"/>
          <p:nvPr/>
        </p:nvSpPr>
        <p:spPr>
          <a:xfrm>
            <a:off x="5303520" y="6656832"/>
            <a:ext cx="356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Seguridad</a:t>
            </a:r>
            <a:endParaRPr lang="es-CL" sz="1400" noProof="0"/>
          </a:p>
        </p:txBody>
      </p:sp>
      <p:sp>
        <p:nvSpPr>
          <p:cNvPr id="1908" name="Google Shape;1908;hc7cc306779174be_4_489"/>
          <p:cNvSpPr txBox="1"/>
          <p:nvPr/>
        </p:nvSpPr>
        <p:spPr>
          <a:xfrm>
            <a:off x="5303520" y="7150608"/>
            <a:ext cx="35664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Sin hallazgos graves abiertos</a:t>
            </a:r>
            <a:endParaRPr lang="es-CL" sz="1600"/>
          </a:p>
        </p:txBody>
      </p:sp>
      <p:sp>
        <p:nvSpPr>
          <p:cNvPr id="1909" name="Google Shape;1909;hc7cc306779174be_4_489"/>
          <p:cNvSpPr/>
          <p:nvPr/>
        </p:nvSpPr>
        <p:spPr>
          <a:xfrm>
            <a:off x="9235440" y="6492240"/>
            <a:ext cx="3977400" cy="160020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10" name="Google Shape;1910;hc7cc306779174be_4_489"/>
          <p:cNvSpPr txBox="1"/>
          <p:nvPr/>
        </p:nvSpPr>
        <p:spPr>
          <a:xfrm>
            <a:off x="9464040" y="6656832"/>
            <a:ext cx="356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Mantenibilidad</a:t>
            </a:r>
            <a:endParaRPr lang="es-CL" sz="1400" noProof="0"/>
          </a:p>
        </p:txBody>
      </p:sp>
      <p:sp>
        <p:nvSpPr>
          <p:cNvPr id="1911" name="Google Shape;1911;hc7cc306779174be_4_489"/>
          <p:cNvSpPr txBox="1"/>
          <p:nvPr/>
        </p:nvSpPr>
        <p:spPr>
          <a:xfrm>
            <a:off x="9464040" y="7150608"/>
            <a:ext cx="35664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Código revisado y cobertura de pruebas</a:t>
            </a:r>
            <a:endParaRPr lang="es-CL" sz="1600"/>
          </a:p>
        </p:txBody>
      </p:sp>
      <p:sp>
        <p:nvSpPr>
          <p:cNvPr id="1912" name="Google Shape;1912;hc7cc306779174be_4_489"/>
          <p:cNvSpPr/>
          <p:nvPr/>
        </p:nvSpPr>
        <p:spPr>
          <a:xfrm>
            <a:off x="13395959" y="6492240"/>
            <a:ext cx="3977400" cy="160020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13" name="Google Shape;1913;hc7cc306779174be_4_489"/>
          <p:cNvSpPr txBox="1"/>
          <p:nvPr/>
        </p:nvSpPr>
        <p:spPr>
          <a:xfrm>
            <a:off x="13624559" y="6656832"/>
            <a:ext cx="356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Portabilidad</a:t>
            </a:r>
            <a:endParaRPr lang="es-CL" sz="1400" noProof="0"/>
          </a:p>
        </p:txBody>
      </p:sp>
      <p:sp>
        <p:nvSpPr>
          <p:cNvPr id="1914" name="Google Shape;1914;hc7cc306779174be_4_489"/>
          <p:cNvSpPr txBox="1"/>
          <p:nvPr/>
        </p:nvSpPr>
        <p:spPr>
          <a:xfrm>
            <a:off x="13624559" y="7150608"/>
            <a:ext cx="35664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Mismo artefacto entre ambientes</a:t>
            </a:r>
            <a:endParaRPr lang="es-CL" sz="1600"/>
          </a:p>
        </p:txBody>
      </p:sp>
      <p:sp>
        <p:nvSpPr>
          <p:cNvPr id="1915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34</a:t>
            </a:r>
          </a:p>
        </p:txBody>
      </p:sp>
      <p:sp>
        <p:nvSpPr>
          <p:cNvPr id="35001" name="Nota editorial 35001"/>
          <p:cNvSpPr txBox="1"/>
          <p:nvPr/>
        </p:nvSpPr>
        <p:spPr>
          <a:xfrm>
            <a:off x="2286000" y="2743200"/>
            <a:ext cx="13716000" cy="3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Criterios de aceptación, no resultados ya obtenidos</a:t>
            </a:r>
            <a:endParaRPr lang="es-CL" sz="20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1" name="!!deco_394992b8_1"/>
          <p:cNvSpPr/>
          <p:nvPr/>
        </p:nvSpPr>
        <p:spPr>
          <a:xfrm>
            <a:off x="2498225" y="8434217"/>
            <a:ext cx="3290311" cy="3290311"/>
          </a:xfrm>
          <a:custGeom>
            <a:avLst/>
            <a:gdLst/>
            <a:ahLst/>
            <a:cxnLst/>
            <a:rect l="l" t="t" r="r" b="b"/>
            <a:pathLst>
              <a:path w="3290311" h="3290311">
                <a:moveTo>
                  <a:pt x="0" y="0"/>
                </a:moveTo>
                <a:lnTo>
                  <a:pt x="3290311" y="0"/>
                </a:lnTo>
                <a:lnTo>
                  <a:pt x="3290311" y="3290311"/>
                </a:lnTo>
                <a:lnTo>
                  <a:pt x="0" y="3290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922" name="!!deco_f2aa00f8_1"/>
          <p:cNvSpPr/>
          <p:nvPr/>
        </p:nvSpPr>
        <p:spPr>
          <a:xfrm>
            <a:off x="-1142265" y="8434217"/>
            <a:ext cx="3290311" cy="3290311"/>
          </a:xfrm>
          <a:custGeom>
            <a:avLst/>
            <a:gdLst/>
            <a:ahLst/>
            <a:cxnLst/>
            <a:rect l="l" t="t" r="r" b="b"/>
            <a:pathLst>
              <a:path w="3290311" h="3290311">
                <a:moveTo>
                  <a:pt x="0" y="0"/>
                </a:moveTo>
                <a:lnTo>
                  <a:pt x="3290311" y="0"/>
                </a:lnTo>
                <a:lnTo>
                  <a:pt x="3290311" y="3290311"/>
                </a:lnTo>
                <a:lnTo>
                  <a:pt x="0" y="3290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923" name="!!deco_dce8b6c9_1"/>
          <p:cNvSpPr/>
          <p:nvPr/>
        </p:nvSpPr>
        <p:spPr>
          <a:xfrm>
            <a:off x="12959547" y="3602090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924" name="!!deco_13b10c14_1"/>
          <p:cNvSpPr/>
          <p:nvPr/>
        </p:nvSpPr>
        <p:spPr>
          <a:xfrm>
            <a:off x="-4972526" y="-2876909"/>
            <a:ext cx="11109212" cy="5554606"/>
          </a:xfrm>
          <a:custGeom>
            <a:avLst/>
            <a:gdLst/>
            <a:ahLst/>
            <a:cxnLst/>
            <a:rect l="l" t="t" r="r" b="b"/>
            <a:pathLst>
              <a:path w="11109212" h="5554606">
                <a:moveTo>
                  <a:pt x="0" y="0"/>
                </a:moveTo>
                <a:lnTo>
                  <a:pt x="11109213" y="0"/>
                </a:lnTo>
                <a:lnTo>
                  <a:pt x="11109213" y="5554606"/>
                </a:lnTo>
                <a:lnTo>
                  <a:pt x="0" y="55546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925" name="!!title"/>
          <p:cNvSpPr txBox="1"/>
          <p:nvPr/>
        </p:nvSpPr>
        <p:spPr>
          <a:xfrm>
            <a:off x="1435608" y="2349500"/>
            <a:ext cx="7772400" cy="17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4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Controles y</a:t>
            </a:r>
            <a:endParaRPr lang="es-CL" sz="5400"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4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aceptación</a:t>
            </a:r>
            <a:endParaRPr lang="es-CL" sz="5400"/>
          </a:p>
        </p:txBody>
      </p:sp>
      <p:sp>
        <p:nvSpPr>
          <p:cNvPr id="1926" name="Google Shape;1926;p31"/>
          <p:cNvSpPr txBox="1"/>
          <p:nvPr/>
        </p:nvSpPr>
        <p:spPr>
          <a:xfrm>
            <a:off x="1435608" y="4381500"/>
            <a:ext cx="7589520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00" b="1" noProof="0">
                <a:solidFill>
                  <a:srgbClr val="3C3C3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Corregir → verificar → avanzar</a:t>
            </a:r>
            <a:endParaRPr lang="es-CL" sz="2500"/>
          </a:p>
        </p:txBody>
      </p:sp>
      <p:sp>
        <p:nvSpPr>
          <p:cNvPr id="1927" name="Google Shape;1927;p31"/>
          <p:cNvSpPr txBox="1"/>
          <p:nvPr/>
        </p:nvSpPr>
        <p:spPr>
          <a:xfrm>
            <a:off x="1435608" y="5181600"/>
            <a:ext cx="768096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ART. 17.3 · CONDICIONES CONJUNTAS</a:t>
            </a:r>
            <a:endParaRPr lang="es-CL" sz="1600"/>
          </a:p>
        </p:txBody>
      </p:sp>
      <p:sp>
        <p:nvSpPr>
          <p:cNvPr id="1928" name="Google Shape;1928;p31"/>
          <p:cNvSpPr/>
          <p:nvPr/>
        </p:nvSpPr>
        <p:spPr>
          <a:xfrm>
            <a:off x="1435608" y="5791200"/>
            <a:ext cx="438912" cy="438912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</a:t>
            </a:r>
            <a:endParaRPr lang="es-CL" noProof="0"/>
          </a:p>
        </p:txBody>
      </p:sp>
      <p:sp>
        <p:nvSpPr>
          <p:cNvPr id="1929" name="Google Shape;1929;p31"/>
          <p:cNvSpPr txBox="1"/>
          <p:nvPr/>
        </p:nvSpPr>
        <p:spPr>
          <a:xfrm>
            <a:off x="1984248" y="5740400"/>
            <a:ext cx="3291840" cy="8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Sin incidentes críticos o altos</a:t>
            </a:r>
            <a:endParaRPr lang="es-CL" sz="18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abiertos atribuibles</a:t>
            </a:r>
            <a:endParaRPr lang="es-CL" sz="1800"/>
          </a:p>
        </p:txBody>
      </p:sp>
      <p:sp>
        <p:nvSpPr>
          <p:cNvPr id="1930" name="Google Shape;1930;p31"/>
          <p:cNvSpPr/>
          <p:nvPr/>
        </p:nvSpPr>
        <p:spPr>
          <a:xfrm>
            <a:off x="5367528" y="5791200"/>
            <a:ext cx="438912" cy="438912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</a:t>
            </a:r>
            <a:endParaRPr lang="es-CL" noProof="0"/>
          </a:p>
        </p:txBody>
      </p:sp>
      <p:sp>
        <p:nvSpPr>
          <p:cNvPr id="1931" name="Google Shape;1931;p31"/>
          <p:cNvSpPr txBox="1"/>
          <p:nvPr/>
        </p:nvSpPr>
        <p:spPr>
          <a:xfrm>
            <a:off x="5916168" y="5740400"/>
            <a:ext cx="3291840" cy="8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Todo el volumen real:</a:t>
            </a:r>
            <a:endParaRPr lang="es-CL" sz="18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últimas cuatro semanas</a:t>
            </a:r>
            <a:endParaRPr lang="es-CL" sz="1800"/>
          </a:p>
        </p:txBody>
      </p:sp>
      <p:sp>
        <p:nvSpPr>
          <p:cNvPr id="1932" name="Google Shape;1932;p31"/>
          <p:cNvSpPr/>
          <p:nvPr/>
        </p:nvSpPr>
        <p:spPr>
          <a:xfrm>
            <a:off x="1435608" y="6781800"/>
            <a:ext cx="438912" cy="438912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3</a:t>
            </a:r>
            <a:endParaRPr lang="es-CL" noProof="0"/>
          </a:p>
        </p:txBody>
      </p:sp>
      <p:sp>
        <p:nvSpPr>
          <p:cNvPr id="1933" name="Google Shape;1933;p31"/>
          <p:cNvSpPr txBox="1"/>
          <p:nvPr/>
        </p:nvSpPr>
        <p:spPr>
          <a:xfrm>
            <a:off x="1984248" y="6731000"/>
            <a:ext cx="3291840" cy="8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05:30–07:00 sin caída;</a:t>
            </a:r>
            <a:endParaRPr lang="es-CL" sz="18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disponibilidad y respuesta</a:t>
            </a:r>
            <a:endParaRPr lang="es-CL" sz="1800"/>
          </a:p>
        </p:txBody>
      </p:sp>
      <p:sp>
        <p:nvSpPr>
          <p:cNvPr id="1934" name="Google Shape;1934;p31"/>
          <p:cNvSpPr/>
          <p:nvPr/>
        </p:nvSpPr>
        <p:spPr>
          <a:xfrm>
            <a:off x="5367528" y="6781800"/>
            <a:ext cx="438912" cy="438912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4</a:t>
            </a:r>
            <a:endParaRPr lang="es-CL" noProof="0"/>
          </a:p>
        </p:txBody>
      </p:sp>
      <p:sp>
        <p:nvSpPr>
          <p:cNvPr id="1935" name="Google Shape;1935;p31"/>
          <p:cNvSpPr txBox="1"/>
          <p:nvPr/>
        </p:nvSpPr>
        <p:spPr>
          <a:xfrm>
            <a:off x="5916168" y="6731000"/>
            <a:ext cx="3291840" cy="8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Conciliación sin diferencias</a:t>
            </a:r>
            <a:endParaRPr lang="es-CL" sz="18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pendientes de explicación</a:t>
            </a:r>
            <a:endParaRPr lang="es-CL" sz="1800"/>
          </a:p>
        </p:txBody>
      </p:sp>
      <p:sp>
        <p:nvSpPr>
          <p:cNvPr id="1936" name="Google Shape;1936;p31"/>
          <p:cNvSpPr/>
          <p:nvPr/>
        </p:nvSpPr>
        <p:spPr>
          <a:xfrm>
            <a:off x="1435608" y="7772400"/>
            <a:ext cx="438912" cy="438912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5</a:t>
            </a:r>
            <a:endParaRPr lang="es-CL" noProof="0"/>
          </a:p>
        </p:txBody>
      </p:sp>
      <p:sp>
        <p:nvSpPr>
          <p:cNvPr id="1937" name="Google Shape;1937;p31"/>
          <p:cNvSpPr txBox="1"/>
          <p:nvPr/>
        </p:nvSpPr>
        <p:spPr>
          <a:xfrm>
            <a:off x="1984248" y="7721600"/>
            <a:ext cx="3291840" cy="8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Usuarios de la ola</a:t>
            </a:r>
            <a:endParaRPr lang="es-CL" sz="18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capacitados y certificados</a:t>
            </a:r>
            <a:endParaRPr lang="es-CL" sz="1800"/>
          </a:p>
        </p:txBody>
      </p:sp>
      <p:sp>
        <p:nvSpPr>
          <p:cNvPr id="1938" name="Google Shape;1938;p31"/>
          <p:cNvSpPr/>
          <p:nvPr/>
        </p:nvSpPr>
        <p:spPr>
          <a:xfrm>
            <a:off x="5367528" y="7772400"/>
            <a:ext cx="438912" cy="438912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6</a:t>
            </a:r>
            <a:endParaRPr lang="es-CL" noProof="0"/>
          </a:p>
        </p:txBody>
      </p:sp>
      <p:sp>
        <p:nvSpPr>
          <p:cNvPr id="1939" name="Google Shape;1939;p31"/>
          <p:cNvSpPr txBox="1"/>
          <p:nvPr/>
        </p:nvSpPr>
        <p:spPr>
          <a:xfrm>
            <a:off x="5916168" y="7721600"/>
            <a:ext cx="3291840" cy="8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Acta firmada por la</a:t>
            </a:r>
            <a:endParaRPr lang="es-CL" sz="18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Contraparte Técnica</a:t>
            </a:r>
            <a:endParaRPr lang="es-CL" sz="1800"/>
          </a:p>
        </p:txBody>
      </p:sp>
      <p:sp>
        <p:nvSpPr>
          <p:cNvPr id="1940" name="Google Shape;1940;p31"/>
          <p:cNvSpPr/>
          <p:nvPr/>
        </p:nvSpPr>
        <p:spPr>
          <a:xfrm>
            <a:off x="9509760" y="914400"/>
            <a:ext cx="7863840" cy="96012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41" name="Google Shape;1941;p31"/>
          <p:cNvSpPr/>
          <p:nvPr/>
        </p:nvSpPr>
        <p:spPr>
          <a:xfrm>
            <a:off x="9646920" y="1051560"/>
            <a:ext cx="685800" cy="685800"/>
          </a:xfrm>
          <a:prstGeom prst="roundRect">
            <a:avLst>
              <a:gd name="adj" fmla="val 2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G0</a:t>
            </a:r>
            <a:endParaRPr lang="es-CL" noProof="0"/>
          </a:p>
        </p:txBody>
      </p:sp>
      <p:sp>
        <p:nvSpPr>
          <p:cNvPr id="1942" name="Google Shape;1942;p31"/>
          <p:cNvSpPr txBox="1"/>
          <p:nvPr/>
        </p:nvSpPr>
        <p:spPr>
          <a:xfrm>
            <a:off x="10561320" y="987552"/>
            <a:ext cx="66751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Compromiso local</a:t>
            </a:r>
            <a:endParaRPr lang="es-CL" noProof="0"/>
          </a:p>
        </p:txBody>
      </p:sp>
      <p:sp>
        <p:nvSpPr>
          <p:cNvPr id="1943" name="Google Shape;1943;p31"/>
          <p:cNvSpPr txBox="1"/>
          <p:nvPr/>
        </p:nvSpPr>
        <p:spPr>
          <a:xfrm>
            <a:off x="10561320" y="1417320"/>
            <a:ext cx="66751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Formato y pruebas</a:t>
            </a:r>
            <a:endParaRPr lang="es-CL" sz="1600"/>
          </a:p>
        </p:txBody>
      </p:sp>
      <p:sp>
        <p:nvSpPr>
          <p:cNvPr id="1944" name="Google Shape;1944;p31"/>
          <p:cNvSpPr/>
          <p:nvPr/>
        </p:nvSpPr>
        <p:spPr>
          <a:xfrm>
            <a:off x="9509760" y="2011680"/>
            <a:ext cx="7863840" cy="96012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45" name="Google Shape;1945;p31"/>
          <p:cNvSpPr/>
          <p:nvPr/>
        </p:nvSpPr>
        <p:spPr>
          <a:xfrm>
            <a:off x="9646920" y="2148840"/>
            <a:ext cx="685800" cy="685800"/>
          </a:xfrm>
          <a:prstGeom prst="roundRect">
            <a:avLst>
              <a:gd name="adj" fmla="val 2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G1</a:t>
            </a:r>
            <a:endParaRPr lang="es-CL" noProof="0"/>
          </a:p>
        </p:txBody>
      </p:sp>
      <p:sp>
        <p:nvSpPr>
          <p:cNvPr id="1946" name="Google Shape;1946;p31"/>
          <p:cNvSpPr txBox="1"/>
          <p:nvPr/>
        </p:nvSpPr>
        <p:spPr>
          <a:xfrm>
            <a:off x="10561320" y="2084832"/>
            <a:ext cx="66751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Solicitud de fusión</a:t>
            </a:r>
            <a:endParaRPr lang="es-CL" noProof="0"/>
          </a:p>
        </p:txBody>
      </p:sp>
      <p:sp>
        <p:nvSpPr>
          <p:cNvPr id="1947" name="Google Shape;1947;p31"/>
          <p:cNvSpPr txBox="1"/>
          <p:nvPr/>
        </p:nvSpPr>
        <p:spPr>
          <a:xfrm>
            <a:off x="10561320" y="2514600"/>
            <a:ext cx="66751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Revisión por pares</a:t>
            </a:r>
            <a:endParaRPr lang="es-CL" sz="1600"/>
          </a:p>
        </p:txBody>
      </p:sp>
      <p:sp>
        <p:nvSpPr>
          <p:cNvPr id="1948" name="Google Shape;1948;p31"/>
          <p:cNvSpPr/>
          <p:nvPr/>
        </p:nvSpPr>
        <p:spPr>
          <a:xfrm>
            <a:off x="9509760" y="3108960"/>
            <a:ext cx="7863840" cy="96012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49" name="Google Shape;1949;p31"/>
          <p:cNvSpPr/>
          <p:nvPr/>
        </p:nvSpPr>
        <p:spPr>
          <a:xfrm>
            <a:off x="9646920" y="3246120"/>
            <a:ext cx="685800" cy="685800"/>
          </a:xfrm>
          <a:prstGeom prst="roundRect">
            <a:avLst>
              <a:gd name="adj" fmla="val 2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G2</a:t>
            </a:r>
            <a:endParaRPr lang="es-CL" noProof="0"/>
          </a:p>
        </p:txBody>
      </p:sp>
      <p:sp>
        <p:nvSpPr>
          <p:cNvPr id="1950" name="Google Shape;1950;p31"/>
          <p:cNvSpPr txBox="1"/>
          <p:nvPr/>
        </p:nvSpPr>
        <p:spPr>
          <a:xfrm>
            <a:off x="10561320" y="3182112"/>
            <a:ext cx="66751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Integración continua</a:t>
            </a:r>
            <a:endParaRPr lang="es-CL" noProof="0"/>
          </a:p>
        </p:txBody>
      </p:sp>
      <p:sp>
        <p:nvSpPr>
          <p:cNvPr id="1951" name="Google Shape;1951;p31"/>
          <p:cNvSpPr txBox="1"/>
          <p:nvPr/>
        </p:nvSpPr>
        <p:spPr>
          <a:xfrm>
            <a:off x="10561320" y="3611880"/>
            <a:ext cx="66751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Cobertura · calidad de código · contratos</a:t>
            </a:r>
            <a:endParaRPr lang="es-CL" sz="1600"/>
          </a:p>
        </p:txBody>
      </p:sp>
      <p:sp>
        <p:nvSpPr>
          <p:cNvPr id="1952" name="Google Shape;1952;p31"/>
          <p:cNvSpPr/>
          <p:nvPr/>
        </p:nvSpPr>
        <p:spPr>
          <a:xfrm>
            <a:off x="9509760" y="4206240"/>
            <a:ext cx="7863840" cy="96012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53" name="Google Shape;1953;p31"/>
          <p:cNvSpPr/>
          <p:nvPr/>
        </p:nvSpPr>
        <p:spPr>
          <a:xfrm>
            <a:off x="9646920" y="4343400"/>
            <a:ext cx="685800" cy="685800"/>
          </a:xfrm>
          <a:prstGeom prst="roundRect">
            <a:avLst>
              <a:gd name="adj" fmla="val 2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G3</a:t>
            </a:r>
            <a:endParaRPr lang="es-CL" noProof="0"/>
          </a:p>
        </p:txBody>
      </p:sp>
      <p:sp>
        <p:nvSpPr>
          <p:cNvPr id="1954" name="Google Shape;1954;p31"/>
          <p:cNvSpPr txBox="1"/>
          <p:nvPr/>
        </p:nvSpPr>
        <p:spPr>
          <a:xfrm>
            <a:off x="10561320" y="4279392"/>
            <a:ext cx="66751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Promoción a QA</a:t>
            </a:r>
            <a:endParaRPr lang="es-CL" noProof="0"/>
          </a:p>
        </p:txBody>
      </p:sp>
      <p:sp>
        <p:nvSpPr>
          <p:cNvPr id="1955" name="Google Shape;1955;p31"/>
          <p:cNvSpPr txBox="1"/>
          <p:nvPr/>
        </p:nvSpPr>
        <p:spPr>
          <a:xfrm>
            <a:off x="10561320" y="4709159"/>
            <a:ext cx="667512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Sin vulnerabilidades críticas o altas</a:t>
            </a:r>
            <a:endParaRPr lang="es-CL" sz="1600"/>
          </a:p>
        </p:txBody>
      </p:sp>
      <p:sp>
        <p:nvSpPr>
          <p:cNvPr id="1956" name="Google Shape;1956;p31"/>
          <p:cNvSpPr/>
          <p:nvPr/>
        </p:nvSpPr>
        <p:spPr>
          <a:xfrm>
            <a:off x="9509760" y="5303520"/>
            <a:ext cx="7863840" cy="96012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57" name="Google Shape;1957;p31"/>
          <p:cNvSpPr/>
          <p:nvPr/>
        </p:nvSpPr>
        <p:spPr>
          <a:xfrm>
            <a:off x="9646920" y="5440680"/>
            <a:ext cx="685800" cy="685800"/>
          </a:xfrm>
          <a:prstGeom prst="roundRect">
            <a:avLst>
              <a:gd name="adj" fmla="val 2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G4</a:t>
            </a:r>
            <a:endParaRPr lang="es-CL" noProof="0"/>
          </a:p>
        </p:txBody>
      </p:sp>
      <p:sp>
        <p:nvSpPr>
          <p:cNvPr id="1958" name="Google Shape;1958;p31"/>
          <p:cNvSpPr txBox="1"/>
          <p:nvPr/>
        </p:nvSpPr>
        <p:spPr>
          <a:xfrm>
            <a:off x="10561320" y="5376672"/>
            <a:ext cx="66751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Preproducción</a:t>
            </a:r>
            <a:endParaRPr lang="es-CL" noProof="0"/>
          </a:p>
        </p:txBody>
      </p:sp>
      <p:sp>
        <p:nvSpPr>
          <p:cNvPr id="1959" name="Google Shape;1959;p31"/>
          <p:cNvSpPr txBox="1"/>
          <p:nvPr/>
        </p:nvSpPr>
        <p:spPr>
          <a:xfrm>
            <a:off x="10561320" y="5806440"/>
            <a:ext cx="66751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Regresión · seguridad · accesibilidad</a:t>
            </a:r>
            <a:endParaRPr lang="es-CL" sz="1600"/>
          </a:p>
        </p:txBody>
      </p:sp>
      <p:sp>
        <p:nvSpPr>
          <p:cNvPr id="1960" name="Google Shape;1960;p31"/>
          <p:cNvSpPr/>
          <p:nvPr/>
        </p:nvSpPr>
        <p:spPr>
          <a:xfrm>
            <a:off x="9509760" y="6400800"/>
            <a:ext cx="7863840" cy="96012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61" name="Google Shape;1961;p31"/>
          <p:cNvSpPr/>
          <p:nvPr/>
        </p:nvSpPr>
        <p:spPr>
          <a:xfrm>
            <a:off x="9646920" y="6537960"/>
            <a:ext cx="685800" cy="685800"/>
          </a:xfrm>
          <a:prstGeom prst="roundRect">
            <a:avLst>
              <a:gd name="adj" fmla="val 2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G5</a:t>
            </a:r>
            <a:endParaRPr lang="es-CL" noProof="0"/>
          </a:p>
        </p:txBody>
      </p:sp>
      <p:sp>
        <p:nvSpPr>
          <p:cNvPr id="1962" name="Google Shape;1962;p31"/>
          <p:cNvSpPr txBox="1"/>
          <p:nvPr/>
        </p:nvSpPr>
        <p:spPr>
          <a:xfrm>
            <a:off x="10561320" y="6473952"/>
            <a:ext cx="66751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Entrada a Producción</a:t>
            </a:r>
            <a:endParaRPr lang="es-CL" noProof="0"/>
          </a:p>
        </p:txBody>
      </p:sp>
      <p:sp>
        <p:nvSpPr>
          <p:cNvPr id="1963" name="Google Shape;1963;p31"/>
          <p:cNvSpPr txBox="1"/>
          <p:nvPr/>
        </p:nvSpPr>
        <p:spPr>
          <a:xfrm>
            <a:off x="10561320" y="6903720"/>
            <a:ext cx="66751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C7C7C7"/>
                </a:solidFill>
                <a:latin typeface="Inter"/>
                <a:ea typeface="Inter"/>
                <a:cs typeface="Inter"/>
                <a:sym typeface="Inter"/>
              </a:rPr>
              <a:t>Pruebas · certificación · reversión</a:t>
            </a:r>
            <a:endParaRPr lang="es-CL" sz="1600"/>
          </a:p>
        </p:txBody>
      </p:sp>
      <p:sp>
        <p:nvSpPr>
          <p:cNvPr id="1964" name="Google Shape;1964;p31"/>
          <p:cNvSpPr/>
          <p:nvPr/>
        </p:nvSpPr>
        <p:spPr>
          <a:xfrm>
            <a:off x="9509760" y="7498079"/>
            <a:ext cx="7863840" cy="96012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65" name="Google Shape;1965;p31"/>
          <p:cNvSpPr/>
          <p:nvPr/>
        </p:nvSpPr>
        <p:spPr>
          <a:xfrm>
            <a:off x="9646920" y="7635240"/>
            <a:ext cx="685800" cy="685800"/>
          </a:xfrm>
          <a:prstGeom prst="roundRect">
            <a:avLst>
              <a:gd name="adj" fmla="val 2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G6</a:t>
            </a:r>
            <a:endParaRPr lang="es-CL" noProof="0"/>
          </a:p>
        </p:txBody>
      </p:sp>
      <p:sp>
        <p:nvSpPr>
          <p:cNvPr id="1966" name="Google Shape;1966;p31"/>
          <p:cNvSpPr txBox="1"/>
          <p:nvPr/>
        </p:nvSpPr>
        <p:spPr>
          <a:xfrm>
            <a:off x="10561320" y="7571231"/>
            <a:ext cx="66751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Producción supervisada</a:t>
            </a:r>
            <a:endParaRPr lang="es-CL" noProof="0"/>
          </a:p>
        </p:txBody>
      </p:sp>
      <p:sp>
        <p:nvSpPr>
          <p:cNvPr id="1967" name="Google Shape;1967;p31"/>
          <p:cNvSpPr txBox="1"/>
          <p:nvPr/>
        </p:nvSpPr>
        <p:spPr>
          <a:xfrm>
            <a:off x="10561320" y="8001000"/>
            <a:ext cx="66751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Seguimiento · reversión ante desvíos</a:t>
            </a:r>
            <a:endParaRPr lang="es-CL" sz="1600"/>
          </a:p>
        </p:txBody>
      </p:sp>
      <p:sp>
        <p:nvSpPr>
          <p:cNvPr id="1968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35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3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974" name="!!title"/>
          <p:cNvSpPr txBox="1"/>
          <p:nvPr/>
        </p:nvSpPr>
        <p:spPr>
          <a:xfrm>
            <a:off x="2286000" y="1226844"/>
            <a:ext cx="137160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948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4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Pruebas: del código al terreno</a:t>
            </a:r>
            <a:endParaRPr lang="es-CL" sz="1400" noProof="0"/>
          </a:p>
        </p:txBody>
      </p:sp>
      <p:sp>
        <p:nvSpPr>
          <p:cNvPr id="1975" name="!!deco_1438196a_2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976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977" name="!!deco_78f3c294_1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978" name="!!deco_78f3c294_2"/>
          <p:cNvSpPr/>
          <p:nvPr/>
        </p:nvSpPr>
        <p:spPr>
          <a:xfrm flipH="1">
            <a:off x="16902895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979" name="Google Shape;1979;hc7cc306779174be_4_957"/>
          <p:cNvSpPr txBox="1"/>
          <p:nvPr/>
        </p:nvSpPr>
        <p:spPr>
          <a:xfrm>
            <a:off x="14856791" y="8961120"/>
            <a:ext cx="1948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noProof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Siguiente</a:t>
            </a:r>
            <a:endParaRPr lang="es-CL" sz="1400" noProof="0"/>
          </a:p>
        </p:txBody>
      </p:sp>
      <p:sp>
        <p:nvSpPr>
          <p:cNvPr id="1981" name="Google Shape;1981;hc7cc306779174be_4_957"/>
          <p:cNvSpPr/>
          <p:nvPr/>
        </p:nvSpPr>
        <p:spPr>
          <a:xfrm>
            <a:off x="914400" y="3246120"/>
            <a:ext cx="3154800" cy="567000"/>
          </a:xfrm>
          <a:prstGeom prst="roundRect">
            <a:avLst>
              <a:gd name="adj" fmla="val 20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Desarrollo</a:t>
            </a:r>
            <a:endParaRPr lang="es-CL" sz="1400" noProof="0"/>
          </a:p>
        </p:txBody>
      </p:sp>
      <p:sp>
        <p:nvSpPr>
          <p:cNvPr id="1982" name="Google Shape;1982;hc7cc306779174be_4_957"/>
          <p:cNvSpPr/>
          <p:nvPr/>
        </p:nvSpPr>
        <p:spPr>
          <a:xfrm>
            <a:off x="914400" y="3931920"/>
            <a:ext cx="3154800" cy="5484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54850" tIns="45700" rIns="548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Unitarias y componente</a:t>
            </a:r>
            <a:endParaRPr lang="es-CL" sz="1400" noProof="0"/>
          </a:p>
        </p:txBody>
      </p:sp>
      <p:sp>
        <p:nvSpPr>
          <p:cNvPr id="1983" name="Google Shape;1983;hc7cc306779174be_4_957"/>
          <p:cNvSpPr/>
          <p:nvPr/>
        </p:nvSpPr>
        <p:spPr>
          <a:xfrm>
            <a:off x="914400" y="4572000"/>
            <a:ext cx="3154800" cy="5484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54850" tIns="45700" rIns="548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Contratos de API</a:t>
            </a:r>
            <a:endParaRPr lang="es-CL" sz="1400" noProof="0"/>
          </a:p>
        </p:txBody>
      </p:sp>
      <p:cxnSp>
        <p:nvCxnSpPr>
          <p:cNvPr id="1984" name="Google Shape;1984;hc7cc306779174be_4_957"/>
          <p:cNvCxnSpPr/>
          <p:nvPr/>
        </p:nvCxnSpPr>
        <p:spPr>
          <a:xfrm>
            <a:off x="4069080" y="3529584"/>
            <a:ext cx="174000" cy="0"/>
          </a:xfrm>
          <a:prstGeom prst="straightConnector1">
            <a:avLst/>
          </a:prstGeom>
          <a:noFill/>
          <a:ln w="38100" cap="flat" cmpd="sng">
            <a:solidFill>
              <a:srgbClr val="9A9A9A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80000" dist="40000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1985" name="Google Shape;1985;hc7cc306779174be_4_957"/>
          <p:cNvSpPr/>
          <p:nvPr/>
        </p:nvSpPr>
        <p:spPr>
          <a:xfrm>
            <a:off x="4242816" y="3246120"/>
            <a:ext cx="3154800" cy="567000"/>
          </a:xfrm>
          <a:prstGeom prst="roundRect">
            <a:avLst>
              <a:gd name="adj" fmla="val 20000"/>
            </a:avLst>
          </a:prstGeom>
          <a:solidFill>
            <a:srgbClr val="3C3C3C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QA</a:t>
            </a:r>
            <a:endParaRPr lang="es-CL" sz="1400" noProof="0"/>
          </a:p>
        </p:txBody>
      </p:sp>
      <p:sp>
        <p:nvSpPr>
          <p:cNvPr id="1986" name="Google Shape;1986;hc7cc306779174be_4_957"/>
          <p:cNvSpPr/>
          <p:nvPr/>
        </p:nvSpPr>
        <p:spPr>
          <a:xfrm>
            <a:off x="4242816" y="3931920"/>
            <a:ext cx="3154800" cy="5484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54850" tIns="45700" rIns="548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Integraciones</a:t>
            </a:r>
            <a:endParaRPr lang="es-CL" sz="1600"/>
          </a:p>
        </p:txBody>
      </p:sp>
      <p:sp>
        <p:nvSpPr>
          <p:cNvPr id="1987" name="Google Shape;1987;hc7cc306779174be_4_957"/>
          <p:cNvSpPr/>
          <p:nvPr/>
        </p:nvSpPr>
        <p:spPr>
          <a:xfrm>
            <a:off x="4242816" y="4572000"/>
            <a:ext cx="3154800" cy="5484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54850" tIns="45700" rIns="548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Sistema y regresión</a:t>
            </a:r>
            <a:endParaRPr lang="es-CL" sz="1400" noProof="0"/>
          </a:p>
        </p:txBody>
      </p:sp>
      <p:sp>
        <p:nvSpPr>
          <p:cNvPr id="1988" name="Google Shape;1988;hc7cc306779174be_4_957"/>
          <p:cNvSpPr/>
          <p:nvPr/>
        </p:nvSpPr>
        <p:spPr>
          <a:xfrm>
            <a:off x="4242816" y="5212079"/>
            <a:ext cx="3154800" cy="5484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54850" tIns="45700" rIns="548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Seguridad y accesibilidad</a:t>
            </a:r>
            <a:endParaRPr lang="es-CL" sz="1600"/>
          </a:p>
        </p:txBody>
      </p:sp>
      <p:cxnSp>
        <p:nvCxnSpPr>
          <p:cNvPr id="1989" name="Google Shape;1989;hc7cc306779174be_4_957"/>
          <p:cNvCxnSpPr/>
          <p:nvPr/>
        </p:nvCxnSpPr>
        <p:spPr>
          <a:xfrm>
            <a:off x="7397496" y="3529584"/>
            <a:ext cx="174000" cy="0"/>
          </a:xfrm>
          <a:prstGeom prst="straightConnector1">
            <a:avLst/>
          </a:prstGeom>
          <a:noFill/>
          <a:ln w="38100" cap="flat" cmpd="sng">
            <a:solidFill>
              <a:srgbClr val="9A9A9A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80000" dist="40000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1990" name="Google Shape;1990;hc7cc306779174be_4_957"/>
          <p:cNvSpPr/>
          <p:nvPr/>
        </p:nvSpPr>
        <p:spPr>
          <a:xfrm>
            <a:off x="7571232" y="3246120"/>
            <a:ext cx="3154800" cy="567000"/>
          </a:xfrm>
          <a:prstGeom prst="roundRect">
            <a:avLst>
              <a:gd name="adj" fmla="val 2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Preproducción</a:t>
            </a:r>
            <a:endParaRPr lang="es-CL" sz="1400" noProof="0"/>
          </a:p>
        </p:txBody>
      </p:sp>
      <p:sp>
        <p:nvSpPr>
          <p:cNvPr id="1991" name="Google Shape;1991;hc7cc306779174be_4_957"/>
          <p:cNvSpPr/>
          <p:nvPr/>
        </p:nvSpPr>
        <p:spPr>
          <a:xfrm>
            <a:off x="7571232" y="3931920"/>
            <a:ext cx="3154800" cy="5484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54850" tIns="45700" rIns="548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Aceptación de usuario</a:t>
            </a:r>
            <a:endParaRPr lang="es-CL" sz="1400" noProof="0"/>
          </a:p>
        </p:txBody>
      </p:sp>
      <p:sp>
        <p:nvSpPr>
          <p:cNvPr id="1992" name="Google Shape;1992;hc7cc306779174be_4_957"/>
          <p:cNvSpPr/>
          <p:nvPr/>
        </p:nvSpPr>
        <p:spPr>
          <a:xfrm>
            <a:off x="7571232" y="4572000"/>
            <a:ext cx="3154800" cy="5484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54850" tIns="45700" rIns="548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Carga y estrés</a:t>
            </a:r>
            <a:endParaRPr lang="es-CL" sz="1600"/>
          </a:p>
        </p:txBody>
      </p:sp>
      <p:sp>
        <p:nvSpPr>
          <p:cNvPr id="1993" name="Google Shape;1993;hc7cc306779174be_4_957"/>
          <p:cNvSpPr/>
          <p:nvPr/>
        </p:nvSpPr>
        <p:spPr>
          <a:xfrm>
            <a:off x="7571232" y="5212079"/>
            <a:ext cx="3154800" cy="5484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54850" tIns="45700" rIns="548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Fallas y conectividad</a:t>
            </a:r>
            <a:endParaRPr lang="es-CL" sz="1600"/>
          </a:p>
        </p:txBody>
      </p:sp>
      <p:sp>
        <p:nvSpPr>
          <p:cNvPr id="1994" name="Google Shape;1994;hc7cc306779174be_4_957"/>
          <p:cNvSpPr/>
          <p:nvPr/>
        </p:nvSpPr>
        <p:spPr>
          <a:xfrm>
            <a:off x="7571232" y="5852159"/>
            <a:ext cx="3154800" cy="5484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54850" tIns="45700" rIns="548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Migración y reversión</a:t>
            </a:r>
            <a:endParaRPr lang="es-CL" sz="1600"/>
          </a:p>
        </p:txBody>
      </p:sp>
      <p:sp>
        <p:nvSpPr>
          <p:cNvPr id="1995" name="Google Shape;1995;hc7cc306779174be_4_957"/>
          <p:cNvSpPr/>
          <p:nvPr/>
        </p:nvSpPr>
        <p:spPr>
          <a:xfrm>
            <a:off x="7571232" y="6492240"/>
            <a:ext cx="3154800" cy="5484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54850" tIns="45700" rIns="548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Intrusión por un tercero</a:t>
            </a:r>
            <a:endParaRPr lang="es-CL" sz="1400" noProof="0"/>
          </a:p>
        </p:txBody>
      </p:sp>
      <p:cxnSp>
        <p:nvCxnSpPr>
          <p:cNvPr id="1996" name="Google Shape;1996;hc7cc306779174be_4_957"/>
          <p:cNvCxnSpPr/>
          <p:nvPr/>
        </p:nvCxnSpPr>
        <p:spPr>
          <a:xfrm>
            <a:off x="10725912" y="3529584"/>
            <a:ext cx="174000" cy="0"/>
          </a:xfrm>
          <a:prstGeom prst="straightConnector1">
            <a:avLst/>
          </a:prstGeom>
          <a:noFill/>
          <a:ln w="38100" cap="flat" cmpd="sng">
            <a:solidFill>
              <a:srgbClr val="9A9A9A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80000" dist="40000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1997" name="Google Shape;1997;hc7cc306779174be_4_957"/>
          <p:cNvSpPr/>
          <p:nvPr/>
        </p:nvSpPr>
        <p:spPr>
          <a:xfrm>
            <a:off x="10899648" y="3246120"/>
            <a:ext cx="3154800" cy="567000"/>
          </a:xfrm>
          <a:prstGeom prst="roundRect">
            <a:avLst>
              <a:gd name="adj" fmla="val 20000"/>
            </a:avLst>
          </a:prstGeom>
          <a:solidFill>
            <a:srgbClr val="F29A5E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Terreno</a:t>
            </a:r>
            <a:endParaRPr lang="es-CL" sz="1400" noProof="0"/>
          </a:p>
        </p:txBody>
      </p:sp>
      <p:sp>
        <p:nvSpPr>
          <p:cNvPr id="1998" name="Google Shape;1998;hc7cc306779174be_4_957"/>
          <p:cNvSpPr/>
          <p:nvPr/>
        </p:nvSpPr>
        <p:spPr>
          <a:xfrm>
            <a:off x="10899648" y="3931920"/>
            <a:ext cx="3154800" cy="5484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54850" tIns="45700" rIns="548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Trabajo sin señal</a:t>
            </a:r>
            <a:endParaRPr lang="es-CL" sz="1600"/>
          </a:p>
        </p:txBody>
      </p:sp>
      <p:sp>
        <p:nvSpPr>
          <p:cNvPr id="1999" name="Google Shape;1999;hc7cc306779174be_4_957"/>
          <p:cNvSpPr/>
          <p:nvPr/>
        </p:nvSpPr>
        <p:spPr>
          <a:xfrm>
            <a:off x="10899648" y="4572000"/>
            <a:ext cx="3154800" cy="5484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54850" tIns="45700" rIns="548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Frío con guantes</a:t>
            </a:r>
            <a:endParaRPr lang="es-CL" sz="1600"/>
          </a:p>
        </p:txBody>
      </p:sp>
      <p:sp>
        <p:nvSpPr>
          <p:cNvPr id="2000" name="Google Shape;2000;hc7cc306779174be_4_957"/>
          <p:cNvSpPr/>
          <p:nvPr/>
        </p:nvSpPr>
        <p:spPr>
          <a:xfrm>
            <a:off x="10899648" y="5212079"/>
            <a:ext cx="3154800" cy="5484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54850" tIns="45700" rIns="548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Lluvia · calor · una mano</a:t>
            </a:r>
            <a:endParaRPr lang="es-CL" sz="1600"/>
          </a:p>
        </p:txBody>
      </p:sp>
      <p:cxnSp>
        <p:nvCxnSpPr>
          <p:cNvPr id="2001" name="Google Shape;2001;hc7cc306779174be_4_957"/>
          <p:cNvCxnSpPr/>
          <p:nvPr/>
        </p:nvCxnSpPr>
        <p:spPr>
          <a:xfrm>
            <a:off x="14054328" y="3529584"/>
            <a:ext cx="174000" cy="0"/>
          </a:xfrm>
          <a:prstGeom prst="straightConnector1">
            <a:avLst/>
          </a:prstGeom>
          <a:noFill/>
          <a:ln w="38100" cap="flat" cmpd="sng">
            <a:solidFill>
              <a:srgbClr val="9A9A9A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80000" dist="40000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2002" name="Google Shape;2002;hc7cc306779174be_4_957"/>
          <p:cNvSpPr/>
          <p:nvPr/>
        </p:nvSpPr>
        <p:spPr>
          <a:xfrm>
            <a:off x="14228064" y="3246120"/>
            <a:ext cx="3154800" cy="567000"/>
          </a:xfrm>
          <a:prstGeom prst="roundRect">
            <a:avLst>
              <a:gd name="adj" fmla="val 20000"/>
            </a:avLst>
          </a:prstGeom>
          <a:solidFill>
            <a:srgbClr val="B84A0F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Operación</a:t>
            </a:r>
            <a:endParaRPr lang="es-CL" sz="1800"/>
          </a:p>
        </p:txBody>
      </p:sp>
      <p:sp>
        <p:nvSpPr>
          <p:cNvPr id="2003" name="Google Shape;2003;hc7cc306779174be_4_957"/>
          <p:cNvSpPr/>
          <p:nvPr/>
        </p:nvSpPr>
        <p:spPr>
          <a:xfrm>
            <a:off x="14228064" y="3931920"/>
            <a:ext cx="3154800" cy="5484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54850" tIns="45700" rIns="548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Ejercicios de recuperación</a:t>
            </a:r>
            <a:endParaRPr lang="es-CL" sz="1600"/>
          </a:p>
        </p:txBody>
      </p:sp>
      <p:sp>
        <p:nvSpPr>
          <p:cNvPr id="2004" name="Google Shape;2004;hc7cc306779174be_4_957"/>
          <p:cNvSpPr/>
          <p:nvPr/>
        </p:nvSpPr>
        <p:spPr>
          <a:xfrm>
            <a:off x="14228064" y="4572000"/>
            <a:ext cx="3154800" cy="5484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54850" tIns="45700" rIns="548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Indicadores en marcha blanca</a:t>
            </a:r>
            <a:endParaRPr lang="es-CL" sz="1600"/>
          </a:p>
        </p:txBody>
      </p:sp>
      <p:sp>
        <p:nvSpPr>
          <p:cNvPr id="2005" name="Google Shape;2005;hc7cc306779174be_4_957"/>
          <p:cNvSpPr/>
          <p:nvPr/>
        </p:nvSpPr>
        <p:spPr>
          <a:xfrm>
            <a:off x="914400" y="7315200"/>
            <a:ext cx="3977400" cy="1005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 cap="flat" cmpd="sng">
            <a:solidFill>
              <a:srgbClr val="E86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01150" tIns="45700" rIns="20115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3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Automatización</a:t>
            </a:r>
            <a:endParaRPr lang="es-CL" sz="22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para pruebas repetibles</a:t>
            </a:r>
            <a:endParaRPr lang="es-CL" sz="1600"/>
          </a:p>
        </p:txBody>
      </p:sp>
      <p:sp>
        <p:nvSpPr>
          <p:cNvPr id="2006" name="Google Shape;2006;hc7cc306779174be_4_957"/>
          <p:cNvSpPr/>
          <p:nvPr/>
        </p:nvSpPr>
        <p:spPr>
          <a:xfrm>
            <a:off x="5074920" y="7315200"/>
            <a:ext cx="3977400" cy="1005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 cap="flat" cmpd="sng">
            <a:solidFill>
              <a:srgbClr val="E86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01150" tIns="45700" rIns="20115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3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Carga trazable</a:t>
            </a:r>
            <a:endParaRPr lang="es-CL" sz="22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al dimensionamiento</a:t>
            </a:r>
            <a:endParaRPr lang="es-CL" sz="1600"/>
          </a:p>
        </p:txBody>
      </p:sp>
      <p:sp>
        <p:nvSpPr>
          <p:cNvPr id="2007" name="Google Shape;2007;hc7cc306779174be_4_957"/>
          <p:cNvSpPr/>
          <p:nvPr/>
        </p:nvSpPr>
        <p:spPr>
          <a:xfrm>
            <a:off x="9235440" y="7315200"/>
            <a:ext cx="3977400" cy="1005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 cap="flat" cmpd="sng">
            <a:solidFill>
              <a:srgbClr val="E86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01150" tIns="45700" rIns="20115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3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Evidencia</a:t>
            </a:r>
            <a:endParaRPr lang="es-CL" sz="22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por caso y ambiente</a:t>
            </a:r>
            <a:endParaRPr lang="es-CL" sz="1600"/>
          </a:p>
        </p:txBody>
      </p:sp>
      <p:sp>
        <p:nvSpPr>
          <p:cNvPr id="2008" name="Google Shape;2008;hc7cc306779174be_4_957"/>
          <p:cNvSpPr/>
          <p:nvPr/>
        </p:nvSpPr>
        <p:spPr>
          <a:xfrm>
            <a:off x="13395959" y="7315200"/>
            <a:ext cx="3977400" cy="1005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 cap="flat" cmpd="sng">
            <a:solidFill>
              <a:srgbClr val="E86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01150" tIns="45700" rIns="20115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3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Datos protegidos</a:t>
            </a:r>
            <a:endParaRPr lang="es-CL" sz="22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con anonimización verificada</a:t>
            </a:r>
            <a:endParaRPr lang="es-CL" sz="1600"/>
          </a:p>
        </p:txBody>
      </p:sp>
      <p:sp>
        <p:nvSpPr>
          <p:cNvPr id="2009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36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4" name="!!deco_394992b8_1"/>
          <p:cNvSpPr/>
          <p:nvPr/>
        </p:nvSpPr>
        <p:spPr>
          <a:xfrm>
            <a:off x="2498225" y="8434217"/>
            <a:ext cx="3290311" cy="3290311"/>
          </a:xfrm>
          <a:custGeom>
            <a:avLst/>
            <a:gdLst/>
            <a:ahLst/>
            <a:cxnLst/>
            <a:rect l="l" t="t" r="r" b="b"/>
            <a:pathLst>
              <a:path w="3290311" h="3290311">
                <a:moveTo>
                  <a:pt x="0" y="0"/>
                </a:moveTo>
                <a:lnTo>
                  <a:pt x="3290311" y="0"/>
                </a:lnTo>
                <a:lnTo>
                  <a:pt x="3290311" y="3290311"/>
                </a:lnTo>
                <a:lnTo>
                  <a:pt x="0" y="3290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2015" name="!!deco_f2aa00f8_1"/>
          <p:cNvSpPr/>
          <p:nvPr/>
        </p:nvSpPr>
        <p:spPr>
          <a:xfrm>
            <a:off x="-1142265" y="8434217"/>
            <a:ext cx="3290311" cy="3290311"/>
          </a:xfrm>
          <a:custGeom>
            <a:avLst/>
            <a:gdLst/>
            <a:ahLst/>
            <a:cxnLst/>
            <a:rect l="l" t="t" r="r" b="b"/>
            <a:pathLst>
              <a:path w="3290311" h="3290311">
                <a:moveTo>
                  <a:pt x="0" y="0"/>
                </a:moveTo>
                <a:lnTo>
                  <a:pt x="3290311" y="0"/>
                </a:lnTo>
                <a:lnTo>
                  <a:pt x="3290311" y="3290311"/>
                </a:lnTo>
                <a:lnTo>
                  <a:pt x="0" y="3290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2016" name="!!deco_dce8b6c9_1"/>
          <p:cNvSpPr/>
          <p:nvPr/>
        </p:nvSpPr>
        <p:spPr>
          <a:xfrm>
            <a:off x="12959547" y="3602090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2017" name="!!deco_13b10c14_1"/>
          <p:cNvSpPr/>
          <p:nvPr/>
        </p:nvSpPr>
        <p:spPr>
          <a:xfrm>
            <a:off x="-4972526" y="-2876909"/>
            <a:ext cx="11109212" cy="5554606"/>
          </a:xfrm>
          <a:custGeom>
            <a:avLst/>
            <a:gdLst/>
            <a:ahLst/>
            <a:cxnLst/>
            <a:rect l="l" t="t" r="r" b="b"/>
            <a:pathLst>
              <a:path w="11109212" h="5554606">
                <a:moveTo>
                  <a:pt x="0" y="0"/>
                </a:moveTo>
                <a:lnTo>
                  <a:pt x="11109213" y="0"/>
                </a:lnTo>
                <a:lnTo>
                  <a:pt x="11109213" y="5554606"/>
                </a:lnTo>
                <a:lnTo>
                  <a:pt x="0" y="55546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2018" name="!!title"/>
          <p:cNvSpPr txBox="1"/>
          <p:nvPr/>
        </p:nvSpPr>
        <p:spPr>
          <a:xfrm>
            <a:off x="1435608" y="2743200"/>
            <a:ext cx="777240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4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Trazabilidad y mejora</a:t>
            </a:r>
            <a:endParaRPr lang="es-CL" sz="1400" noProof="0"/>
          </a:p>
        </p:txBody>
      </p:sp>
      <p:sp>
        <p:nvSpPr>
          <p:cNvPr id="2019" name="Google Shape;2019;hc7cc306779174be_4_1072"/>
          <p:cNvSpPr txBox="1"/>
          <p:nvPr/>
        </p:nvSpPr>
        <p:spPr>
          <a:xfrm>
            <a:off x="9418320" y="457200"/>
            <a:ext cx="8138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EJEMPLO · IDENTIFICAR CLIENTES AFECTADOS EN &lt; 2 H</a:t>
            </a:r>
            <a:endParaRPr lang="es-CL" sz="1300"/>
          </a:p>
        </p:txBody>
      </p:sp>
      <p:sp>
        <p:nvSpPr>
          <p:cNvPr id="2020" name="Google Shape;2020;hc7cc306779174be_4_1072"/>
          <p:cNvSpPr/>
          <p:nvPr/>
        </p:nvSpPr>
        <p:spPr>
          <a:xfrm>
            <a:off x="9418320" y="868680"/>
            <a:ext cx="2377200" cy="750000"/>
          </a:xfrm>
          <a:prstGeom prst="roundRect">
            <a:avLst>
              <a:gd name="adj" fmla="val 20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Origen</a:t>
            </a:r>
            <a:endParaRPr lang="es-CL" sz="1400" noProof="0"/>
          </a:p>
        </p:txBody>
      </p:sp>
      <p:sp>
        <p:nvSpPr>
          <p:cNvPr id="2021" name="Google Shape;2021;hc7cc306779174be_4_1072"/>
          <p:cNvSpPr/>
          <p:nvPr/>
        </p:nvSpPr>
        <p:spPr>
          <a:xfrm>
            <a:off x="11932920" y="868680"/>
            <a:ext cx="5669400" cy="7500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228600" tIns="45700" rIns="2286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Identificar clientes afectados</a:t>
            </a:r>
            <a:endParaRPr lang="es-CL" sz="18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por un lote en &lt; 2 h</a:t>
            </a:r>
            <a:endParaRPr lang="es-CL" sz="1800"/>
          </a:p>
        </p:txBody>
      </p:sp>
      <p:cxnSp>
        <p:nvCxnSpPr>
          <p:cNvPr id="2022" name="Google Shape;2022;hc7cc306779174be_4_1072"/>
          <p:cNvCxnSpPr/>
          <p:nvPr/>
        </p:nvCxnSpPr>
        <p:spPr>
          <a:xfrm>
            <a:off x="10607040" y="1618488"/>
            <a:ext cx="0" cy="237600"/>
          </a:xfrm>
          <a:prstGeom prst="straightConnector1">
            <a:avLst/>
          </a:prstGeom>
          <a:noFill/>
          <a:ln w="50800" cap="flat" cmpd="sng">
            <a:solidFill>
              <a:srgbClr val="E8641B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80000" dist="40000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2023" name="Google Shape;2023;hc7cc306779174be_4_1072"/>
          <p:cNvSpPr/>
          <p:nvPr/>
        </p:nvSpPr>
        <p:spPr>
          <a:xfrm>
            <a:off x="9418320" y="1856232"/>
            <a:ext cx="2377200" cy="750000"/>
          </a:xfrm>
          <a:prstGeom prst="roundRect">
            <a:avLst>
              <a:gd name="adj" fmla="val 20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Requisito</a:t>
            </a:r>
            <a:endParaRPr lang="es-CL" sz="1400" noProof="0"/>
          </a:p>
        </p:txBody>
      </p:sp>
      <p:sp>
        <p:nvSpPr>
          <p:cNvPr id="2024" name="Google Shape;2024;hc7cc306779174be_4_1072"/>
          <p:cNvSpPr/>
          <p:nvPr/>
        </p:nvSpPr>
        <p:spPr>
          <a:xfrm>
            <a:off x="11932920" y="1856232"/>
            <a:ext cx="5669400" cy="7500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228600" tIns="45700" rIns="2286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RF-09.01 trazabilidad</a:t>
            </a:r>
            <a:endParaRPr lang="es-CL" sz="1400" noProof="0"/>
          </a:p>
        </p:txBody>
      </p:sp>
      <p:cxnSp>
        <p:nvCxnSpPr>
          <p:cNvPr id="2025" name="Google Shape;2025;hc7cc306779174be_4_1072"/>
          <p:cNvCxnSpPr/>
          <p:nvPr/>
        </p:nvCxnSpPr>
        <p:spPr>
          <a:xfrm>
            <a:off x="10607040" y="2606040"/>
            <a:ext cx="0" cy="237600"/>
          </a:xfrm>
          <a:prstGeom prst="straightConnector1">
            <a:avLst/>
          </a:prstGeom>
          <a:noFill/>
          <a:ln w="50800" cap="flat" cmpd="sng">
            <a:solidFill>
              <a:srgbClr val="E8641B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80000" dist="40000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2026" name="Google Shape;2026;hc7cc306779174be_4_1072"/>
          <p:cNvSpPr/>
          <p:nvPr/>
        </p:nvSpPr>
        <p:spPr>
          <a:xfrm>
            <a:off x="9418320" y="2843784"/>
            <a:ext cx="2377200" cy="750000"/>
          </a:xfrm>
          <a:prstGeom prst="roundRect">
            <a:avLst>
              <a:gd name="adj" fmla="val 20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Componente</a:t>
            </a:r>
            <a:endParaRPr lang="es-CL" sz="1400" noProof="0"/>
          </a:p>
        </p:txBody>
      </p:sp>
      <p:sp>
        <p:nvSpPr>
          <p:cNvPr id="2027" name="Google Shape;2027;hc7cc306779174be_4_1072"/>
          <p:cNvSpPr/>
          <p:nvPr/>
        </p:nvSpPr>
        <p:spPr>
          <a:xfrm>
            <a:off x="11932920" y="2843784"/>
            <a:ext cx="5669400" cy="7500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228600" tIns="45700" rIns="2286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M9 Calidad y trazabilidad</a:t>
            </a:r>
            <a:endParaRPr lang="es-CL" sz="1400" noProof="0"/>
          </a:p>
        </p:txBody>
      </p:sp>
      <p:cxnSp>
        <p:nvCxnSpPr>
          <p:cNvPr id="2028" name="Google Shape;2028;hc7cc306779174be_4_1072"/>
          <p:cNvCxnSpPr/>
          <p:nvPr/>
        </p:nvCxnSpPr>
        <p:spPr>
          <a:xfrm>
            <a:off x="10607040" y="3593592"/>
            <a:ext cx="0" cy="237600"/>
          </a:xfrm>
          <a:prstGeom prst="straightConnector1">
            <a:avLst/>
          </a:prstGeom>
          <a:noFill/>
          <a:ln w="50800" cap="flat" cmpd="sng">
            <a:solidFill>
              <a:srgbClr val="E8641B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80000" dist="40000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2029" name="Google Shape;2029;hc7cc306779174be_4_1072"/>
          <p:cNvSpPr/>
          <p:nvPr/>
        </p:nvSpPr>
        <p:spPr>
          <a:xfrm>
            <a:off x="9418320" y="3831336"/>
            <a:ext cx="2377200" cy="750000"/>
          </a:xfrm>
          <a:prstGeom prst="roundRect">
            <a:avLst>
              <a:gd name="adj" fmla="val 20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Paquete EDT</a:t>
            </a:r>
            <a:endParaRPr lang="es-CL" sz="1400" noProof="0"/>
          </a:p>
        </p:txBody>
      </p:sp>
      <p:sp>
        <p:nvSpPr>
          <p:cNvPr id="2030" name="Google Shape;2030;hc7cc306779174be_4_1072"/>
          <p:cNvSpPr/>
          <p:nvPr/>
        </p:nvSpPr>
        <p:spPr>
          <a:xfrm>
            <a:off x="11932920" y="3831336"/>
            <a:ext cx="5669400" cy="7500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228600" tIns="45700" rIns="2286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3.4.4 Cadena de frío y retiro</a:t>
            </a:r>
            <a:endParaRPr lang="es-CL" sz="1400" noProof="0"/>
          </a:p>
        </p:txBody>
      </p:sp>
      <p:cxnSp>
        <p:nvCxnSpPr>
          <p:cNvPr id="2031" name="Google Shape;2031;hc7cc306779174be_4_1072"/>
          <p:cNvCxnSpPr/>
          <p:nvPr/>
        </p:nvCxnSpPr>
        <p:spPr>
          <a:xfrm>
            <a:off x="10607040" y="4581144"/>
            <a:ext cx="0" cy="237600"/>
          </a:xfrm>
          <a:prstGeom prst="straightConnector1">
            <a:avLst/>
          </a:prstGeom>
          <a:noFill/>
          <a:ln w="50800" cap="flat" cmpd="sng">
            <a:solidFill>
              <a:srgbClr val="E8641B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80000" dist="40000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2032" name="Google Shape;2032;hc7cc306779174be_4_1072"/>
          <p:cNvSpPr/>
          <p:nvPr/>
        </p:nvSpPr>
        <p:spPr>
          <a:xfrm>
            <a:off x="9418320" y="4818888"/>
            <a:ext cx="2377200" cy="750000"/>
          </a:xfrm>
          <a:prstGeom prst="roundRect">
            <a:avLst>
              <a:gd name="adj" fmla="val 20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Prueba</a:t>
            </a:r>
            <a:endParaRPr lang="es-CL" sz="1400" noProof="0"/>
          </a:p>
        </p:txBody>
      </p:sp>
      <p:sp>
        <p:nvSpPr>
          <p:cNvPr id="2033" name="Google Shape;2033;hc7cc306779174be_4_1072"/>
          <p:cNvSpPr/>
          <p:nvPr/>
        </p:nvSpPr>
        <p:spPr>
          <a:xfrm>
            <a:off x="11932920" y="4818888"/>
            <a:ext cx="5669400" cy="7500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228600" tIns="45700" rIns="2286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Simulacro de retiro</a:t>
            </a:r>
            <a:endParaRPr lang="es-CL" sz="1400" noProof="0"/>
          </a:p>
        </p:txBody>
      </p:sp>
      <p:cxnSp>
        <p:nvCxnSpPr>
          <p:cNvPr id="2034" name="Google Shape;2034;hc7cc306779174be_4_1072"/>
          <p:cNvCxnSpPr/>
          <p:nvPr/>
        </p:nvCxnSpPr>
        <p:spPr>
          <a:xfrm>
            <a:off x="10607040" y="5568696"/>
            <a:ext cx="0" cy="237600"/>
          </a:xfrm>
          <a:prstGeom prst="straightConnector1">
            <a:avLst/>
          </a:prstGeom>
          <a:noFill/>
          <a:ln w="50800" cap="flat" cmpd="sng">
            <a:solidFill>
              <a:srgbClr val="E8641B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80000" dist="40000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2035" name="Google Shape;2035;hc7cc306779174be_4_1072"/>
          <p:cNvSpPr/>
          <p:nvPr/>
        </p:nvSpPr>
        <p:spPr>
          <a:xfrm>
            <a:off x="9418320" y="5806440"/>
            <a:ext cx="2377200" cy="750000"/>
          </a:xfrm>
          <a:prstGeom prst="roundRect">
            <a:avLst>
              <a:gd name="adj" fmla="val 20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Código</a:t>
            </a:r>
            <a:endParaRPr lang="es-CL" sz="1400" noProof="0"/>
          </a:p>
        </p:txBody>
      </p:sp>
      <p:sp>
        <p:nvSpPr>
          <p:cNvPr id="2036" name="Google Shape;2036;hc7cc306779174be_4_1072"/>
          <p:cNvSpPr/>
          <p:nvPr/>
        </p:nvSpPr>
        <p:spPr>
          <a:xfrm>
            <a:off x="11932920" y="5806440"/>
            <a:ext cx="5669400" cy="7500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228600" tIns="45700" rIns="2286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Fusión con el ID del requisito</a:t>
            </a:r>
            <a:endParaRPr lang="es-CL" sz="1400" noProof="0"/>
          </a:p>
        </p:txBody>
      </p:sp>
      <p:cxnSp>
        <p:nvCxnSpPr>
          <p:cNvPr id="2037" name="Google Shape;2037;hc7cc306779174be_4_1072"/>
          <p:cNvCxnSpPr/>
          <p:nvPr/>
        </p:nvCxnSpPr>
        <p:spPr>
          <a:xfrm>
            <a:off x="10607040" y="6556248"/>
            <a:ext cx="0" cy="237600"/>
          </a:xfrm>
          <a:prstGeom prst="straightConnector1">
            <a:avLst/>
          </a:prstGeom>
          <a:noFill/>
          <a:ln w="50800" cap="flat" cmpd="sng">
            <a:solidFill>
              <a:srgbClr val="E8641B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80000" dist="40000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2038" name="Google Shape;2038;hc7cc306779174be_4_1072"/>
          <p:cNvSpPr/>
          <p:nvPr/>
        </p:nvSpPr>
        <p:spPr>
          <a:xfrm>
            <a:off x="9418320" y="6793992"/>
            <a:ext cx="2377200" cy="750000"/>
          </a:xfrm>
          <a:prstGeom prst="roundRect">
            <a:avLst>
              <a:gd name="adj" fmla="val 20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Despliegue</a:t>
            </a:r>
            <a:endParaRPr lang="es-CL" sz="1400" noProof="0"/>
          </a:p>
        </p:txBody>
      </p:sp>
      <p:sp>
        <p:nvSpPr>
          <p:cNvPr id="2039" name="Google Shape;2039;hc7cc306779174be_4_1072"/>
          <p:cNvSpPr/>
          <p:nvPr/>
        </p:nvSpPr>
        <p:spPr>
          <a:xfrm>
            <a:off x="11932920" y="6793992"/>
            <a:ext cx="5669400" cy="7500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228600" tIns="45700" rIns="2286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 err="1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Digest</a:t>
            </a: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de la imagen firmada</a:t>
            </a:r>
            <a:endParaRPr lang="es-CL" sz="1400" noProof="0"/>
          </a:p>
        </p:txBody>
      </p:sp>
      <p:cxnSp>
        <p:nvCxnSpPr>
          <p:cNvPr id="2040" name="Google Shape;2040;hc7cc306779174be_4_1072"/>
          <p:cNvCxnSpPr/>
          <p:nvPr/>
        </p:nvCxnSpPr>
        <p:spPr>
          <a:xfrm>
            <a:off x="10607040" y="7543800"/>
            <a:ext cx="0" cy="237600"/>
          </a:xfrm>
          <a:prstGeom prst="straightConnector1">
            <a:avLst/>
          </a:prstGeom>
          <a:noFill/>
          <a:ln w="50800" cap="flat" cmpd="sng">
            <a:solidFill>
              <a:srgbClr val="E8641B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80000" dist="40000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2041" name="Google Shape;2041;hc7cc306779174be_4_1072"/>
          <p:cNvSpPr/>
          <p:nvPr/>
        </p:nvSpPr>
        <p:spPr>
          <a:xfrm>
            <a:off x="9418320" y="7781544"/>
            <a:ext cx="2377200" cy="750000"/>
          </a:xfrm>
          <a:prstGeom prst="roundRect">
            <a:avLst>
              <a:gd name="adj" fmla="val 2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Aceptación</a:t>
            </a:r>
            <a:endParaRPr lang="es-CL" sz="1400" noProof="0"/>
          </a:p>
        </p:txBody>
      </p:sp>
      <p:sp>
        <p:nvSpPr>
          <p:cNvPr id="2042" name="Google Shape;2042;hc7cc306779174be_4_1072"/>
          <p:cNvSpPr/>
          <p:nvPr/>
        </p:nvSpPr>
        <p:spPr>
          <a:xfrm>
            <a:off x="11932920" y="7781544"/>
            <a:ext cx="5669400" cy="7500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228600" tIns="45700" rIns="2286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Acta del H7</a:t>
            </a:r>
            <a:endParaRPr lang="es-CL" sz="1400" noProof="0"/>
          </a:p>
        </p:txBody>
      </p:sp>
      <p:sp>
        <p:nvSpPr>
          <p:cNvPr id="2043" name="Google Shape;2043;hc7cc306779174be_4_1072"/>
          <p:cNvSpPr txBox="1"/>
          <p:nvPr/>
        </p:nvSpPr>
        <p:spPr>
          <a:xfrm>
            <a:off x="1435608" y="4572000"/>
            <a:ext cx="7589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MEJORA CONTINUA · PDCA</a:t>
            </a:r>
            <a:endParaRPr lang="es-CL" sz="1400" noProof="0"/>
          </a:p>
        </p:txBody>
      </p:sp>
      <p:sp>
        <p:nvSpPr>
          <p:cNvPr id="2044" name="Google Shape;2044;hc7cc306779174be_4_1072"/>
          <p:cNvSpPr/>
          <p:nvPr/>
        </p:nvSpPr>
        <p:spPr>
          <a:xfrm>
            <a:off x="1435608" y="4937760"/>
            <a:ext cx="2011800" cy="960000"/>
          </a:xfrm>
          <a:prstGeom prst="roundRect">
            <a:avLst>
              <a:gd name="adj" fmla="val 12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Planificar</a:t>
            </a:r>
            <a:endParaRPr lang="es-CL" sz="1400" noProof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causa raíz y dueño</a:t>
            </a:r>
            <a:endParaRPr lang="es-CL" sz="1400" noProof="0"/>
          </a:p>
        </p:txBody>
      </p:sp>
      <p:sp>
        <p:nvSpPr>
          <p:cNvPr id="2045" name="Google Shape;2045;hc7cc306779174be_4_1072"/>
          <p:cNvSpPr/>
          <p:nvPr/>
        </p:nvSpPr>
        <p:spPr>
          <a:xfrm>
            <a:off x="3584448" y="4937760"/>
            <a:ext cx="2011800" cy="960000"/>
          </a:xfrm>
          <a:prstGeom prst="roundRect">
            <a:avLst>
              <a:gd name="adj" fmla="val 12000"/>
            </a:avLst>
          </a:prstGeom>
          <a:solidFill>
            <a:srgbClr val="3C3C3C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Hacer</a:t>
            </a:r>
            <a:endParaRPr lang="es-CL" sz="1400" noProof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corregir proceso</a:t>
            </a:r>
            <a:endParaRPr lang="es-CL" sz="1400" noProof="0"/>
          </a:p>
        </p:txBody>
      </p:sp>
      <p:sp>
        <p:nvSpPr>
          <p:cNvPr id="2046" name="Google Shape;2046;hc7cc306779174be_4_1072"/>
          <p:cNvSpPr/>
          <p:nvPr/>
        </p:nvSpPr>
        <p:spPr>
          <a:xfrm>
            <a:off x="1435608" y="6035040"/>
            <a:ext cx="2011800" cy="960000"/>
          </a:xfrm>
          <a:prstGeom prst="roundRect">
            <a:avLst>
              <a:gd name="adj" fmla="val 12000"/>
            </a:avLst>
          </a:prstGeom>
          <a:solidFill>
            <a:srgbClr val="3C3C3C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Actuar</a:t>
            </a:r>
            <a:endParaRPr lang="es-CL" sz="1400" noProof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cerrar o escalar</a:t>
            </a:r>
            <a:endParaRPr lang="es-CL" sz="1400" noProof="0"/>
          </a:p>
        </p:txBody>
      </p:sp>
      <p:sp>
        <p:nvSpPr>
          <p:cNvPr id="2047" name="Google Shape;2047;hc7cc306779174be_4_1072"/>
          <p:cNvSpPr/>
          <p:nvPr/>
        </p:nvSpPr>
        <p:spPr>
          <a:xfrm>
            <a:off x="3584448" y="6035040"/>
            <a:ext cx="2011800" cy="960000"/>
          </a:xfrm>
          <a:prstGeom prst="roundRect">
            <a:avLst>
              <a:gd name="adj" fmla="val 12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Verificar</a:t>
            </a:r>
            <a:endParaRPr lang="es-CL" sz="1400" noProof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mismo criterio</a:t>
            </a:r>
            <a:endParaRPr lang="es-CL" sz="1400" noProof="0"/>
          </a:p>
        </p:txBody>
      </p:sp>
      <p:sp>
        <p:nvSpPr>
          <p:cNvPr id="2048" name="Google Shape;2048;hc7cc306779174be_4_1072"/>
          <p:cNvSpPr txBox="1"/>
          <p:nvPr/>
        </p:nvSpPr>
        <p:spPr>
          <a:xfrm>
            <a:off x="1435608" y="7086600"/>
            <a:ext cx="4206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Diagramas de control · Pareto · causa raíz</a:t>
            </a:r>
            <a:endParaRPr lang="es-CL" sz="1400" noProof="0"/>
          </a:p>
        </p:txBody>
      </p:sp>
      <p:sp>
        <p:nvSpPr>
          <p:cNvPr id="2049" name="Google Shape;2049;hc7cc306779174be_4_1072"/>
          <p:cNvSpPr txBox="1"/>
          <p:nvPr/>
        </p:nvSpPr>
        <p:spPr>
          <a:xfrm>
            <a:off x="5943600" y="4506873"/>
            <a:ext cx="31092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ESFUERZO DE CALIDAD</a:t>
            </a:r>
            <a:endParaRPr lang="es-CL" sz="1500"/>
          </a:p>
        </p:txBody>
      </p:sp>
      <p:sp>
        <p:nvSpPr>
          <p:cNvPr id="2050" name="Google Shape;2050;hc7cc306779174be_4_1072"/>
          <p:cNvSpPr txBox="1"/>
          <p:nvPr/>
        </p:nvSpPr>
        <p:spPr>
          <a:xfrm>
            <a:off x="5943600" y="5016500"/>
            <a:ext cx="3109200" cy="4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3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Prevención</a:t>
            </a:r>
            <a:endParaRPr lang="es-CL" sz="2300"/>
          </a:p>
        </p:txBody>
      </p:sp>
      <p:sp>
        <p:nvSpPr>
          <p:cNvPr id="2051" name="Google Shape;2051;hc7cc306779174be_4_1072"/>
          <p:cNvSpPr txBox="1"/>
          <p:nvPr/>
        </p:nvSpPr>
        <p:spPr>
          <a:xfrm>
            <a:off x="5943600" y="5562600"/>
            <a:ext cx="3109200" cy="6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Preparar procesos</a:t>
            </a:r>
            <a:endParaRPr lang="es-CL" sz="18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y controles</a:t>
            </a:r>
            <a:endParaRPr lang="es-CL" sz="1800"/>
          </a:p>
        </p:txBody>
      </p:sp>
      <p:sp>
        <p:nvSpPr>
          <p:cNvPr id="2054" name="Google Shape;2054;hc7cc306779174be_4_1072"/>
          <p:cNvSpPr txBox="1"/>
          <p:nvPr/>
        </p:nvSpPr>
        <p:spPr>
          <a:xfrm>
            <a:off x="5943600" y="6477000"/>
            <a:ext cx="3109200" cy="4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300" b="0" noProof="0">
                <a:solidFill>
                  <a:srgbClr val="E8641B"/>
                </a:solidFill>
                <a:latin typeface="Inter"/>
                <a:ea typeface="Inter"/>
                <a:cs typeface="Inter"/>
                <a:sym typeface="Inter"/>
              </a:rPr>
              <a:t>Evaluación</a:t>
            </a:r>
            <a:endParaRPr lang="es-CL" sz="2300"/>
          </a:p>
        </p:txBody>
      </p:sp>
      <p:sp>
        <p:nvSpPr>
          <p:cNvPr id="2055" name="Google Shape;2055;hc7cc306779174be_4_1072"/>
          <p:cNvSpPr txBox="1"/>
          <p:nvPr/>
        </p:nvSpPr>
        <p:spPr>
          <a:xfrm>
            <a:off x="5943600" y="7023100"/>
            <a:ext cx="3109200" cy="6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Revisar, probar</a:t>
            </a:r>
            <a:endParaRPr lang="es-CL" sz="18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y documentar</a:t>
            </a:r>
            <a:endParaRPr lang="es-CL" sz="1800"/>
          </a:p>
        </p:txBody>
      </p:sp>
      <p:sp>
        <p:nvSpPr>
          <p:cNvPr id="2056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37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2" name="!!deco_49ff2308_1"/>
          <p:cNvSpPr/>
          <p:nvPr/>
        </p:nvSpPr>
        <p:spPr>
          <a:xfrm>
            <a:off x="-713192" y="-1969519"/>
            <a:ext cx="7495547" cy="5996438"/>
          </a:xfrm>
          <a:custGeom>
            <a:avLst/>
            <a:gdLst/>
            <a:ahLst/>
            <a:cxnLst/>
            <a:rect l="l" t="t" r="r" b="b"/>
            <a:pathLst>
              <a:path w="7495547" h="5996438">
                <a:moveTo>
                  <a:pt x="0" y="0"/>
                </a:moveTo>
                <a:lnTo>
                  <a:pt x="7495547" y="0"/>
                </a:lnTo>
                <a:lnTo>
                  <a:pt x="7495547" y="5996438"/>
                </a:lnTo>
                <a:lnTo>
                  <a:pt x="0" y="59964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2063" name="!!title"/>
          <p:cNvSpPr txBox="1"/>
          <p:nvPr/>
        </p:nvSpPr>
        <p:spPr>
          <a:xfrm>
            <a:off x="1028700" y="5334000"/>
            <a:ext cx="8326675" cy="247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12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Innovaciones</a:t>
            </a:r>
            <a:endParaRPr lang="es-CL" sz="6000"/>
          </a:p>
          <a:p>
            <a:pPr marL="0" marR="0" lvl="0" indent="0" algn="l" rtl="0">
              <a:lnSpc>
                <a:spcPct val="1312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 evaluación</a:t>
            </a:r>
            <a:endParaRPr lang="es-CL" sz="6000"/>
          </a:p>
        </p:txBody>
      </p:sp>
      <p:sp>
        <p:nvSpPr>
          <p:cNvPr id="2064" name="!!deco_dce8b6c9_1"/>
          <p:cNvSpPr/>
          <p:nvPr/>
        </p:nvSpPr>
        <p:spPr>
          <a:xfrm>
            <a:off x="1663864" y="8249107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2" y="0"/>
                </a:lnTo>
                <a:lnTo>
                  <a:pt x="10236982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2065" name="!!deco_78f3c294_1"/>
          <p:cNvSpPr/>
          <p:nvPr/>
        </p:nvSpPr>
        <p:spPr>
          <a:xfrm flipH="1">
            <a:off x="2365909" y="8920171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2066" name="!!deco_78f3c294_2"/>
          <p:cNvSpPr/>
          <p:nvPr/>
        </p:nvSpPr>
        <p:spPr>
          <a:xfrm flipH="1">
            <a:off x="2213227" y="8920171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2067" name="Google Shape;2067;p32"/>
          <p:cNvSpPr txBox="1"/>
          <p:nvPr/>
        </p:nvSpPr>
        <p:spPr>
          <a:xfrm>
            <a:off x="543274" y="8926358"/>
            <a:ext cx="1572710" cy="29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noProof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Siguiente</a:t>
            </a:r>
            <a:endParaRPr lang="es-CL" noProof="0"/>
          </a:p>
        </p:txBody>
      </p:sp>
      <p:sp>
        <p:nvSpPr>
          <p:cNvPr id="2069" name="Google Shape;2069;p32"/>
          <p:cNvSpPr txBox="1"/>
          <p:nvPr/>
        </p:nvSpPr>
        <p:spPr>
          <a:xfrm>
            <a:off x="10058400" y="868680"/>
            <a:ext cx="12801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6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01</a:t>
            </a:r>
            <a:endParaRPr lang="es-CL" noProof="0"/>
          </a:p>
        </p:txBody>
      </p:sp>
      <p:sp>
        <p:nvSpPr>
          <p:cNvPr id="2070" name="Google Shape;2070;p32"/>
          <p:cNvSpPr txBox="1"/>
          <p:nvPr/>
        </p:nvSpPr>
        <p:spPr>
          <a:xfrm>
            <a:off x="10064277" y="1645919"/>
            <a:ext cx="104125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PRODUCTO</a:t>
            </a:r>
            <a:endParaRPr lang="es-CL" noProof="0"/>
          </a:p>
        </p:txBody>
      </p:sp>
      <p:sp>
        <p:nvSpPr>
          <p:cNvPr id="2071" name="Google Shape;2071;p32"/>
          <p:cNvSpPr txBox="1"/>
          <p:nvPr/>
        </p:nvSpPr>
        <p:spPr>
          <a:xfrm>
            <a:off x="11430000" y="1188719"/>
            <a:ext cx="6217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Seguimiento posentrega</a:t>
            </a:r>
            <a:endParaRPr lang="es-CL" sz="2200"/>
          </a:p>
        </p:txBody>
      </p:sp>
      <p:sp>
        <p:nvSpPr>
          <p:cNvPr id="2072" name="Google Shape;2072;p32"/>
          <p:cNvSpPr txBox="1"/>
          <p:nvPr/>
        </p:nvSpPr>
        <p:spPr>
          <a:xfrm>
            <a:off x="11430000" y="1691640"/>
            <a:ext cx="6217920" cy="8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5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Vencimientos detectados tarde en el local.</a:t>
            </a:r>
            <a:endParaRPr lang="es-CL" sz="165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5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Avisos y acciones autorizadas al preventista.</a:t>
            </a:r>
            <a:endParaRPr lang="es-CL" sz="165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5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Medir acierto y vencimiento frente a la base.</a:t>
            </a:r>
            <a:endParaRPr lang="es-CL" sz="1650"/>
          </a:p>
        </p:txBody>
      </p:sp>
      <p:sp>
        <p:nvSpPr>
          <p:cNvPr id="2073" name="Google Shape;2073;p32"/>
          <p:cNvSpPr txBox="1"/>
          <p:nvPr/>
        </p:nvSpPr>
        <p:spPr>
          <a:xfrm>
            <a:off x="10058400" y="2468880"/>
            <a:ext cx="12801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6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02</a:t>
            </a:r>
            <a:endParaRPr lang="es-CL" noProof="0"/>
          </a:p>
        </p:txBody>
      </p:sp>
      <p:sp>
        <p:nvSpPr>
          <p:cNvPr id="2074" name="Google Shape;2074;p32"/>
          <p:cNvSpPr txBox="1"/>
          <p:nvPr/>
        </p:nvSpPr>
        <p:spPr>
          <a:xfrm>
            <a:off x="10064277" y="3185260"/>
            <a:ext cx="9144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PROCESO</a:t>
            </a:r>
            <a:endParaRPr lang="es-CL" noProof="0"/>
          </a:p>
        </p:txBody>
      </p:sp>
      <p:sp>
        <p:nvSpPr>
          <p:cNvPr id="2075" name="Google Shape;2075;p32"/>
          <p:cNvSpPr txBox="1"/>
          <p:nvPr/>
        </p:nvSpPr>
        <p:spPr>
          <a:xfrm>
            <a:off x="11430000" y="2788920"/>
            <a:ext cx="6217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Reproducción de incidentes</a:t>
            </a:r>
            <a:endParaRPr lang="es-CL" noProof="0"/>
          </a:p>
        </p:txBody>
      </p:sp>
      <p:sp>
        <p:nvSpPr>
          <p:cNvPr id="2076" name="Google Shape;2076;p32"/>
          <p:cNvSpPr txBox="1"/>
          <p:nvPr/>
        </p:nvSpPr>
        <p:spPr>
          <a:xfrm>
            <a:off x="11430000" y="3291840"/>
            <a:ext cx="6217920" cy="8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5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Fallas de terreno difíciles de reconstruir.</a:t>
            </a:r>
            <a:endParaRPr lang="es-CL" sz="165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5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Evidencia protegida para reproducir la causa.</a:t>
            </a:r>
            <a:endParaRPr lang="es-CL" sz="165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5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Comparar el tiempo de diagnóstico.</a:t>
            </a:r>
            <a:endParaRPr lang="es-CL" sz="1650"/>
          </a:p>
        </p:txBody>
      </p:sp>
      <p:sp>
        <p:nvSpPr>
          <p:cNvPr id="2077" name="Google Shape;2077;p32"/>
          <p:cNvSpPr txBox="1"/>
          <p:nvPr/>
        </p:nvSpPr>
        <p:spPr>
          <a:xfrm>
            <a:off x="10058400" y="4069080"/>
            <a:ext cx="12801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6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03</a:t>
            </a:r>
            <a:endParaRPr lang="es-CL" noProof="0"/>
          </a:p>
        </p:txBody>
      </p:sp>
      <p:sp>
        <p:nvSpPr>
          <p:cNvPr id="2078" name="Google Shape;2078;p32"/>
          <p:cNvSpPr txBox="1"/>
          <p:nvPr/>
        </p:nvSpPr>
        <p:spPr>
          <a:xfrm>
            <a:off x="10058400" y="4785460"/>
            <a:ext cx="70204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TECNOLÓGICA</a:t>
            </a:r>
            <a:endParaRPr lang="es-CL" noProof="0"/>
          </a:p>
        </p:txBody>
      </p:sp>
      <p:sp>
        <p:nvSpPr>
          <p:cNvPr id="2079" name="Google Shape;2079;p32"/>
          <p:cNvSpPr txBox="1"/>
          <p:nvPr/>
        </p:nvSpPr>
        <p:spPr>
          <a:xfrm>
            <a:off x="11430000" y="4389120"/>
            <a:ext cx="6217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Vida útil por historia térmica</a:t>
            </a:r>
            <a:endParaRPr lang="es-CL" noProof="0"/>
          </a:p>
        </p:txBody>
      </p:sp>
      <p:sp>
        <p:nvSpPr>
          <p:cNvPr id="2080" name="Google Shape;2080;p32"/>
          <p:cNvSpPr txBox="1"/>
          <p:nvPr/>
        </p:nvSpPr>
        <p:spPr>
          <a:xfrm>
            <a:off x="11430000" y="4892040"/>
            <a:ext cx="6217920" cy="8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s-CL" sz="165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Deterioro térmico difícil de estimar.</a:t>
            </a:r>
            <a:endParaRPr lang="es-CL" sz="1650"/>
          </a:p>
          <a:p>
            <a:pPr lvl="0"/>
            <a:r>
              <a:rPr lang="es-CL" sz="165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Estimación validada por familia para Calidad.</a:t>
            </a:r>
            <a:endParaRPr lang="es-CL" sz="1650"/>
          </a:p>
          <a:p>
            <a:pPr lvl="0"/>
            <a:r>
              <a:rPr lang="es-CL" sz="165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Contrastar con la referencia de Calidad.</a:t>
            </a:r>
            <a:endParaRPr lang="es-CL" sz="1650"/>
          </a:p>
        </p:txBody>
      </p:sp>
      <p:sp>
        <p:nvSpPr>
          <p:cNvPr id="2081" name="Google Shape;2081;p32"/>
          <p:cNvSpPr txBox="1"/>
          <p:nvPr/>
        </p:nvSpPr>
        <p:spPr>
          <a:xfrm>
            <a:off x="10058400" y="5669280"/>
            <a:ext cx="12801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6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04</a:t>
            </a:r>
            <a:endParaRPr lang="es-CL" noProof="0"/>
          </a:p>
        </p:txBody>
      </p:sp>
      <p:sp>
        <p:nvSpPr>
          <p:cNvPr id="2082" name="Google Shape;2082;p32"/>
          <p:cNvSpPr txBox="1"/>
          <p:nvPr/>
        </p:nvSpPr>
        <p:spPr>
          <a:xfrm>
            <a:off x="10064277" y="6385660"/>
            <a:ext cx="9144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MODELO DE NEGOCIO</a:t>
            </a:r>
            <a:endParaRPr lang="es-CL" noProof="0"/>
          </a:p>
        </p:txBody>
      </p:sp>
      <p:sp>
        <p:nvSpPr>
          <p:cNvPr id="2083" name="Google Shape;2083;p32"/>
          <p:cNvSpPr txBox="1"/>
          <p:nvPr/>
        </p:nvSpPr>
        <p:spPr>
          <a:xfrm>
            <a:off x="11430000" y="5989320"/>
            <a:ext cx="6217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Pago ligado al costo de servir</a:t>
            </a:r>
            <a:endParaRPr lang="es-CL" sz="2200"/>
          </a:p>
        </p:txBody>
      </p:sp>
      <p:sp>
        <p:nvSpPr>
          <p:cNvPr id="2084" name="Google Shape;2084;p32"/>
          <p:cNvSpPr txBox="1"/>
          <p:nvPr/>
        </p:nvSpPr>
        <p:spPr>
          <a:xfrm>
            <a:off x="11430000" y="6492240"/>
            <a:ext cx="6217920" cy="8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5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Pago vinculado a la mejora del costo.</a:t>
            </a:r>
            <a:endParaRPr lang="es-CL" sz="165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5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Tramo variable condicionado al servicio.</a:t>
            </a:r>
            <a:endParaRPr lang="es-CL" sz="165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5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Finanzas verifica costo comparable y OTIF.</a:t>
            </a:r>
            <a:endParaRPr lang="es-CL" sz="1650"/>
          </a:p>
        </p:txBody>
      </p:sp>
      <p:sp>
        <p:nvSpPr>
          <p:cNvPr id="2085" name="Google Shape;2085;p32"/>
          <p:cNvSpPr txBox="1"/>
          <p:nvPr/>
        </p:nvSpPr>
        <p:spPr>
          <a:xfrm>
            <a:off x="10058400" y="7269480"/>
            <a:ext cx="12801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6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05</a:t>
            </a:r>
            <a:endParaRPr lang="es-CL" noProof="0"/>
          </a:p>
        </p:txBody>
      </p:sp>
      <p:sp>
        <p:nvSpPr>
          <p:cNvPr id="2086" name="Google Shape;2086;p32"/>
          <p:cNvSpPr txBox="1"/>
          <p:nvPr/>
        </p:nvSpPr>
        <p:spPr>
          <a:xfrm>
            <a:off x="10064277" y="7985860"/>
            <a:ext cx="9144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IMPACTO SOCIAL</a:t>
            </a:r>
            <a:endParaRPr lang="es-CL" noProof="0"/>
          </a:p>
        </p:txBody>
      </p:sp>
      <p:sp>
        <p:nvSpPr>
          <p:cNvPr id="2087" name="Google Shape;2087;p32"/>
          <p:cNvSpPr txBox="1"/>
          <p:nvPr/>
        </p:nvSpPr>
        <p:spPr>
          <a:xfrm>
            <a:off x="11430000" y="7589520"/>
            <a:ext cx="6217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Hoja del almacenero</a:t>
            </a:r>
            <a:endParaRPr lang="es-CL" noProof="0"/>
          </a:p>
        </p:txBody>
      </p:sp>
      <p:sp>
        <p:nvSpPr>
          <p:cNvPr id="2088" name="Google Shape;2088;p32"/>
          <p:cNvSpPr txBox="1"/>
          <p:nvPr/>
        </p:nvSpPr>
        <p:spPr>
          <a:xfrm>
            <a:off x="11430000" y="8092440"/>
            <a:ext cx="6217920" cy="8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5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Información poco accesible para el local.</a:t>
            </a:r>
            <a:endParaRPr lang="es-CL" sz="165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5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Terminal del preventista o copia solicitada.</a:t>
            </a:r>
            <a:endParaRPr lang="es-CL" sz="165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5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Evaluar comprensión, cobertura y uso.</a:t>
            </a:r>
            <a:endParaRPr lang="es-CL" sz="1650"/>
          </a:p>
        </p:txBody>
      </p:sp>
      <p:sp>
        <p:nvSpPr>
          <p:cNvPr id="2089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38</a:t>
            </a:r>
          </a:p>
        </p:txBody>
      </p:sp>
      <p:sp>
        <p:nvSpPr>
          <p:cNvPr id="50001" name="Nota editorial 50001"/>
          <p:cNvSpPr txBox="1"/>
          <p:nvPr/>
        </p:nvSpPr>
        <p:spPr>
          <a:xfrm>
            <a:off x="1028700" y="7924800"/>
            <a:ext cx="8128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Metas y condiciones en la oferta.</a:t>
            </a:r>
            <a:endParaRPr lang="es-CL" sz="22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Beneficios sujetos a medición.</a:t>
            </a:r>
            <a:endParaRPr lang="es-CL" sz="22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8" name="!!deco_394992b8_1"/>
          <p:cNvSpPr/>
          <p:nvPr/>
        </p:nvSpPr>
        <p:spPr>
          <a:xfrm>
            <a:off x="2498225" y="8434217"/>
            <a:ext cx="3290311" cy="3290311"/>
          </a:xfrm>
          <a:custGeom>
            <a:avLst/>
            <a:gdLst/>
            <a:ahLst/>
            <a:cxnLst/>
            <a:rect l="l" t="t" r="r" b="b"/>
            <a:pathLst>
              <a:path w="3290311" h="3290311">
                <a:moveTo>
                  <a:pt x="0" y="0"/>
                </a:moveTo>
                <a:lnTo>
                  <a:pt x="3290311" y="0"/>
                </a:lnTo>
                <a:lnTo>
                  <a:pt x="3290311" y="3290311"/>
                </a:lnTo>
                <a:lnTo>
                  <a:pt x="0" y="3290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769" name="!!deco_f2aa00f8_1"/>
          <p:cNvSpPr/>
          <p:nvPr/>
        </p:nvSpPr>
        <p:spPr>
          <a:xfrm>
            <a:off x="-1142265" y="8434217"/>
            <a:ext cx="3290311" cy="3290311"/>
          </a:xfrm>
          <a:custGeom>
            <a:avLst/>
            <a:gdLst/>
            <a:ahLst/>
            <a:cxnLst/>
            <a:rect l="l" t="t" r="r" b="b"/>
            <a:pathLst>
              <a:path w="3290311" h="3290311">
                <a:moveTo>
                  <a:pt x="0" y="0"/>
                </a:moveTo>
                <a:lnTo>
                  <a:pt x="3290311" y="0"/>
                </a:lnTo>
                <a:lnTo>
                  <a:pt x="3290311" y="3290311"/>
                </a:lnTo>
                <a:lnTo>
                  <a:pt x="0" y="3290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770" name="!!deco_dce8b6c9_1"/>
          <p:cNvSpPr/>
          <p:nvPr/>
        </p:nvSpPr>
        <p:spPr>
          <a:xfrm>
            <a:off x="12959547" y="3602090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771" name="!!deco_13b10c14_1"/>
          <p:cNvSpPr/>
          <p:nvPr/>
        </p:nvSpPr>
        <p:spPr>
          <a:xfrm>
            <a:off x="-4972526" y="-2876909"/>
            <a:ext cx="11109212" cy="5554606"/>
          </a:xfrm>
          <a:custGeom>
            <a:avLst/>
            <a:gdLst/>
            <a:ahLst/>
            <a:cxnLst/>
            <a:rect l="l" t="t" r="r" b="b"/>
            <a:pathLst>
              <a:path w="11109212" h="5554606">
                <a:moveTo>
                  <a:pt x="0" y="0"/>
                </a:moveTo>
                <a:lnTo>
                  <a:pt x="11109213" y="0"/>
                </a:lnTo>
                <a:lnTo>
                  <a:pt x="11109213" y="5554606"/>
                </a:lnTo>
                <a:lnTo>
                  <a:pt x="0" y="55546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772" name="!!title"/>
          <p:cNvSpPr txBox="1"/>
          <p:nvPr/>
        </p:nvSpPr>
        <p:spPr>
          <a:xfrm>
            <a:off x="1435608" y="2788920"/>
            <a:ext cx="7772400" cy="14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2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RBS: de dónde vienen los riesgos</a:t>
            </a:r>
            <a:endParaRPr lang="es-CL" noProof="0"/>
          </a:p>
        </p:txBody>
      </p:sp>
      <p:sp>
        <p:nvSpPr>
          <p:cNvPr id="1773" name="Google Shape;1773;hc7cc306779174be_6_2"/>
          <p:cNvSpPr txBox="1"/>
          <p:nvPr/>
        </p:nvSpPr>
        <p:spPr>
          <a:xfrm>
            <a:off x="1435608" y="4846320"/>
            <a:ext cx="75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7 ramas · 45 riesgos · ISO 31000</a:t>
            </a:r>
            <a:endParaRPr lang="es-CL" noProof="0"/>
          </a:p>
        </p:txBody>
      </p:sp>
      <p:sp>
        <p:nvSpPr>
          <p:cNvPr id="1774" name="Google Shape;1774;hc7cc306779174be_6_2"/>
          <p:cNvSpPr/>
          <p:nvPr/>
        </p:nvSpPr>
        <p:spPr>
          <a:xfrm>
            <a:off x="1435608" y="5760720"/>
            <a:ext cx="325200" cy="5028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75" name="Google Shape;1775;hc7cc306779174be_6_2"/>
          <p:cNvSpPr/>
          <p:nvPr/>
        </p:nvSpPr>
        <p:spPr>
          <a:xfrm>
            <a:off x="1760728" y="5760720"/>
            <a:ext cx="3738900" cy="502800"/>
          </a:xfrm>
          <a:prstGeom prst="rect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76" name="Google Shape;1776;hc7cc306779174be_6_2"/>
          <p:cNvSpPr/>
          <p:nvPr/>
        </p:nvSpPr>
        <p:spPr>
          <a:xfrm>
            <a:off x="5499608" y="5760720"/>
            <a:ext cx="3088500" cy="502800"/>
          </a:xfrm>
          <a:prstGeom prst="rect">
            <a:avLst/>
          </a:prstGeom>
          <a:solidFill>
            <a:srgbClr val="F29A5E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77" name="Google Shape;1777;hc7cc306779174be_6_2"/>
          <p:cNvSpPr/>
          <p:nvPr/>
        </p:nvSpPr>
        <p:spPr>
          <a:xfrm>
            <a:off x="8588248" y="5760720"/>
            <a:ext cx="162600" cy="502800"/>
          </a:xfrm>
          <a:prstGeom prst="rect">
            <a:avLst/>
          </a:prstGeom>
          <a:solidFill>
            <a:srgbClr val="C7C7C7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78" name="Google Shape;1778;hc7cc306779174be_6_2"/>
          <p:cNvSpPr txBox="1"/>
          <p:nvPr/>
        </p:nvSpPr>
        <p:spPr>
          <a:xfrm>
            <a:off x="1435608" y="6400800"/>
            <a:ext cx="7589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2 críticos · 23 altos · 19 medios · 1 bajo</a:t>
            </a:r>
            <a:endParaRPr lang="es-CL" noProof="0"/>
          </a:p>
        </p:txBody>
      </p:sp>
      <p:sp>
        <p:nvSpPr>
          <p:cNvPr id="1779" name="Google Shape;1779;hc7cc306779174be_6_2"/>
          <p:cNvSpPr/>
          <p:nvPr/>
        </p:nvSpPr>
        <p:spPr>
          <a:xfrm>
            <a:off x="9326880" y="914400"/>
            <a:ext cx="1737300" cy="7370100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45</a:t>
            </a:r>
            <a:endParaRPr lang="es-CL" noProof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0" noProof="0">
                <a:solidFill>
                  <a:srgbClr val="C7C7C7"/>
                </a:solidFill>
                <a:latin typeface="Inter"/>
                <a:ea typeface="Inter"/>
                <a:cs typeface="Inter"/>
                <a:sym typeface="Inter"/>
              </a:rPr>
              <a:t>riesgos</a:t>
            </a:r>
            <a:endParaRPr lang="es-CL" noProof="0"/>
          </a:p>
        </p:txBody>
      </p:sp>
      <p:cxnSp>
        <p:nvCxnSpPr>
          <p:cNvPr id="1780" name="Google Shape;1780;hc7cc306779174be_6_2"/>
          <p:cNvCxnSpPr/>
          <p:nvPr/>
        </p:nvCxnSpPr>
        <p:spPr>
          <a:xfrm>
            <a:off x="11064240" y="1362456"/>
            <a:ext cx="365700" cy="0"/>
          </a:xfrm>
          <a:prstGeom prst="straightConnector1">
            <a:avLst/>
          </a:prstGeom>
          <a:noFill/>
          <a:ln w="19050" cap="flat" cmpd="sng">
            <a:solidFill>
              <a:srgbClr val="9A9A9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1781" name="Google Shape;1781;hc7cc306779174be_6_2"/>
          <p:cNvSpPr/>
          <p:nvPr/>
        </p:nvSpPr>
        <p:spPr>
          <a:xfrm>
            <a:off x="11430000" y="914400"/>
            <a:ext cx="6309300" cy="896100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82" name="!!rama1"/>
          <p:cNvSpPr/>
          <p:nvPr/>
        </p:nvSpPr>
        <p:spPr>
          <a:xfrm>
            <a:off x="11567160" y="1042416"/>
            <a:ext cx="640200" cy="640200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14</a:t>
            </a:r>
            <a:endParaRPr lang="es-CL" noProof="0"/>
          </a:p>
        </p:txBody>
      </p:sp>
      <p:sp>
        <p:nvSpPr>
          <p:cNvPr id="1783" name="Google Shape;1783;hc7cc306779174be_6_2"/>
          <p:cNvSpPr txBox="1"/>
          <p:nvPr/>
        </p:nvSpPr>
        <p:spPr>
          <a:xfrm>
            <a:off x="12390120" y="987552"/>
            <a:ext cx="53034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 · Solución y tecnología</a:t>
            </a:r>
            <a:endParaRPr lang="es-CL" noProof="0"/>
          </a:p>
        </p:txBody>
      </p:sp>
      <p:sp>
        <p:nvSpPr>
          <p:cNvPr id="1784" name="Google Shape;1784;hc7cc306779174be_6_2"/>
          <p:cNvSpPr txBox="1"/>
          <p:nvPr/>
        </p:nvSpPr>
        <p:spPr>
          <a:xfrm>
            <a:off x="12390120" y="1389888"/>
            <a:ext cx="5303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R-012 Retiro · R-015 RTO/RPO</a:t>
            </a:r>
            <a:endParaRPr lang="es-CL" noProof="0"/>
          </a:p>
        </p:txBody>
      </p:sp>
      <p:cxnSp>
        <p:nvCxnSpPr>
          <p:cNvPr id="1785" name="Google Shape;1785;hc7cc306779174be_6_2"/>
          <p:cNvCxnSpPr/>
          <p:nvPr/>
        </p:nvCxnSpPr>
        <p:spPr>
          <a:xfrm>
            <a:off x="11064240" y="2441448"/>
            <a:ext cx="365700" cy="0"/>
          </a:xfrm>
          <a:prstGeom prst="straightConnector1">
            <a:avLst/>
          </a:prstGeom>
          <a:noFill/>
          <a:ln w="19050" cap="flat" cmpd="sng">
            <a:solidFill>
              <a:srgbClr val="9A9A9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1786" name="Google Shape;1786;hc7cc306779174be_6_2"/>
          <p:cNvSpPr/>
          <p:nvPr/>
        </p:nvSpPr>
        <p:spPr>
          <a:xfrm>
            <a:off x="11430000" y="1993391"/>
            <a:ext cx="6309300" cy="896100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87" name="!!rama2"/>
          <p:cNvSpPr/>
          <p:nvPr/>
        </p:nvSpPr>
        <p:spPr>
          <a:xfrm>
            <a:off x="11567160" y="2121408"/>
            <a:ext cx="640200" cy="6402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7</a:t>
            </a:r>
            <a:endParaRPr lang="es-CL" noProof="0"/>
          </a:p>
        </p:txBody>
      </p:sp>
      <p:sp>
        <p:nvSpPr>
          <p:cNvPr id="1788" name="Google Shape;1788;hc7cc306779174be_6_2"/>
          <p:cNvSpPr txBox="1"/>
          <p:nvPr/>
        </p:nvSpPr>
        <p:spPr>
          <a:xfrm>
            <a:off x="12390120" y="2066543"/>
            <a:ext cx="53034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 · Integración y legado</a:t>
            </a:r>
            <a:endParaRPr lang="es-CL" noProof="0"/>
          </a:p>
        </p:txBody>
      </p:sp>
      <p:sp>
        <p:nvSpPr>
          <p:cNvPr id="1789" name="Google Shape;1789;hc7cc306779174be_6_2"/>
          <p:cNvSpPr txBox="1"/>
          <p:nvPr/>
        </p:nvSpPr>
        <p:spPr>
          <a:xfrm>
            <a:off x="12390120" y="2468879"/>
            <a:ext cx="5303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R-001 Interfaces ERP · R-003 WMS</a:t>
            </a:r>
            <a:endParaRPr lang="es-CL" noProof="0"/>
          </a:p>
        </p:txBody>
      </p:sp>
      <p:cxnSp>
        <p:nvCxnSpPr>
          <p:cNvPr id="1790" name="Google Shape;1790;hc7cc306779174be_6_2"/>
          <p:cNvCxnSpPr/>
          <p:nvPr/>
        </p:nvCxnSpPr>
        <p:spPr>
          <a:xfrm>
            <a:off x="11064240" y="3520439"/>
            <a:ext cx="365700" cy="0"/>
          </a:xfrm>
          <a:prstGeom prst="straightConnector1">
            <a:avLst/>
          </a:prstGeom>
          <a:noFill/>
          <a:ln w="19050" cap="flat" cmpd="sng">
            <a:solidFill>
              <a:srgbClr val="9A9A9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1791" name="Google Shape;1791;hc7cc306779174be_6_2"/>
          <p:cNvSpPr/>
          <p:nvPr/>
        </p:nvSpPr>
        <p:spPr>
          <a:xfrm>
            <a:off x="11430000" y="3072384"/>
            <a:ext cx="6309300" cy="896100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92" name="!!rama3"/>
          <p:cNvSpPr/>
          <p:nvPr/>
        </p:nvSpPr>
        <p:spPr>
          <a:xfrm>
            <a:off x="11567160" y="3200400"/>
            <a:ext cx="640200" cy="640200"/>
          </a:xfrm>
          <a:prstGeom prst="ellipse">
            <a:avLst/>
          </a:prstGeom>
          <a:solidFill>
            <a:srgbClr val="F29A5E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8</a:t>
            </a:r>
            <a:endParaRPr lang="es-CL" noProof="0"/>
          </a:p>
        </p:txBody>
      </p:sp>
      <p:sp>
        <p:nvSpPr>
          <p:cNvPr id="1793" name="Google Shape;1793;hc7cc306779174be_6_2"/>
          <p:cNvSpPr txBox="1"/>
          <p:nvPr/>
        </p:nvSpPr>
        <p:spPr>
          <a:xfrm>
            <a:off x="12390120" y="3145536"/>
            <a:ext cx="53034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3 · Operación del cliente</a:t>
            </a:r>
            <a:endParaRPr lang="es-CL" noProof="0"/>
          </a:p>
        </p:txBody>
      </p:sp>
      <p:sp>
        <p:nvSpPr>
          <p:cNvPr id="1794" name="Google Shape;1794;hc7cc306779174be_6_2"/>
          <p:cNvSpPr txBox="1"/>
          <p:nvPr/>
        </p:nvSpPr>
        <p:spPr>
          <a:xfrm>
            <a:off x="12390120" y="3547872"/>
            <a:ext cx="5303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R-006 Enlaces · R-014 Sala y energía</a:t>
            </a:r>
            <a:endParaRPr lang="es-CL" noProof="0"/>
          </a:p>
        </p:txBody>
      </p:sp>
      <p:cxnSp>
        <p:nvCxnSpPr>
          <p:cNvPr id="1795" name="Google Shape;1795;hc7cc306779174be_6_2"/>
          <p:cNvCxnSpPr/>
          <p:nvPr/>
        </p:nvCxnSpPr>
        <p:spPr>
          <a:xfrm>
            <a:off x="11064240" y="4599432"/>
            <a:ext cx="365700" cy="0"/>
          </a:xfrm>
          <a:prstGeom prst="straightConnector1">
            <a:avLst/>
          </a:prstGeom>
          <a:noFill/>
          <a:ln w="19050" cap="flat" cmpd="sng">
            <a:solidFill>
              <a:srgbClr val="9A9A9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1796" name="Google Shape;1796;hc7cc306779174be_6_2"/>
          <p:cNvSpPr/>
          <p:nvPr/>
        </p:nvSpPr>
        <p:spPr>
          <a:xfrm>
            <a:off x="11430000" y="4151376"/>
            <a:ext cx="6309300" cy="896100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97" name="Google Shape;1797;hc7cc306779174be_6_2"/>
          <p:cNvSpPr/>
          <p:nvPr/>
        </p:nvSpPr>
        <p:spPr>
          <a:xfrm>
            <a:off x="11567160" y="4279392"/>
            <a:ext cx="640200" cy="640200"/>
          </a:xfrm>
          <a:prstGeom prst="ellipse">
            <a:avLst/>
          </a:prstGeom>
          <a:solidFill>
            <a:srgbClr val="3C3C3C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7</a:t>
            </a:r>
            <a:endParaRPr lang="es-CL" noProof="0"/>
          </a:p>
        </p:txBody>
      </p:sp>
      <p:sp>
        <p:nvSpPr>
          <p:cNvPr id="1798" name="Google Shape;1798;hc7cc306779174be_6_2"/>
          <p:cNvSpPr txBox="1"/>
          <p:nvPr/>
        </p:nvSpPr>
        <p:spPr>
          <a:xfrm>
            <a:off x="12390120" y="4224528"/>
            <a:ext cx="53034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4 · Personas y adopción</a:t>
            </a:r>
            <a:endParaRPr lang="es-CL" noProof="0"/>
          </a:p>
        </p:txBody>
      </p:sp>
      <p:sp>
        <p:nvSpPr>
          <p:cNvPr id="1799" name="Google Shape;1799;hc7cc306779174be_6_2"/>
          <p:cNvSpPr txBox="1"/>
          <p:nvPr/>
        </p:nvSpPr>
        <p:spPr>
          <a:xfrm>
            <a:off x="12390120" y="4626864"/>
            <a:ext cx="5303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R-017 Sindicato · R-021 Rutas</a:t>
            </a:r>
            <a:endParaRPr lang="es-CL" noProof="0"/>
          </a:p>
        </p:txBody>
      </p:sp>
      <p:cxnSp>
        <p:nvCxnSpPr>
          <p:cNvPr id="1800" name="Google Shape;1800;hc7cc306779174be_6_2"/>
          <p:cNvCxnSpPr/>
          <p:nvPr/>
        </p:nvCxnSpPr>
        <p:spPr>
          <a:xfrm>
            <a:off x="11064240" y="5678424"/>
            <a:ext cx="365700" cy="0"/>
          </a:xfrm>
          <a:prstGeom prst="straightConnector1">
            <a:avLst/>
          </a:prstGeom>
          <a:noFill/>
          <a:ln w="19050" cap="flat" cmpd="sng">
            <a:solidFill>
              <a:srgbClr val="9A9A9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1801" name="Google Shape;1801;hc7cc306779174be_6_2"/>
          <p:cNvSpPr/>
          <p:nvPr/>
        </p:nvSpPr>
        <p:spPr>
          <a:xfrm>
            <a:off x="11430000" y="5230368"/>
            <a:ext cx="6309300" cy="896100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02" name="!!rama5"/>
          <p:cNvSpPr/>
          <p:nvPr/>
        </p:nvSpPr>
        <p:spPr>
          <a:xfrm>
            <a:off x="11567160" y="5358383"/>
            <a:ext cx="640200" cy="640200"/>
          </a:xfrm>
          <a:prstGeom prst="ellipse">
            <a:avLst/>
          </a:prstGeom>
          <a:solidFill>
            <a:srgbClr val="60606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4</a:t>
            </a:r>
            <a:endParaRPr lang="es-CL" noProof="0"/>
          </a:p>
        </p:txBody>
      </p:sp>
      <p:sp>
        <p:nvSpPr>
          <p:cNvPr id="1803" name="Google Shape;1803;hc7cc306779174be_6_2"/>
          <p:cNvSpPr txBox="1"/>
          <p:nvPr/>
        </p:nvSpPr>
        <p:spPr>
          <a:xfrm>
            <a:off x="12390120" y="5303520"/>
            <a:ext cx="53034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5 · Contrato y licitación</a:t>
            </a:r>
            <a:endParaRPr lang="es-CL" noProof="0"/>
          </a:p>
        </p:txBody>
      </p:sp>
      <p:sp>
        <p:nvSpPr>
          <p:cNvPr id="1804" name="Google Shape;1804;hc7cc306779174be_6_2"/>
          <p:cNvSpPr txBox="1"/>
          <p:nvPr/>
        </p:nvSpPr>
        <p:spPr>
          <a:xfrm>
            <a:off x="12390120" y="5705856"/>
            <a:ext cx="5303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R-026 Aceptación · R-027 Alcance</a:t>
            </a:r>
            <a:endParaRPr lang="es-CL" noProof="0"/>
          </a:p>
        </p:txBody>
      </p:sp>
      <p:cxnSp>
        <p:nvCxnSpPr>
          <p:cNvPr id="1805" name="Google Shape;1805;hc7cc306779174be_6_2"/>
          <p:cNvCxnSpPr/>
          <p:nvPr/>
        </p:nvCxnSpPr>
        <p:spPr>
          <a:xfrm>
            <a:off x="11064240" y="6757416"/>
            <a:ext cx="365700" cy="0"/>
          </a:xfrm>
          <a:prstGeom prst="straightConnector1">
            <a:avLst/>
          </a:prstGeom>
          <a:noFill/>
          <a:ln w="19050" cap="flat" cmpd="sng">
            <a:solidFill>
              <a:srgbClr val="9A9A9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1806" name="Google Shape;1806;hc7cc306779174be_6_2"/>
          <p:cNvSpPr/>
          <p:nvPr/>
        </p:nvSpPr>
        <p:spPr>
          <a:xfrm>
            <a:off x="11430000" y="6309359"/>
            <a:ext cx="6309300" cy="896100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07" name="!!rama6"/>
          <p:cNvSpPr/>
          <p:nvPr/>
        </p:nvSpPr>
        <p:spPr>
          <a:xfrm>
            <a:off x="11567160" y="6437375"/>
            <a:ext cx="640200" cy="640200"/>
          </a:xfrm>
          <a:prstGeom prst="ellipse">
            <a:avLst/>
          </a:prstGeom>
          <a:solidFill>
            <a:srgbClr val="9A9A9A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</a:t>
            </a:r>
            <a:endParaRPr lang="es-CL" noProof="0"/>
          </a:p>
        </p:txBody>
      </p:sp>
      <p:sp>
        <p:nvSpPr>
          <p:cNvPr id="1808" name="Google Shape;1808;hc7cc306779174be_6_2"/>
          <p:cNvSpPr txBox="1"/>
          <p:nvPr/>
        </p:nvSpPr>
        <p:spPr>
          <a:xfrm>
            <a:off x="12390120" y="6382512"/>
            <a:ext cx="53034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6 · Regulatorio y externo</a:t>
            </a:r>
            <a:endParaRPr lang="es-CL" noProof="0"/>
          </a:p>
        </p:txBody>
      </p:sp>
      <p:sp>
        <p:nvSpPr>
          <p:cNvPr id="1809" name="Google Shape;1809;hc7cc306779174be_6_2"/>
          <p:cNvSpPr txBox="1"/>
          <p:nvPr/>
        </p:nvSpPr>
        <p:spPr>
          <a:xfrm>
            <a:off x="12390120" y="6784848"/>
            <a:ext cx="5303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R-029 Evidencia · R-042 Normativa</a:t>
            </a:r>
            <a:endParaRPr lang="es-CL" noProof="0"/>
          </a:p>
        </p:txBody>
      </p:sp>
      <p:cxnSp>
        <p:nvCxnSpPr>
          <p:cNvPr id="1810" name="Google Shape;1810;hc7cc306779174be_6_2"/>
          <p:cNvCxnSpPr/>
          <p:nvPr/>
        </p:nvCxnSpPr>
        <p:spPr>
          <a:xfrm>
            <a:off x="11064240" y="7836408"/>
            <a:ext cx="365700" cy="0"/>
          </a:xfrm>
          <a:prstGeom prst="straightConnector1">
            <a:avLst/>
          </a:prstGeom>
          <a:noFill/>
          <a:ln w="19050" cap="flat" cmpd="sng">
            <a:solidFill>
              <a:srgbClr val="9A9A9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1811" name="Google Shape;1811;hc7cc306779174be_6_2"/>
          <p:cNvSpPr/>
          <p:nvPr/>
        </p:nvSpPr>
        <p:spPr>
          <a:xfrm>
            <a:off x="11430000" y="7388352"/>
            <a:ext cx="6309300" cy="896100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12" name="Google Shape;1812;hc7cc306779174be_6_2"/>
          <p:cNvSpPr/>
          <p:nvPr/>
        </p:nvSpPr>
        <p:spPr>
          <a:xfrm>
            <a:off x="11567160" y="7516368"/>
            <a:ext cx="640200" cy="640200"/>
          </a:xfrm>
          <a:prstGeom prst="ellipse">
            <a:avLst/>
          </a:prstGeom>
          <a:solidFill>
            <a:srgbClr val="B84A0F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3</a:t>
            </a:r>
            <a:endParaRPr lang="es-CL" noProof="0"/>
          </a:p>
        </p:txBody>
      </p:sp>
      <p:sp>
        <p:nvSpPr>
          <p:cNvPr id="1813" name="Google Shape;1813;hc7cc306779174be_6_2"/>
          <p:cNvSpPr txBox="1"/>
          <p:nvPr/>
        </p:nvSpPr>
        <p:spPr>
          <a:xfrm>
            <a:off x="12390120" y="7461504"/>
            <a:ext cx="53034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7 · Empresa proveedora</a:t>
            </a:r>
            <a:endParaRPr lang="es-CL" noProof="0"/>
          </a:p>
        </p:txBody>
      </p:sp>
      <p:sp>
        <p:nvSpPr>
          <p:cNvPr id="1814" name="Google Shape;1814;hc7cc306779174be_6_2"/>
          <p:cNvSpPr txBox="1"/>
          <p:nvPr/>
        </p:nvSpPr>
        <p:spPr>
          <a:xfrm>
            <a:off x="12390120" y="7863840"/>
            <a:ext cx="5303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R-025 Dotación · R-034 Mesa y NOC</a:t>
            </a:r>
            <a:endParaRPr lang="es-CL" noProof="0"/>
          </a:p>
        </p:txBody>
      </p:sp>
      <p:sp>
        <p:nvSpPr>
          <p:cNvPr id="1815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39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7" name="!!deco_1438196a_1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5" name="!!deco_1438196a_2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764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RBS: así se clasifican los riesgos</a:t>
            </a:r>
          </a:p>
        </p:txBody>
      </p:sp>
      <p:sp>
        <p:nvSpPr>
          <p:cNvPr id="1765" name="!!rbs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Riesgos del proyecto · 45 · reserva 2.058,5 HH</a:t>
            </a:r>
          </a:p>
        </p:txBody>
      </p:sp>
      <p:cxnSp>
        <p:nvCxnSpPr>
          <p:cNvPr id="1766" name="Connector 1765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7" name="Connector 1766"/>
          <p:cNvCxnSpPr/>
          <p:nvPr/>
        </p:nvCxnSpPr>
        <p:spPr>
          <a:xfrm>
            <a:off x="1952897" y="2788920"/>
            <a:ext cx="14382205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8" name="Connector 1767"/>
          <p:cNvCxnSpPr/>
          <p:nvPr/>
        </p:nvCxnSpPr>
        <p:spPr>
          <a:xfrm>
            <a:off x="1952897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69" name="!!br1"/>
          <p:cNvSpPr/>
          <p:nvPr/>
        </p:nvSpPr>
        <p:spPr>
          <a:xfrm>
            <a:off x="822960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Rama 1</a:t>
            </a:r>
          </a:p>
          <a:p>
            <a:pPr algn="l"/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Solución y tecnología</a:t>
            </a:r>
          </a:p>
        </p:txBody>
      </p:sp>
      <p:sp>
        <p:nvSpPr>
          <p:cNvPr id="1770" name="!!brn1"/>
          <p:cNvSpPr txBox="1"/>
          <p:nvPr/>
        </p:nvSpPr>
        <p:spPr>
          <a:xfrm>
            <a:off x="960120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606060"/>
                </a:solidFill>
                <a:latin typeface="Inter SemiBold"/>
              </a:rPr>
              <a:t>14 riesgos</a:t>
            </a:r>
          </a:p>
        </p:txBody>
      </p:sp>
      <p:sp>
        <p:nvSpPr>
          <p:cNvPr id="1771" name="Oval 1770"/>
          <p:cNvSpPr/>
          <p:nvPr/>
        </p:nvSpPr>
        <p:spPr>
          <a:xfrm>
            <a:off x="960120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72" name="Oval 1771"/>
          <p:cNvSpPr/>
          <p:nvPr/>
        </p:nvSpPr>
        <p:spPr>
          <a:xfrm>
            <a:off x="1252728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73" name="Oval 1772"/>
          <p:cNvSpPr/>
          <p:nvPr/>
        </p:nvSpPr>
        <p:spPr>
          <a:xfrm>
            <a:off x="1545336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74" name="Oval 1773"/>
          <p:cNvSpPr/>
          <p:nvPr/>
        </p:nvSpPr>
        <p:spPr>
          <a:xfrm>
            <a:off x="1837943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75" name="Oval 1774"/>
          <p:cNvSpPr/>
          <p:nvPr/>
        </p:nvSpPr>
        <p:spPr>
          <a:xfrm>
            <a:off x="2130552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76" name="Oval 1775"/>
          <p:cNvSpPr/>
          <p:nvPr/>
        </p:nvSpPr>
        <p:spPr>
          <a:xfrm>
            <a:off x="2423160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77" name="Oval 1776"/>
          <p:cNvSpPr/>
          <p:nvPr/>
        </p:nvSpPr>
        <p:spPr>
          <a:xfrm>
            <a:off x="2715768" y="4846320"/>
            <a:ext cx="219456" cy="219456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78" name="Oval 1777"/>
          <p:cNvSpPr/>
          <p:nvPr/>
        </p:nvSpPr>
        <p:spPr>
          <a:xfrm>
            <a:off x="960120" y="5138928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79" name="Oval 1778"/>
          <p:cNvSpPr/>
          <p:nvPr/>
        </p:nvSpPr>
        <p:spPr>
          <a:xfrm>
            <a:off x="1252728" y="5138928"/>
            <a:ext cx="219456" cy="219456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80" name="Oval 1779"/>
          <p:cNvSpPr/>
          <p:nvPr/>
        </p:nvSpPr>
        <p:spPr>
          <a:xfrm>
            <a:off x="1545336" y="5138928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81" name="Oval 1780"/>
          <p:cNvSpPr/>
          <p:nvPr/>
        </p:nvSpPr>
        <p:spPr>
          <a:xfrm>
            <a:off x="1837943" y="5138928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82" name="Oval 1781"/>
          <p:cNvSpPr/>
          <p:nvPr/>
        </p:nvSpPr>
        <p:spPr>
          <a:xfrm>
            <a:off x="2130552" y="5138928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83" name="Oval 1782"/>
          <p:cNvSpPr/>
          <p:nvPr/>
        </p:nvSpPr>
        <p:spPr>
          <a:xfrm>
            <a:off x="2423160" y="5138928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84" name="Oval 1783"/>
          <p:cNvSpPr/>
          <p:nvPr/>
        </p:nvSpPr>
        <p:spPr>
          <a:xfrm>
            <a:off x="2715768" y="5138928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1785" name="Connector 1784"/>
          <p:cNvCxnSpPr/>
          <p:nvPr/>
        </p:nvCxnSpPr>
        <p:spPr>
          <a:xfrm>
            <a:off x="4349931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86" name="!!br2"/>
          <p:cNvSpPr/>
          <p:nvPr/>
        </p:nvSpPr>
        <p:spPr>
          <a:xfrm>
            <a:off x="3219994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Rama 2</a:t>
            </a:r>
          </a:p>
          <a:p>
            <a:pPr algn="l"/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Integración y legado</a:t>
            </a:r>
          </a:p>
        </p:txBody>
      </p:sp>
      <p:sp>
        <p:nvSpPr>
          <p:cNvPr id="1787" name="!!brn2"/>
          <p:cNvSpPr txBox="1"/>
          <p:nvPr/>
        </p:nvSpPr>
        <p:spPr>
          <a:xfrm>
            <a:off x="3357154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606060"/>
                </a:solidFill>
                <a:latin typeface="Inter SemiBold"/>
              </a:rPr>
              <a:t>7 riesgos</a:t>
            </a:r>
          </a:p>
        </p:txBody>
      </p:sp>
      <p:sp>
        <p:nvSpPr>
          <p:cNvPr id="1788" name="Oval 1787"/>
          <p:cNvSpPr/>
          <p:nvPr/>
        </p:nvSpPr>
        <p:spPr>
          <a:xfrm>
            <a:off x="3357154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89" name="Oval 1788"/>
          <p:cNvSpPr/>
          <p:nvPr/>
        </p:nvSpPr>
        <p:spPr>
          <a:xfrm>
            <a:off x="3649762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90" name="Oval 1789"/>
          <p:cNvSpPr/>
          <p:nvPr/>
        </p:nvSpPr>
        <p:spPr>
          <a:xfrm>
            <a:off x="3942370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91" name="Oval 1790"/>
          <p:cNvSpPr/>
          <p:nvPr/>
        </p:nvSpPr>
        <p:spPr>
          <a:xfrm>
            <a:off x="4234978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92" name="Oval 1791"/>
          <p:cNvSpPr/>
          <p:nvPr/>
        </p:nvSpPr>
        <p:spPr>
          <a:xfrm>
            <a:off x="4527586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93" name="Oval 1792"/>
          <p:cNvSpPr/>
          <p:nvPr/>
        </p:nvSpPr>
        <p:spPr>
          <a:xfrm>
            <a:off x="4820194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94" name="Oval 1793"/>
          <p:cNvSpPr/>
          <p:nvPr/>
        </p:nvSpPr>
        <p:spPr>
          <a:xfrm>
            <a:off x="5112802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1795" name="Connector 1794"/>
          <p:cNvCxnSpPr/>
          <p:nvPr/>
        </p:nvCxnSpPr>
        <p:spPr>
          <a:xfrm>
            <a:off x="6746965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6" name="!!br3"/>
          <p:cNvSpPr/>
          <p:nvPr/>
        </p:nvSpPr>
        <p:spPr>
          <a:xfrm>
            <a:off x="5617028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Rama 3</a:t>
            </a:r>
          </a:p>
          <a:p>
            <a:pPr algn="l"/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Operación del cliente</a:t>
            </a:r>
          </a:p>
        </p:txBody>
      </p:sp>
      <p:sp>
        <p:nvSpPr>
          <p:cNvPr id="1797" name="!!brn3"/>
          <p:cNvSpPr txBox="1"/>
          <p:nvPr/>
        </p:nvSpPr>
        <p:spPr>
          <a:xfrm>
            <a:off x="5754188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606060"/>
                </a:solidFill>
                <a:latin typeface="Inter SemiBold"/>
              </a:rPr>
              <a:t>8 riesgos</a:t>
            </a:r>
          </a:p>
        </p:txBody>
      </p:sp>
      <p:sp>
        <p:nvSpPr>
          <p:cNvPr id="1798" name="Oval 1797"/>
          <p:cNvSpPr/>
          <p:nvPr/>
        </p:nvSpPr>
        <p:spPr>
          <a:xfrm>
            <a:off x="5754188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99" name="Oval 1798"/>
          <p:cNvSpPr/>
          <p:nvPr/>
        </p:nvSpPr>
        <p:spPr>
          <a:xfrm>
            <a:off x="6046796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00" name="Oval 1799"/>
          <p:cNvSpPr/>
          <p:nvPr/>
        </p:nvSpPr>
        <p:spPr>
          <a:xfrm>
            <a:off x="6339404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01" name="Oval 1800"/>
          <p:cNvSpPr/>
          <p:nvPr/>
        </p:nvSpPr>
        <p:spPr>
          <a:xfrm>
            <a:off x="6632012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02" name="Oval 1801"/>
          <p:cNvSpPr/>
          <p:nvPr/>
        </p:nvSpPr>
        <p:spPr>
          <a:xfrm>
            <a:off x="6924620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03" name="Oval 1802"/>
          <p:cNvSpPr/>
          <p:nvPr/>
        </p:nvSpPr>
        <p:spPr>
          <a:xfrm>
            <a:off x="7217228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04" name="Oval 1803"/>
          <p:cNvSpPr/>
          <p:nvPr/>
        </p:nvSpPr>
        <p:spPr>
          <a:xfrm>
            <a:off x="7509836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05" name="Oval 1804"/>
          <p:cNvSpPr/>
          <p:nvPr/>
        </p:nvSpPr>
        <p:spPr>
          <a:xfrm>
            <a:off x="5754188" y="5138928"/>
            <a:ext cx="219456" cy="21945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1806" name="Connector 1805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07" name="!!br4"/>
          <p:cNvSpPr/>
          <p:nvPr/>
        </p:nvSpPr>
        <p:spPr>
          <a:xfrm>
            <a:off x="8014062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Rama 4</a:t>
            </a:r>
          </a:p>
          <a:p>
            <a:pPr algn="l"/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Personas y adopción</a:t>
            </a:r>
          </a:p>
        </p:txBody>
      </p:sp>
      <p:sp>
        <p:nvSpPr>
          <p:cNvPr id="1808" name="!!brn4"/>
          <p:cNvSpPr txBox="1"/>
          <p:nvPr/>
        </p:nvSpPr>
        <p:spPr>
          <a:xfrm>
            <a:off x="8151222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606060"/>
                </a:solidFill>
                <a:latin typeface="Inter SemiBold"/>
              </a:rPr>
              <a:t>7 riesgos</a:t>
            </a:r>
          </a:p>
        </p:txBody>
      </p:sp>
      <p:sp>
        <p:nvSpPr>
          <p:cNvPr id="1809" name="Oval 1808"/>
          <p:cNvSpPr/>
          <p:nvPr/>
        </p:nvSpPr>
        <p:spPr>
          <a:xfrm>
            <a:off x="8151222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10" name="Oval 1809"/>
          <p:cNvSpPr/>
          <p:nvPr/>
        </p:nvSpPr>
        <p:spPr>
          <a:xfrm>
            <a:off x="8443830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11" name="Oval 1810"/>
          <p:cNvSpPr/>
          <p:nvPr/>
        </p:nvSpPr>
        <p:spPr>
          <a:xfrm>
            <a:off x="8736438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12" name="Oval 1811"/>
          <p:cNvSpPr/>
          <p:nvPr/>
        </p:nvSpPr>
        <p:spPr>
          <a:xfrm>
            <a:off x="9029046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13" name="Oval 1812"/>
          <p:cNvSpPr/>
          <p:nvPr/>
        </p:nvSpPr>
        <p:spPr>
          <a:xfrm>
            <a:off x="9321654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14" name="Oval 1813"/>
          <p:cNvSpPr/>
          <p:nvPr/>
        </p:nvSpPr>
        <p:spPr>
          <a:xfrm>
            <a:off x="9614262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15" name="Oval 1814"/>
          <p:cNvSpPr/>
          <p:nvPr/>
        </p:nvSpPr>
        <p:spPr>
          <a:xfrm>
            <a:off x="9906870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1816" name="Connector 1815"/>
          <p:cNvCxnSpPr/>
          <p:nvPr/>
        </p:nvCxnSpPr>
        <p:spPr>
          <a:xfrm>
            <a:off x="1154103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7" name="!!br5"/>
          <p:cNvSpPr/>
          <p:nvPr/>
        </p:nvSpPr>
        <p:spPr>
          <a:xfrm>
            <a:off x="10411097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Rama 5</a:t>
            </a:r>
          </a:p>
          <a:p>
            <a:pPr algn="l"/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Contrato y licitación</a:t>
            </a:r>
          </a:p>
        </p:txBody>
      </p:sp>
      <p:sp>
        <p:nvSpPr>
          <p:cNvPr id="1818" name="!!brn5"/>
          <p:cNvSpPr txBox="1"/>
          <p:nvPr/>
        </p:nvSpPr>
        <p:spPr>
          <a:xfrm>
            <a:off x="10548257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606060"/>
                </a:solidFill>
                <a:latin typeface="Inter SemiBold"/>
              </a:rPr>
              <a:t>4 riesgos</a:t>
            </a:r>
          </a:p>
        </p:txBody>
      </p:sp>
      <p:sp>
        <p:nvSpPr>
          <p:cNvPr id="1819" name="Oval 1818"/>
          <p:cNvSpPr/>
          <p:nvPr/>
        </p:nvSpPr>
        <p:spPr>
          <a:xfrm>
            <a:off x="10548257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20" name="Oval 1819"/>
          <p:cNvSpPr/>
          <p:nvPr/>
        </p:nvSpPr>
        <p:spPr>
          <a:xfrm>
            <a:off x="10840865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21" name="Oval 1820"/>
          <p:cNvSpPr/>
          <p:nvPr/>
        </p:nvSpPr>
        <p:spPr>
          <a:xfrm>
            <a:off x="11133473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22" name="Oval 1821"/>
          <p:cNvSpPr/>
          <p:nvPr/>
        </p:nvSpPr>
        <p:spPr>
          <a:xfrm>
            <a:off x="11426081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1823" name="Connector 1822"/>
          <p:cNvCxnSpPr/>
          <p:nvPr/>
        </p:nvCxnSpPr>
        <p:spPr>
          <a:xfrm>
            <a:off x="1393806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4" name="!!br6"/>
          <p:cNvSpPr/>
          <p:nvPr/>
        </p:nvSpPr>
        <p:spPr>
          <a:xfrm>
            <a:off x="12808131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Rama 6</a:t>
            </a:r>
          </a:p>
          <a:p>
            <a:pPr algn="l"/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Regulatorio y externo</a:t>
            </a:r>
          </a:p>
        </p:txBody>
      </p:sp>
      <p:sp>
        <p:nvSpPr>
          <p:cNvPr id="1825" name="!!brn6"/>
          <p:cNvSpPr txBox="1"/>
          <p:nvPr/>
        </p:nvSpPr>
        <p:spPr>
          <a:xfrm>
            <a:off x="12945291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606060"/>
                </a:solidFill>
                <a:latin typeface="Inter SemiBold"/>
              </a:rPr>
              <a:t>2 riesgos</a:t>
            </a:r>
          </a:p>
        </p:txBody>
      </p:sp>
      <p:sp>
        <p:nvSpPr>
          <p:cNvPr id="1826" name="Oval 1825"/>
          <p:cNvSpPr/>
          <p:nvPr/>
        </p:nvSpPr>
        <p:spPr>
          <a:xfrm>
            <a:off x="12945291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27" name="Oval 1826"/>
          <p:cNvSpPr/>
          <p:nvPr/>
        </p:nvSpPr>
        <p:spPr>
          <a:xfrm>
            <a:off x="13237899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1828" name="Connector 1827"/>
          <p:cNvCxnSpPr/>
          <p:nvPr/>
        </p:nvCxnSpPr>
        <p:spPr>
          <a:xfrm>
            <a:off x="1633510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9" name="!!br7"/>
          <p:cNvSpPr/>
          <p:nvPr/>
        </p:nvSpPr>
        <p:spPr>
          <a:xfrm>
            <a:off x="15205165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Rama 7</a:t>
            </a:r>
          </a:p>
          <a:p>
            <a:pPr algn="l"/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Empresa proveedora</a:t>
            </a:r>
          </a:p>
        </p:txBody>
      </p:sp>
      <p:sp>
        <p:nvSpPr>
          <p:cNvPr id="1830" name="!!brn7"/>
          <p:cNvSpPr txBox="1"/>
          <p:nvPr/>
        </p:nvSpPr>
        <p:spPr>
          <a:xfrm>
            <a:off x="15342325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606060"/>
                </a:solidFill>
                <a:latin typeface="Inter SemiBold"/>
              </a:rPr>
              <a:t>3 riesgos</a:t>
            </a:r>
          </a:p>
        </p:txBody>
      </p:sp>
      <p:sp>
        <p:nvSpPr>
          <p:cNvPr id="1831" name="Oval 1830"/>
          <p:cNvSpPr/>
          <p:nvPr/>
        </p:nvSpPr>
        <p:spPr>
          <a:xfrm>
            <a:off x="15342325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32" name="Oval 1831"/>
          <p:cNvSpPr/>
          <p:nvPr/>
        </p:nvSpPr>
        <p:spPr>
          <a:xfrm>
            <a:off x="15634933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33" name="Oval 1832"/>
          <p:cNvSpPr/>
          <p:nvPr/>
        </p:nvSpPr>
        <p:spPr>
          <a:xfrm>
            <a:off x="15927541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34" name="TextBox 1833"/>
          <p:cNvSpPr txBox="1"/>
          <p:nvPr/>
        </p:nvSpPr>
        <p:spPr>
          <a:xfrm>
            <a:off x="822960" y="5943600"/>
            <a:ext cx="1664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1400" b="0" noProof="0">
                <a:solidFill>
                  <a:srgbClr val="606060"/>
                </a:solidFill>
                <a:latin typeface="Inter"/>
              </a:rPr>
              <a:t>Cada punto es un riesgo, coloreado por zona</a:t>
            </a:r>
          </a:p>
        </p:txBody>
      </p:sp>
      <p:sp>
        <p:nvSpPr>
          <p:cNvPr id="1835" name="Rounded Rectangle 1834"/>
          <p:cNvSpPr/>
          <p:nvPr/>
        </p:nvSpPr>
        <p:spPr>
          <a:xfrm>
            <a:off x="3291840" y="6812280"/>
            <a:ext cx="11704320" cy="1463040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2400" b="1" noProof="0">
                <a:solidFill>
                  <a:srgbClr val="111111"/>
                </a:solidFill>
                <a:latin typeface="Inter SemiBold"/>
              </a:rPr>
              <a:t>7 ramas · 45 riesgos</a:t>
            </a:r>
          </a:p>
          <a:p>
            <a:pPr algn="ctr"/>
            <a:r>
              <a:rPr lang="es-CL" sz="1500" b="0" noProof="0">
                <a:solidFill>
                  <a:srgbClr val="606060"/>
                </a:solidFill>
                <a:latin typeface="Inter"/>
              </a:rPr>
              <a:t>2 críticos · 23 altos · 19 medios · 1 bajo · todos con respuesta, responsable y disparador</a:t>
            </a:r>
          </a:p>
        </p:txBody>
      </p:sp>
      <p:sp>
        <p:nvSpPr>
          <p:cNvPr id="1836" name="TextBox 1835"/>
          <p:cNvSpPr txBox="1"/>
          <p:nvPr/>
        </p:nvSpPr>
        <p:spPr>
          <a:xfrm>
            <a:off x="822960" y="94640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0" noProof="0">
                <a:solidFill>
                  <a:srgbClr val="E8641B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Crítica   </a:t>
            </a:r>
            <a:r>
              <a:rPr lang="es-CL" sz="1400" b="0" noProof="0">
                <a:solidFill>
                  <a:srgbClr val="F29A5E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Alta   </a:t>
            </a:r>
            <a:r>
              <a:rPr lang="es-CL" sz="1400" b="0" noProof="0">
                <a:solidFill>
                  <a:srgbClr val="C7C7C7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Media   </a:t>
            </a:r>
            <a:r>
              <a:rPr lang="es-CL" sz="1400" b="0" noProof="0">
                <a:solidFill>
                  <a:srgbClr val="9A9A9A"/>
                </a:solidFill>
                <a:latin typeface="Inter"/>
              </a:rPr>
              <a:t>□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Baja</a:t>
            </a:r>
          </a:p>
        </p:txBody>
      </p:sp>
      <p:sp>
        <p:nvSpPr>
          <p:cNvPr id="1837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40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7" name="!!deco_1438196a_1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5" name="!!deco_1438196a_2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9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RBS: así se clasifican los riesgos</a:t>
            </a:r>
          </a:p>
        </p:txBody>
      </p:sp>
      <p:sp>
        <p:nvSpPr>
          <p:cNvPr id="790" name="!!rbs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Riesgos del proyecto · 45 · reserva 2.058,5 HH</a:t>
            </a:r>
          </a:p>
        </p:txBody>
      </p:sp>
      <p:cxnSp>
        <p:nvCxnSpPr>
          <p:cNvPr id="791" name="Connector 790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2" name="Connector 791"/>
          <p:cNvCxnSpPr/>
          <p:nvPr/>
        </p:nvCxnSpPr>
        <p:spPr>
          <a:xfrm>
            <a:off x="1952897" y="2788920"/>
            <a:ext cx="14382205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3" name="Connector 792"/>
          <p:cNvCxnSpPr/>
          <p:nvPr/>
        </p:nvCxnSpPr>
        <p:spPr>
          <a:xfrm>
            <a:off x="1952897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4" name="!!br1"/>
          <p:cNvSpPr/>
          <p:nvPr/>
        </p:nvSpPr>
        <p:spPr>
          <a:xfrm>
            <a:off x="822960" y="3017520"/>
            <a:ext cx="225987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Rama 1</a:t>
            </a:r>
          </a:p>
          <a:p>
            <a:pPr algn="l"/>
            <a:r>
              <a:rPr lang="es-CL" sz="1700" b="1" noProof="0">
                <a:solidFill>
                  <a:srgbClr val="FFFFFF"/>
                </a:solidFill>
                <a:latin typeface="Inter SemiBold"/>
              </a:rPr>
              <a:t>Solución y tecnología</a:t>
            </a:r>
          </a:p>
        </p:txBody>
      </p:sp>
      <p:sp>
        <p:nvSpPr>
          <p:cNvPr id="795" name="!!brn1"/>
          <p:cNvSpPr txBox="1"/>
          <p:nvPr/>
        </p:nvSpPr>
        <p:spPr>
          <a:xfrm>
            <a:off x="960120" y="4434840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14 riesgos</a:t>
            </a:r>
          </a:p>
        </p:txBody>
      </p:sp>
      <p:cxnSp>
        <p:nvCxnSpPr>
          <p:cNvPr id="796" name="Connector 795"/>
          <p:cNvCxnSpPr/>
          <p:nvPr/>
        </p:nvCxnSpPr>
        <p:spPr>
          <a:xfrm>
            <a:off x="4349931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7" name="!!br2"/>
          <p:cNvSpPr/>
          <p:nvPr/>
        </p:nvSpPr>
        <p:spPr>
          <a:xfrm>
            <a:off x="3219994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2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Integración y legado</a:t>
            </a:r>
          </a:p>
        </p:txBody>
      </p:sp>
      <p:sp>
        <p:nvSpPr>
          <p:cNvPr id="798" name="!!brn2"/>
          <p:cNvSpPr txBox="1"/>
          <p:nvPr/>
        </p:nvSpPr>
        <p:spPr>
          <a:xfrm>
            <a:off x="3357154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7 riesgos</a:t>
            </a:r>
          </a:p>
        </p:txBody>
      </p:sp>
      <p:cxnSp>
        <p:nvCxnSpPr>
          <p:cNvPr id="799" name="Connector 798"/>
          <p:cNvCxnSpPr/>
          <p:nvPr/>
        </p:nvCxnSpPr>
        <p:spPr>
          <a:xfrm>
            <a:off x="6746965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0" name="!!br3"/>
          <p:cNvSpPr/>
          <p:nvPr/>
        </p:nvSpPr>
        <p:spPr>
          <a:xfrm>
            <a:off x="5617028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3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Operación del cliente</a:t>
            </a:r>
          </a:p>
        </p:txBody>
      </p:sp>
      <p:sp>
        <p:nvSpPr>
          <p:cNvPr id="801" name="!!brn3"/>
          <p:cNvSpPr txBox="1"/>
          <p:nvPr/>
        </p:nvSpPr>
        <p:spPr>
          <a:xfrm>
            <a:off x="5754188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8 riesgos</a:t>
            </a:r>
          </a:p>
        </p:txBody>
      </p:sp>
      <p:cxnSp>
        <p:nvCxnSpPr>
          <p:cNvPr id="802" name="Connector 801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3" name="!!br4"/>
          <p:cNvSpPr/>
          <p:nvPr/>
        </p:nvSpPr>
        <p:spPr>
          <a:xfrm>
            <a:off x="8014062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4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Personas y adopción</a:t>
            </a:r>
          </a:p>
        </p:txBody>
      </p:sp>
      <p:sp>
        <p:nvSpPr>
          <p:cNvPr id="804" name="!!brn4"/>
          <p:cNvSpPr txBox="1"/>
          <p:nvPr/>
        </p:nvSpPr>
        <p:spPr>
          <a:xfrm>
            <a:off x="8151222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7 riesgos</a:t>
            </a:r>
          </a:p>
        </p:txBody>
      </p:sp>
      <p:cxnSp>
        <p:nvCxnSpPr>
          <p:cNvPr id="805" name="Connector 804"/>
          <p:cNvCxnSpPr/>
          <p:nvPr/>
        </p:nvCxnSpPr>
        <p:spPr>
          <a:xfrm>
            <a:off x="1154103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6" name="!!br5"/>
          <p:cNvSpPr/>
          <p:nvPr/>
        </p:nvSpPr>
        <p:spPr>
          <a:xfrm>
            <a:off x="10411097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5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Contrato y licitación</a:t>
            </a:r>
          </a:p>
        </p:txBody>
      </p:sp>
      <p:sp>
        <p:nvSpPr>
          <p:cNvPr id="807" name="!!brn5"/>
          <p:cNvSpPr txBox="1"/>
          <p:nvPr/>
        </p:nvSpPr>
        <p:spPr>
          <a:xfrm>
            <a:off x="10548257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4 riesgos</a:t>
            </a:r>
          </a:p>
        </p:txBody>
      </p:sp>
      <p:cxnSp>
        <p:nvCxnSpPr>
          <p:cNvPr id="808" name="Connector 807"/>
          <p:cNvCxnSpPr/>
          <p:nvPr/>
        </p:nvCxnSpPr>
        <p:spPr>
          <a:xfrm>
            <a:off x="1393806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9" name="!!br6"/>
          <p:cNvSpPr/>
          <p:nvPr/>
        </p:nvSpPr>
        <p:spPr>
          <a:xfrm>
            <a:off x="12808131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6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Regulatorio y externo</a:t>
            </a:r>
          </a:p>
        </p:txBody>
      </p:sp>
      <p:sp>
        <p:nvSpPr>
          <p:cNvPr id="810" name="!!brn6"/>
          <p:cNvSpPr txBox="1"/>
          <p:nvPr/>
        </p:nvSpPr>
        <p:spPr>
          <a:xfrm>
            <a:off x="12945291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2 riesgos</a:t>
            </a:r>
          </a:p>
        </p:txBody>
      </p:sp>
      <p:cxnSp>
        <p:nvCxnSpPr>
          <p:cNvPr id="811" name="Connector 810"/>
          <p:cNvCxnSpPr/>
          <p:nvPr/>
        </p:nvCxnSpPr>
        <p:spPr>
          <a:xfrm>
            <a:off x="1633510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2" name="!!br7"/>
          <p:cNvSpPr/>
          <p:nvPr/>
        </p:nvSpPr>
        <p:spPr>
          <a:xfrm>
            <a:off x="15205165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7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Empresa proveedora</a:t>
            </a:r>
          </a:p>
        </p:txBody>
      </p:sp>
      <p:sp>
        <p:nvSpPr>
          <p:cNvPr id="813" name="!!brn7"/>
          <p:cNvSpPr txBox="1"/>
          <p:nvPr/>
        </p:nvSpPr>
        <p:spPr>
          <a:xfrm>
            <a:off x="15342325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3 riesgos</a:t>
            </a:r>
          </a:p>
        </p:txBody>
      </p:sp>
      <p:sp>
        <p:nvSpPr>
          <p:cNvPr id="814" name="TextBox 813"/>
          <p:cNvSpPr txBox="1"/>
          <p:nvPr/>
        </p:nvSpPr>
        <p:spPr>
          <a:xfrm>
            <a:off x="822960" y="52578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RAMA 1 · SOLUCIÓN Y TECNOLOGÍA · 14 RIESGOS</a:t>
            </a:r>
          </a:p>
        </p:txBody>
      </p:sp>
      <p:sp>
        <p:nvSpPr>
          <p:cNvPr id="815" name="Rounded Rectangle 814"/>
          <p:cNvSpPr/>
          <p:nvPr/>
        </p:nvSpPr>
        <p:spPr>
          <a:xfrm>
            <a:off x="822960" y="56692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R-005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Duplicados tras reconexión</a:t>
            </a:r>
          </a:p>
        </p:txBody>
      </p:sp>
      <p:sp>
        <p:nvSpPr>
          <p:cNvPr id="816" name="Rounded Rectangle 815"/>
          <p:cNvSpPr/>
          <p:nvPr/>
        </p:nvSpPr>
        <p:spPr>
          <a:xfrm>
            <a:off x="4178807" y="56692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R-008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Turno sin señal o batería</a:t>
            </a:r>
          </a:p>
        </p:txBody>
      </p:sp>
      <p:sp>
        <p:nvSpPr>
          <p:cNvPr id="817" name="Rounded Rectangle 816"/>
          <p:cNvSpPr/>
          <p:nvPr/>
        </p:nvSpPr>
        <p:spPr>
          <a:xfrm>
            <a:off x="7534655" y="56692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R-009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Relevo local en corte</a:t>
            </a:r>
          </a:p>
        </p:txBody>
      </p:sp>
      <p:sp>
        <p:nvSpPr>
          <p:cNvPr id="818" name="Rounded Rectangle 817"/>
          <p:cNvSpPr/>
          <p:nvPr/>
        </p:nvSpPr>
        <p:spPr>
          <a:xfrm>
            <a:off x="10890503" y="56692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R-010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Terminales a −22 °C</a:t>
            </a:r>
          </a:p>
        </p:txBody>
      </p:sp>
      <p:sp>
        <p:nvSpPr>
          <p:cNvPr id="819" name="Rounded Rectangle 818"/>
          <p:cNvSpPr/>
          <p:nvPr/>
        </p:nvSpPr>
        <p:spPr>
          <a:xfrm>
            <a:off x="14246351" y="56692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R-004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Maestros e historia</a:t>
            </a:r>
          </a:p>
        </p:txBody>
      </p:sp>
      <p:sp>
        <p:nvSpPr>
          <p:cNvPr id="820" name="Rounded Rectangle 819"/>
          <p:cNvSpPr/>
          <p:nvPr/>
        </p:nvSpPr>
        <p:spPr>
          <a:xfrm>
            <a:off x="822960" y="6693408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R-011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Regla o sensor térmico</a:t>
            </a:r>
          </a:p>
        </p:txBody>
      </p:sp>
      <p:sp>
        <p:nvSpPr>
          <p:cNvPr id="821" name="Rounded Rectangle 820"/>
          <p:cNvSpPr/>
          <p:nvPr/>
        </p:nvSpPr>
        <p:spPr>
          <a:xfrm>
            <a:off x="4178807" y="6693408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FFFFFF"/>
                </a:solidFill>
                <a:latin typeface="Inter SemiBold"/>
              </a:rPr>
              <a:t>R-012</a:t>
            </a:r>
            <a:r>
              <a:rPr lang="es-CL" sz="1300" b="0" noProof="0">
                <a:solidFill>
                  <a:srgbClr val="FFFFFF"/>
                </a:solidFill>
                <a:latin typeface="Inter"/>
              </a:rPr>
              <a:t>  · Crítica</a:t>
            </a:r>
          </a:p>
          <a:p>
            <a:pPr algn="l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Retiro sin trazabilidad</a:t>
            </a:r>
          </a:p>
        </p:txBody>
      </p:sp>
      <p:sp>
        <p:nvSpPr>
          <p:cNvPr id="822" name="Rounded Rectangle 821"/>
          <p:cNvSpPr/>
          <p:nvPr/>
        </p:nvSpPr>
        <p:spPr>
          <a:xfrm>
            <a:off x="7534655" y="6693408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R-013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Peak sin capacidad</a:t>
            </a:r>
          </a:p>
        </p:txBody>
      </p:sp>
      <p:sp>
        <p:nvSpPr>
          <p:cNvPr id="823" name="Rounded Rectangle 822"/>
          <p:cNvSpPr/>
          <p:nvPr/>
        </p:nvSpPr>
        <p:spPr>
          <a:xfrm>
            <a:off x="10890503" y="6693408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FFFFFF"/>
                </a:solidFill>
                <a:latin typeface="Inter SemiBold"/>
              </a:rPr>
              <a:t>R-015</a:t>
            </a:r>
            <a:r>
              <a:rPr lang="es-CL" sz="1300" b="0" noProof="0">
                <a:solidFill>
                  <a:srgbClr val="FFFFFF"/>
                </a:solidFill>
                <a:latin typeface="Inter"/>
              </a:rPr>
              <a:t>  · Crítica</a:t>
            </a:r>
          </a:p>
          <a:p>
            <a:pPr algn="l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RTO/RPO excedidos</a:t>
            </a:r>
          </a:p>
        </p:txBody>
      </p:sp>
      <p:sp>
        <p:nvSpPr>
          <p:cNvPr id="824" name="Rounded Rectangle 823"/>
          <p:cNvSpPr/>
          <p:nvPr/>
        </p:nvSpPr>
        <p:spPr>
          <a:xfrm>
            <a:off x="14246351" y="6693408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R-016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Uso indebido de privilegios</a:t>
            </a:r>
          </a:p>
        </p:txBody>
      </p:sp>
      <p:sp>
        <p:nvSpPr>
          <p:cNvPr id="825" name="Rounded Rectangle 824"/>
          <p:cNvSpPr/>
          <p:nvPr/>
        </p:nvSpPr>
        <p:spPr>
          <a:xfrm>
            <a:off x="822960" y="7717536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R-032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Bloqueo de nube o terceros</a:t>
            </a:r>
          </a:p>
        </p:txBody>
      </p:sp>
      <p:sp>
        <p:nvSpPr>
          <p:cNvPr id="826" name="Rounded Rectangle 825"/>
          <p:cNvSpPr/>
          <p:nvPr/>
        </p:nvSpPr>
        <p:spPr>
          <a:xfrm>
            <a:off x="4178807" y="7717536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R-033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Fin de soporte</a:t>
            </a:r>
          </a:p>
        </p:txBody>
      </p:sp>
      <p:sp>
        <p:nvSpPr>
          <p:cNvPr id="827" name="Rounded Rectangle 826"/>
          <p:cNvSpPr/>
          <p:nvPr/>
        </p:nvSpPr>
        <p:spPr>
          <a:xfrm>
            <a:off x="7534655" y="7717536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R-037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INN-02 no reproduce</a:t>
            </a:r>
          </a:p>
        </p:txBody>
      </p:sp>
      <p:sp>
        <p:nvSpPr>
          <p:cNvPr id="828" name="Rounded Rectangle 827"/>
          <p:cNvSpPr/>
          <p:nvPr/>
        </p:nvSpPr>
        <p:spPr>
          <a:xfrm>
            <a:off x="10890503" y="7717536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R-038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INN-03 vida útil</a:t>
            </a:r>
          </a:p>
        </p:txBody>
      </p:sp>
      <p:sp>
        <p:nvSpPr>
          <p:cNvPr id="829" name="TextBox 828"/>
          <p:cNvSpPr txBox="1"/>
          <p:nvPr/>
        </p:nvSpPr>
        <p:spPr>
          <a:xfrm>
            <a:off x="822960" y="94640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0" noProof="0">
                <a:solidFill>
                  <a:srgbClr val="E8641B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Crítica   </a:t>
            </a:r>
            <a:r>
              <a:rPr lang="es-CL" sz="1400" b="0" noProof="0">
                <a:solidFill>
                  <a:srgbClr val="F29A5E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Alta   </a:t>
            </a:r>
            <a:r>
              <a:rPr lang="es-CL" sz="1400" b="0" noProof="0">
                <a:solidFill>
                  <a:srgbClr val="C7C7C7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Media   </a:t>
            </a:r>
            <a:r>
              <a:rPr lang="es-CL" sz="1400" b="0" noProof="0">
                <a:solidFill>
                  <a:srgbClr val="9A9A9A"/>
                </a:solidFill>
                <a:latin typeface="Inter"/>
              </a:rPr>
              <a:t>□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Baja</a:t>
            </a:r>
          </a:p>
        </p:txBody>
      </p:sp>
      <p:sp>
        <p:nvSpPr>
          <p:cNvPr id="830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41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7" name="!!deco_1438196a_1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5" name="!!deco_1438196a_2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9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RBS: así se clasifican los riesgos</a:t>
            </a:r>
          </a:p>
        </p:txBody>
      </p:sp>
      <p:sp>
        <p:nvSpPr>
          <p:cNvPr id="790" name="!!rbs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Riesgos del proyecto · 45 · reserva 2.058,5 HH</a:t>
            </a:r>
          </a:p>
        </p:txBody>
      </p:sp>
      <p:cxnSp>
        <p:nvCxnSpPr>
          <p:cNvPr id="791" name="Connector 790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2" name="Connector 791"/>
          <p:cNvCxnSpPr/>
          <p:nvPr/>
        </p:nvCxnSpPr>
        <p:spPr>
          <a:xfrm>
            <a:off x="1952897" y="2788920"/>
            <a:ext cx="14382205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3" name="Connector 792"/>
          <p:cNvCxnSpPr/>
          <p:nvPr/>
        </p:nvCxnSpPr>
        <p:spPr>
          <a:xfrm>
            <a:off x="1952897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4" name="!!br1"/>
          <p:cNvSpPr/>
          <p:nvPr/>
        </p:nvSpPr>
        <p:spPr>
          <a:xfrm>
            <a:off x="822960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1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Solución y tecnología</a:t>
            </a:r>
          </a:p>
        </p:txBody>
      </p:sp>
      <p:sp>
        <p:nvSpPr>
          <p:cNvPr id="795" name="!!brn1"/>
          <p:cNvSpPr txBox="1"/>
          <p:nvPr/>
        </p:nvSpPr>
        <p:spPr>
          <a:xfrm>
            <a:off x="960120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14 riesgos</a:t>
            </a:r>
          </a:p>
        </p:txBody>
      </p:sp>
      <p:cxnSp>
        <p:nvCxnSpPr>
          <p:cNvPr id="796" name="Connector 795"/>
          <p:cNvCxnSpPr/>
          <p:nvPr/>
        </p:nvCxnSpPr>
        <p:spPr>
          <a:xfrm>
            <a:off x="4349931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7" name="!!br2"/>
          <p:cNvSpPr/>
          <p:nvPr/>
        </p:nvSpPr>
        <p:spPr>
          <a:xfrm>
            <a:off x="3219994" y="3017520"/>
            <a:ext cx="225987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Rama 2</a:t>
            </a:r>
          </a:p>
          <a:p>
            <a:pPr algn="l"/>
            <a:r>
              <a:rPr lang="es-CL" sz="1700" b="1" noProof="0">
                <a:solidFill>
                  <a:srgbClr val="FFFFFF"/>
                </a:solidFill>
                <a:latin typeface="Inter SemiBold"/>
              </a:rPr>
              <a:t>Integración y legado</a:t>
            </a:r>
          </a:p>
        </p:txBody>
      </p:sp>
      <p:sp>
        <p:nvSpPr>
          <p:cNvPr id="798" name="!!brn2"/>
          <p:cNvSpPr txBox="1"/>
          <p:nvPr/>
        </p:nvSpPr>
        <p:spPr>
          <a:xfrm>
            <a:off x="3357154" y="4434840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7 riesgos</a:t>
            </a:r>
          </a:p>
        </p:txBody>
      </p:sp>
      <p:cxnSp>
        <p:nvCxnSpPr>
          <p:cNvPr id="799" name="Connector 798"/>
          <p:cNvCxnSpPr/>
          <p:nvPr/>
        </p:nvCxnSpPr>
        <p:spPr>
          <a:xfrm>
            <a:off x="6746965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0" name="!!br3"/>
          <p:cNvSpPr/>
          <p:nvPr/>
        </p:nvSpPr>
        <p:spPr>
          <a:xfrm>
            <a:off x="5617028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3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Operación del cliente</a:t>
            </a:r>
          </a:p>
        </p:txBody>
      </p:sp>
      <p:sp>
        <p:nvSpPr>
          <p:cNvPr id="801" name="!!brn3"/>
          <p:cNvSpPr txBox="1"/>
          <p:nvPr/>
        </p:nvSpPr>
        <p:spPr>
          <a:xfrm>
            <a:off x="5754188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8 riesgos</a:t>
            </a:r>
          </a:p>
        </p:txBody>
      </p:sp>
      <p:cxnSp>
        <p:nvCxnSpPr>
          <p:cNvPr id="802" name="Connector 801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3" name="!!br4"/>
          <p:cNvSpPr/>
          <p:nvPr/>
        </p:nvSpPr>
        <p:spPr>
          <a:xfrm>
            <a:off x="8014062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4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Personas y adopción</a:t>
            </a:r>
          </a:p>
        </p:txBody>
      </p:sp>
      <p:sp>
        <p:nvSpPr>
          <p:cNvPr id="804" name="!!brn4"/>
          <p:cNvSpPr txBox="1"/>
          <p:nvPr/>
        </p:nvSpPr>
        <p:spPr>
          <a:xfrm>
            <a:off x="8151222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7 riesgos</a:t>
            </a:r>
          </a:p>
        </p:txBody>
      </p:sp>
      <p:cxnSp>
        <p:nvCxnSpPr>
          <p:cNvPr id="805" name="Connector 804"/>
          <p:cNvCxnSpPr/>
          <p:nvPr/>
        </p:nvCxnSpPr>
        <p:spPr>
          <a:xfrm>
            <a:off x="1154103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6" name="!!br5"/>
          <p:cNvSpPr/>
          <p:nvPr/>
        </p:nvSpPr>
        <p:spPr>
          <a:xfrm>
            <a:off x="10411097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5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Contrato y licitación</a:t>
            </a:r>
          </a:p>
        </p:txBody>
      </p:sp>
      <p:sp>
        <p:nvSpPr>
          <p:cNvPr id="807" name="!!brn5"/>
          <p:cNvSpPr txBox="1"/>
          <p:nvPr/>
        </p:nvSpPr>
        <p:spPr>
          <a:xfrm>
            <a:off x="10548257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4 riesgos</a:t>
            </a:r>
          </a:p>
        </p:txBody>
      </p:sp>
      <p:cxnSp>
        <p:nvCxnSpPr>
          <p:cNvPr id="808" name="Connector 807"/>
          <p:cNvCxnSpPr/>
          <p:nvPr/>
        </p:nvCxnSpPr>
        <p:spPr>
          <a:xfrm>
            <a:off x="1393806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9" name="!!br6"/>
          <p:cNvSpPr/>
          <p:nvPr/>
        </p:nvSpPr>
        <p:spPr>
          <a:xfrm>
            <a:off x="12808131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6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Regulatorio y externo</a:t>
            </a:r>
          </a:p>
        </p:txBody>
      </p:sp>
      <p:sp>
        <p:nvSpPr>
          <p:cNvPr id="810" name="!!brn6"/>
          <p:cNvSpPr txBox="1"/>
          <p:nvPr/>
        </p:nvSpPr>
        <p:spPr>
          <a:xfrm>
            <a:off x="12945291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2 riesgos</a:t>
            </a:r>
          </a:p>
        </p:txBody>
      </p:sp>
      <p:cxnSp>
        <p:nvCxnSpPr>
          <p:cNvPr id="811" name="Connector 810"/>
          <p:cNvCxnSpPr/>
          <p:nvPr/>
        </p:nvCxnSpPr>
        <p:spPr>
          <a:xfrm>
            <a:off x="1633510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2" name="!!br7"/>
          <p:cNvSpPr/>
          <p:nvPr/>
        </p:nvSpPr>
        <p:spPr>
          <a:xfrm>
            <a:off x="15205165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7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Empresa proveedora</a:t>
            </a:r>
          </a:p>
        </p:txBody>
      </p:sp>
      <p:sp>
        <p:nvSpPr>
          <p:cNvPr id="813" name="!!brn7"/>
          <p:cNvSpPr txBox="1"/>
          <p:nvPr/>
        </p:nvSpPr>
        <p:spPr>
          <a:xfrm>
            <a:off x="15342325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3 riesgos</a:t>
            </a:r>
          </a:p>
        </p:txBody>
      </p:sp>
      <p:sp>
        <p:nvSpPr>
          <p:cNvPr id="814" name="TextBox 813"/>
          <p:cNvSpPr txBox="1"/>
          <p:nvPr/>
        </p:nvSpPr>
        <p:spPr>
          <a:xfrm>
            <a:off x="822960" y="52578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RAMA 2 · INTEGRACIÓN Y LEGADO · 7 RIESGOS</a:t>
            </a:r>
          </a:p>
        </p:txBody>
      </p:sp>
      <p:sp>
        <p:nvSpPr>
          <p:cNvPr id="815" name="Rounded Rectangle 814"/>
          <p:cNvSpPr/>
          <p:nvPr/>
        </p:nvSpPr>
        <p:spPr>
          <a:xfrm>
            <a:off x="82296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R-001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Interfaces del ERP</a:t>
            </a:r>
          </a:p>
        </p:txBody>
      </p:sp>
      <p:sp>
        <p:nvSpPr>
          <p:cNvPr id="816" name="Rounded Rectangle 815"/>
          <p:cNvSpPr/>
          <p:nvPr/>
        </p:nvSpPr>
        <p:spPr>
          <a:xfrm>
            <a:off x="501777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R-002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Telemetría del tercero</a:t>
            </a:r>
          </a:p>
        </p:txBody>
      </p:sp>
      <p:sp>
        <p:nvSpPr>
          <p:cNvPr id="817" name="Rounded Rectangle 816"/>
          <p:cNvSpPr/>
          <p:nvPr/>
        </p:nvSpPr>
        <p:spPr>
          <a:xfrm>
            <a:off x="921258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R-003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Convivencia del WMS</a:t>
            </a:r>
          </a:p>
        </p:txBody>
      </p:sp>
      <p:sp>
        <p:nvSpPr>
          <p:cNvPr id="818" name="Rounded Rectangle 817"/>
          <p:cNvSpPr/>
          <p:nvPr/>
        </p:nvSpPr>
        <p:spPr>
          <a:xfrm>
            <a:off x="1340739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R-030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Certificación EDI</a:t>
            </a:r>
          </a:p>
        </p:txBody>
      </p:sp>
      <p:sp>
        <p:nvSpPr>
          <p:cNvPr id="819" name="Rounded Rectangle 818"/>
          <p:cNvSpPr/>
          <p:nvPr/>
        </p:nvSpPr>
        <p:spPr>
          <a:xfrm>
            <a:off x="822960" y="6693408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R-031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Avisos confusos</a:t>
            </a:r>
          </a:p>
        </p:txBody>
      </p:sp>
      <p:sp>
        <p:nvSpPr>
          <p:cNvPr id="820" name="Rounded Rectangle 819"/>
          <p:cNvSpPr/>
          <p:nvPr/>
        </p:nvSpPr>
        <p:spPr>
          <a:xfrm>
            <a:off x="5017770" y="6693408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R-043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Pago con doble cargo</a:t>
            </a:r>
          </a:p>
        </p:txBody>
      </p:sp>
      <p:sp>
        <p:nvSpPr>
          <p:cNvPr id="821" name="Rounded Rectangle 820"/>
          <p:cNvSpPr/>
          <p:nvPr/>
        </p:nvSpPr>
        <p:spPr>
          <a:xfrm>
            <a:off x="9212580" y="6693408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R-045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Mapa no realista</a:t>
            </a:r>
          </a:p>
        </p:txBody>
      </p:sp>
      <p:sp>
        <p:nvSpPr>
          <p:cNvPr id="822" name="TextBox 821"/>
          <p:cNvSpPr txBox="1"/>
          <p:nvPr/>
        </p:nvSpPr>
        <p:spPr>
          <a:xfrm>
            <a:off x="822960" y="94640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0" noProof="0">
                <a:solidFill>
                  <a:srgbClr val="E8641B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Crítica   </a:t>
            </a:r>
            <a:r>
              <a:rPr lang="es-CL" sz="1400" b="0" noProof="0">
                <a:solidFill>
                  <a:srgbClr val="F29A5E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Alta   </a:t>
            </a:r>
            <a:r>
              <a:rPr lang="es-CL" sz="1400" b="0" noProof="0">
                <a:solidFill>
                  <a:srgbClr val="C7C7C7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Media   </a:t>
            </a:r>
            <a:r>
              <a:rPr lang="es-CL" sz="1400" b="0" noProof="0">
                <a:solidFill>
                  <a:srgbClr val="9A9A9A"/>
                </a:solidFill>
                <a:latin typeface="Inter"/>
              </a:rPr>
              <a:t>□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Baja</a:t>
            </a:r>
          </a:p>
        </p:txBody>
      </p:sp>
      <p:sp>
        <p:nvSpPr>
          <p:cNvPr id="823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42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7" name="!!deco_1438196a_1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5" name="!!deco_1438196a_2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9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RBS: así se clasifican los riesgos</a:t>
            </a:r>
          </a:p>
        </p:txBody>
      </p:sp>
      <p:sp>
        <p:nvSpPr>
          <p:cNvPr id="790" name="!!rbs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Riesgos del proyecto · 45 · reserva 2.058,5 HH</a:t>
            </a:r>
          </a:p>
        </p:txBody>
      </p:sp>
      <p:cxnSp>
        <p:nvCxnSpPr>
          <p:cNvPr id="791" name="Connector 790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2" name="Connector 791"/>
          <p:cNvCxnSpPr/>
          <p:nvPr/>
        </p:nvCxnSpPr>
        <p:spPr>
          <a:xfrm>
            <a:off x="1952897" y="2788920"/>
            <a:ext cx="14382205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3" name="Connector 792"/>
          <p:cNvCxnSpPr/>
          <p:nvPr/>
        </p:nvCxnSpPr>
        <p:spPr>
          <a:xfrm>
            <a:off x="1952897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4" name="!!br1"/>
          <p:cNvSpPr/>
          <p:nvPr/>
        </p:nvSpPr>
        <p:spPr>
          <a:xfrm>
            <a:off x="822960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1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Solución y tecnología</a:t>
            </a:r>
          </a:p>
        </p:txBody>
      </p:sp>
      <p:sp>
        <p:nvSpPr>
          <p:cNvPr id="795" name="!!brn1"/>
          <p:cNvSpPr txBox="1"/>
          <p:nvPr/>
        </p:nvSpPr>
        <p:spPr>
          <a:xfrm>
            <a:off x="960120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14 riesgos</a:t>
            </a:r>
          </a:p>
        </p:txBody>
      </p:sp>
      <p:cxnSp>
        <p:nvCxnSpPr>
          <p:cNvPr id="796" name="Connector 795"/>
          <p:cNvCxnSpPr/>
          <p:nvPr/>
        </p:nvCxnSpPr>
        <p:spPr>
          <a:xfrm>
            <a:off x="4349931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7" name="!!br2"/>
          <p:cNvSpPr/>
          <p:nvPr/>
        </p:nvSpPr>
        <p:spPr>
          <a:xfrm>
            <a:off x="3219994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2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Integración y legado</a:t>
            </a:r>
          </a:p>
        </p:txBody>
      </p:sp>
      <p:sp>
        <p:nvSpPr>
          <p:cNvPr id="798" name="!!brn2"/>
          <p:cNvSpPr txBox="1"/>
          <p:nvPr/>
        </p:nvSpPr>
        <p:spPr>
          <a:xfrm>
            <a:off x="3357154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7 riesgos</a:t>
            </a:r>
          </a:p>
        </p:txBody>
      </p:sp>
      <p:cxnSp>
        <p:nvCxnSpPr>
          <p:cNvPr id="799" name="Connector 798"/>
          <p:cNvCxnSpPr/>
          <p:nvPr/>
        </p:nvCxnSpPr>
        <p:spPr>
          <a:xfrm>
            <a:off x="6746965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0" name="!!br3"/>
          <p:cNvSpPr/>
          <p:nvPr/>
        </p:nvSpPr>
        <p:spPr>
          <a:xfrm>
            <a:off x="5617028" y="3017520"/>
            <a:ext cx="225987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Rama 3</a:t>
            </a:r>
          </a:p>
          <a:p>
            <a:pPr algn="l"/>
            <a:r>
              <a:rPr lang="es-CL" sz="1700" b="1" noProof="0">
                <a:solidFill>
                  <a:srgbClr val="FFFFFF"/>
                </a:solidFill>
                <a:latin typeface="Inter SemiBold"/>
              </a:rPr>
              <a:t>Operación del cliente</a:t>
            </a:r>
          </a:p>
        </p:txBody>
      </p:sp>
      <p:sp>
        <p:nvSpPr>
          <p:cNvPr id="801" name="!!brn3"/>
          <p:cNvSpPr txBox="1"/>
          <p:nvPr/>
        </p:nvSpPr>
        <p:spPr>
          <a:xfrm>
            <a:off x="5754188" y="4434840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8 riesgos</a:t>
            </a:r>
          </a:p>
        </p:txBody>
      </p:sp>
      <p:cxnSp>
        <p:nvCxnSpPr>
          <p:cNvPr id="802" name="Connector 801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3" name="!!br4"/>
          <p:cNvSpPr/>
          <p:nvPr/>
        </p:nvSpPr>
        <p:spPr>
          <a:xfrm>
            <a:off x="8014062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4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Personas y adopción</a:t>
            </a:r>
          </a:p>
        </p:txBody>
      </p:sp>
      <p:sp>
        <p:nvSpPr>
          <p:cNvPr id="804" name="!!brn4"/>
          <p:cNvSpPr txBox="1"/>
          <p:nvPr/>
        </p:nvSpPr>
        <p:spPr>
          <a:xfrm>
            <a:off x="8151222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7 riesgos</a:t>
            </a:r>
          </a:p>
        </p:txBody>
      </p:sp>
      <p:cxnSp>
        <p:nvCxnSpPr>
          <p:cNvPr id="805" name="Connector 804"/>
          <p:cNvCxnSpPr/>
          <p:nvPr/>
        </p:nvCxnSpPr>
        <p:spPr>
          <a:xfrm>
            <a:off x="1154103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6" name="!!br5"/>
          <p:cNvSpPr/>
          <p:nvPr/>
        </p:nvSpPr>
        <p:spPr>
          <a:xfrm>
            <a:off x="10411097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5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Contrato y licitación</a:t>
            </a:r>
          </a:p>
        </p:txBody>
      </p:sp>
      <p:sp>
        <p:nvSpPr>
          <p:cNvPr id="807" name="!!brn5"/>
          <p:cNvSpPr txBox="1"/>
          <p:nvPr/>
        </p:nvSpPr>
        <p:spPr>
          <a:xfrm>
            <a:off x="10548257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4 riesgos</a:t>
            </a:r>
          </a:p>
        </p:txBody>
      </p:sp>
      <p:cxnSp>
        <p:nvCxnSpPr>
          <p:cNvPr id="808" name="Connector 807"/>
          <p:cNvCxnSpPr/>
          <p:nvPr/>
        </p:nvCxnSpPr>
        <p:spPr>
          <a:xfrm>
            <a:off x="1393806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9" name="!!br6"/>
          <p:cNvSpPr/>
          <p:nvPr/>
        </p:nvSpPr>
        <p:spPr>
          <a:xfrm>
            <a:off x="12808131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6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Regulatorio y externo</a:t>
            </a:r>
          </a:p>
        </p:txBody>
      </p:sp>
      <p:sp>
        <p:nvSpPr>
          <p:cNvPr id="810" name="!!brn6"/>
          <p:cNvSpPr txBox="1"/>
          <p:nvPr/>
        </p:nvSpPr>
        <p:spPr>
          <a:xfrm>
            <a:off x="12945291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2 riesgos</a:t>
            </a:r>
          </a:p>
        </p:txBody>
      </p:sp>
      <p:cxnSp>
        <p:nvCxnSpPr>
          <p:cNvPr id="811" name="Connector 810"/>
          <p:cNvCxnSpPr/>
          <p:nvPr/>
        </p:nvCxnSpPr>
        <p:spPr>
          <a:xfrm>
            <a:off x="1633510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2" name="!!br7"/>
          <p:cNvSpPr/>
          <p:nvPr/>
        </p:nvSpPr>
        <p:spPr>
          <a:xfrm>
            <a:off x="15205165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7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Empresa proveedora</a:t>
            </a:r>
          </a:p>
        </p:txBody>
      </p:sp>
      <p:sp>
        <p:nvSpPr>
          <p:cNvPr id="813" name="!!brn7"/>
          <p:cNvSpPr txBox="1"/>
          <p:nvPr/>
        </p:nvSpPr>
        <p:spPr>
          <a:xfrm>
            <a:off x="15342325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3 riesgos</a:t>
            </a:r>
          </a:p>
        </p:txBody>
      </p:sp>
      <p:sp>
        <p:nvSpPr>
          <p:cNvPr id="814" name="TextBox 813"/>
          <p:cNvSpPr txBox="1"/>
          <p:nvPr/>
        </p:nvSpPr>
        <p:spPr>
          <a:xfrm>
            <a:off x="822960" y="52578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RAMA 3 · OPERACIÓN DEL CLIENTE · 8 RIESGOS</a:t>
            </a:r>
          </a:p>
        </p:txBody>
      </p:sp>
      <p:sp>
        <p:nvSpPr>
          <p:cNvPr id="815" name="Rounded Rectangle 814"/>
          <p:cNvSpPr/>
          <p:nvPr/>
        </p:nvSpPr>
        <p:spPr>
          <a:xfrm>
            <a:off x="82296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R-006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Enlaces de Concepción</a:t>
            </a:r>
          </a:p>
        </p:txBody>
      </p:sp>
      <p:sp>
        <p:nvSpPr>
          <p:cNvPr id="816" name="Rounded Rectangle 815"/>
          <p:cNvSpPr/>
          <p:nvPr/>
        </p:nvSpPr>
        <p:spPr>
          <a:xfrm>
            <a:off x="501777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R-007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Cross-</a:t>
            </a:r>
            <a:r>
              <a:rPr lang="es-CL" sz="1600" b="1" noProof="0" err="1">
                <a:solidFill>
                  <a:srgbClr val="111111"/>
                </a:solidFill>
                <a:latin typeface="Inter SemiBold"/>
              </a:rPr>
              <a:t>docking</a:t>
            </a:r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 sin enlace</a:t>
            </a:r>
          </a:p>
        </p:txBody>
      </p:sp>
      <p:sp>
        <p:nvSpPr>
          <p:cNvPr id="817" name="Rounded Rectangle 816"/>
          <p:cNvSpPr/>
          <p:nvPr/>
        </p:nvSpPr>
        <p:spPr>
          <a:xfrm>
            <a:off x="921258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R-014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Sala y energía</a:t>
            </a:r>
          </a:p>
        </p:txBody>
      </p:sp>
      <p:sp>
        <p:nvSpPr>
          <p:cNvPr id="818" name="Rounded Rectangle 817"/>
          <p:cNvSpPr/>
          <p:nvPr/>
        </p:nvSpPr>
        <p:spPr>
          <a:xfrm>
            <a:off x="1340739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R-022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Contrapartes tardías</a:t>
            </a:r>
          </a:p>
        </p:txBody>
      </p:sp>
      <p:sp>
        <p:nvSpPr>
          <p:cNvPr id="819" name="Rounded Rectangle 818"/>
          <p:cNvSpPr/>
          <p:nvPr/>
        </p:nvSpPr>
        <p:spPr>
          <a:xfrm>
            <a:off x="822960" y="6693408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R-023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Choque con congelamientos</a:t>
            </a:r>
          </a:p>
        </p:txBody>
      </p:sp>
      <p:sp>
        <p:nvSpPr>
          <p:cNvPr id="820" name="Rounded Rectangle 819"/>
          <p:cNvSpPr/>
          <p:nvPr/>
        </p:nvSpPr>
        <p:spPr>
          <a:xfrm>
            <a:off x="5017770" y="6693408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R-024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Terreno o instalación tarde</a:t>
            </a:r>
          </a:p>
        </p:txBody>
      </p:sp>
      <p:sp>
        <p:nvSpPr>
          <p:cNvPr id="821" name="Rounded Rectangle 820"/>
          <p:cNvSpPr/>
          <p:nvPr/>
        </p:nvSpPr>
        <p:spPr>
          <a:xfrm>
            <a:off x="9212580" y="6693408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R-028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Rendición insuficiente</a:t>
            </a:r>
          </a:p>
        </p:txBody>
      </p:sp>
      <p:sp>
        <p:nvSpPr>
          <p:cNvPr id="822" name="Rounded Rectangle 821"/>
          <p:cNvSpPr/>
          <p:nvPr/>
        </p:nvSpPr>
        <p:spPr>
          <a:xfrm>
            <a:off x="13407390" y="6693408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R-044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Baja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Envases y custodia</a:t>
            </a:r>
          </a:p>
        </p:txBody>
      </p:sp>
      <p:sp>
        <p:nvSpPr>
          <p:cNvPr id="823" name="TextBox 822"/>
          <p:cNvSpPr txBox="1"/>
          <p:nvPr/>
        </p:nvSpPr>
        <p:spPr>
          <a:xfrm>
            <a:off x="822960" y="94640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0" noProof="0">
                <a:solidFill>
                  <a:srgbClr val="E8641B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Crítica   </a:t>
            </a:r>
            <a:r>
              <a:rPr lang="es-CL" sz="1400" b="0" noProof="0">
                <a:solidFill>
                  <a:srgbClr val="F29A5E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Alta   </a:t>
            </a:r>
            <a:r>
              <a:rPr lang="es-CL" sz="1400" b="0" noProof="0">
                <a:solidFill>
                  <a:srgbClr val="C7C7C7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Media   </a:t>
            </a:r>
            <a:r>
              <a:rPr lang="es-CL" sz="1400" b="0" noProof="0">
                <a:solidFill>
                  <a:srgbClr val="9A9A9A"/>
                </a:solidFill>
                <a:latin typeface="Inter"/>
              </a:rPr>
              <a:t>□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Baja</a:t>
            </a:r>
          </a:p>
        </p:txBody>
      </p:sp>
      <p:sp>
        <p:nvSpPr>
          <p:cNvPr id="824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43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7" name="!!deco_1438196a_1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5" name="!!deco_1438196a_2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9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RBS: así se clasifican los riesgos</a:t>
            </a:r>
          </a:p>
        </p:txBody>
      </p:sp>
      <p:sp>
        <p:nvSpPr>
          <p:cNvPr id="790" name="!!rbs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Riesgos del proyecto · 45 · reserva 2.058,5 HH</a:t>
            </a:r>
          </a:p>
        </p:txBody>
      </p:sp>
      <p:cxnSp>
        <p:nvCxnSpPr>
          <p:cNvPr id="791" name="Connector 790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2" name="Connector 791"/>
          <p:cNvCxnSpPr/>
          <p:nvPr/>
        </p:nvCxnSpPr>
        <p:spPr>
          <a:xfrm>
            <a:off x="1952897" y="2788920"/>
            <a:ext cx="14382205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3" name="Connector 792"/>
          <p:cNvCxnSpPr/>
          <p:nvPr/>
        </p:nvCxnSpPr>
        <p:spPr>
          <a:xfrm>
            <a:off x="1952897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4" name="!!br1"/>
          <p:cNvSpPr/>
          <p:nvPr/>
        </p:nvSpPr>
        <p:spPr>
          <a:xfrm>
            <a:off x="822960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1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Solución y tecnología</a:t>
            </a:r>
          </a:p>
        </p:txBody>
      </p:sp>
      <p:sp>
        <p:nvSpPr>
          <p:cNvPr id="795" name="!!brn1"/>
          <p:cNvSpPr txBox="1"/>
          <p:nvPr/>
        </p:nvSpPr>
        <p:spPr>
          <a:xfrm>
            <a:off x="960120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14 riesgos</a:t>
            </a:r>
          </a:p>
        </p:txBody>
      </p:sp>
      <p:cxnSp>
        <p:nvCxnSpPr>
          <p:cNvPr id="796" name="Connector 795"/>
          <p:cNvCxnSpPr/>
          <p:nvPr/>
        </p:nvCxnSpPr>
        <p:spPr>
          <a:xfrm>
            <a:off x="4349931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7" name="!!br2"/>
          <p:cNvSpPr/>
          <p:nvPr/>
        </p:nvSpPr>
        <p:spPr>
          <a:xfrm>
            <a:off x="3219994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2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Integración y legado</a:t>
            </a:r>
          </a:p>
        </p:txBody>
      </p:sp>
      <p:sp>
        <p:nvSpPr>
          <p:cNvPr id="798" name="!!brn2"/>
          <p:cNvSpPr txBox="1"/>
          <p:nvPr/>
        </p:nvSpPr>
        <p:spPr>
          <a:xfrm>
            <a:off x="3357154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7 riesgos</a:t>
            </a:r>
          </a:p>
        </p:txBody>
      </p:sp>
      <p:cxnSp>
        <p:nvCxnSpPr>
          <p:cNvPr id="799" name="Connector 798"/>
          <p:cNvCxnSpPr/>
          <p:nvPr/>
        </p:nvCxnSpPr>
        <p:spPr>
          <a:xfrm>
            <a:off x="6746965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0" name="!!br3"/>
          <p:cNvSpPr/>
          <p:nvPr/>
        </p:nvSpPr>
        <p:spPr>
          <a:xfrm>
            <a:off x="5617028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3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Operación del cliente</a:t>
            </a:r>
          </a:p>
        </p:txBody>
      </p:sp>
      <p:sp>
        <p:nvSpPr>
          <p:cNvPr id="801" name="!!brn3"/>
          <p:cNvSpPr txBox="1"/>
          <p:nvPr/>
        </p:nvSpPr>
        <p:spPr>
          <a:xfrm>
            <a:off x="5754188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8 riesgos</a:t>
            </a:r>
          </a:p>
        </p:txBody>
      </p:sp>
      <p:cxnSp>
        <p:nvCxnSpPr>
          <p:cNvPr id="802" name="Connector 801"/>
          <p:cNvCxnSpPr/>
          <p:nvPr/>
        </p:nvCxnSpPr>
        <p:spPr>
          <a:xfrm>
            <a:off x="9144000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3" name="!!br4"/>
          <p:cNvSpPr/>
          <p:nvPr/>
        </p:nvSpPr>
        <p:spPr>
          <a:xfrm>
            <a:off x="8014062" y="3017520"/>
            <a:ext cx="225987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Rama 4</a:t>
            </a:r>
          </a:p>
          <a:p>
            <a:pPr algn="l"/>
            <a:r>
              <a:rPr lang="es-CL" sz="1700" b="1" noProof="0">
                <a:solidFill>
                  <a:srgbClr val="FFFFFF"/>
                </a:solidFill>
                <a:latin typeface="Inter SemiBold"/>
              </a:rPr>
              <a:t>Personas y adopción</a:t>
            </a:r>
          </a:p>
        </p:txBody>
      </p:sp>
      <p:sp>
        <p:nvSpPr>
          <p:cNvPr id="804" name="!!brn4"/>
          <p:cNvSpPr txBox="1"/>
          <p:nvPr/>
        </p:nvSpPr>
        <p:spPr>
          <a:xfrm>
            <a:off x="8151222" y="4434840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7 riesgos</a:t>
            </a:r>
          </a:p>
        </p:txBody>
      </p:sp>
      <p:cxnSp>
        <p:nvCxnSpPr>
          <p:cNvPr id="805" name="Connector 804"/>
          <p:cNvCxnSpPr/>
          <p:nvPr/>
        </p:nvCxnSpPr>
        <p:spPr>
          <a:xfrm>
            <a:off x="1154103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6" name="!!br5"/>
          <p:cNvSpPr/>
          <p:nvPr/>
        </p:nvSpPr>
        <p:spPr>
          <a:xfrm>
            <a:off x="10411097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5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Contrato y licitación</a:t>
            </a:r>
          </a:p>
        </p:txBody>
      </p:sp>
      <p:sp>
        <p:nvSpPr>
          <p:cNvPr id="807" name="!!brn5"/>
          <p:cNvSpPr txBox="1"/>
          <p:nvPr/>
        </p:nvSpPr>
        <p:spPr>
          <a:xfrm>
            <a:off x="10548257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4 riesgos</a:t>
            </a:r>
          </a:p>
        </p:txBody>
      </p:sp>
      <p:cxnSp>
        <p:nvCxnSpPr>
          <p:cNvPr id="808" name="Connector 807"/>
          <p:cNvCxnSpPr/>
          <p:nvPr/>
        </p:nvCxnSpPr>
        <p:spPr>
          <a:xfrm>
            <a:off x="1393806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9" name="!!br6"/>
          <p:cNvSpPr/>
          <p:nvPr/>
        </p:nvSpPr>
        <p:spPr>
          <a:xfrm>
            <a:off x="12808131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6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Regulatorio y externo</a:t>
            </a:r>
          </a:p>
        </p:txBody>
      </p:sp>
      <p:sp>
        <p:nvSpPr>
          <p:cNvPr id="810" name="!!brn6"/>
          <p:cNvSpPr txBox="1"/>
          <p:nvPr/>
        </p:nvSpPr>
        <p:spPr>
          <a:xfrm>
            <a:off x="12945291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2 riesgos</a:t>
            </a:r>
          </a:p>
        </p:txBody>
      </p:sp>
      <p:cxnSp>
        <p:nvCxnSpPr>
          <p:cNvPr id="811" name="Connector 810"/>
          <p:cNvCxnSpPr/>
          <p:nvPr/>
        </p:nvCxnSpPr>
        <p:spPr>
          <a:xfrm>
            <a:off x="1633510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2" name="!!br7"/>
          <p:cNvSpPr/>
          <p:nvPr/>
        </p:nvSpPr>
        <p:spPr>
          <a:xfrm>
            <a:off x="15205165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7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Empresa proveedora</a:t>
            </a:r>
          </a:p>
        </p:txBody>
      </p:sp>
      <p:sp>
        <p:nvSpPr>
          <p:cNvPr id="813" name="!!brn7"/>
          <p:cNvSpPr txBox="1"/>
          <p:nvPr/>
        </p:nvSpPr>
        <p:spPr>
          <a:xfrm>
            <a:off x="15342325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3 riesgos</a:t>
            </a:r>
          </a:p>
        </p:txBody>
      </p:sp>
      <p:sp>
        <p:nvSpPr>
          <p:cNvPr id="814" name="TextBox 813"/>
          <p:cNvSpPr txBox="1"/>
          <p:nvPr/>
        </p:nvSpPr>
        <p:spPr>
          <a:xfrm>
            <a:off x="822960" y="52578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RAMA 4 · PERSONAS Y ADOPCIÓN · 7 RIESGOS</a:t>
            </a:r>
          </a:p>
        </p:txBody>
      </p:sp>
      <p:sp>
        <p:nvSpPr>
          <p:cNvPr id="815" name="Rounded Rectangle 814"/>
          <p:cNvSpPr/>
          <p:nvPr/>
        </p:nvSpPr>
        <p:spPr>
          <a:xfrm>
            <a:off x="82296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R-017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Objeción sindical</a:t>
            </a:r>
          </a:p>
        </p:txBody>
      </p:sp>
      <p:sp>
        <p:nvSpPr>
          <p:cNvPr id="816" name="Rounded Rectangle 815"/>
          <p:cNvSpPr/>
          <p:nvPr/>
        </p:nvSpPr>
        <p:spPr>
          <a:xfrm>
            <a:off x="501777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R-018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Conductores rotativos</a:t>
            </a:r>
          </a:p>
        </p:txBody>
      </p:sp>
      <p:sp>
        <p:nvSpPr>
          <p:cNvPr id="817" name="Rounded Rectangle 816"/>
          <p:cNvSpPr/>
          <p:nvPr/>
        </p:nvSpPr>
        <p:spPr>
          <a:xfrm>
            <a:off x="921258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R-019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Bodega nocturna</a:t>
            </a:r>
          </a:p>
        </p:txBody>
      </p:sp>
      <p:sp>
        <p:nvSpPr>
          <p:cNvPr id="818" name="Rounded Rectangle 817"/>
          <p:cNvSpPr/>
          <p:nvPr/>
        </p:nvSpPr>
        <p:spPr>
          <a:xfrm>
            <a:off x="1340739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R-020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Capacitación interrumpe</a:t>
            </a:r>
          </a:p>
        </p:txBody>
      </p:sp>
      <p:sp>
        <p:nvSpPr>
          <p:cNvPr id="819" name="Rounded Rectangle 818"/>
          <p:cNvSpPr/>
          <p:nvPr/>
        </p:nvSpPr>
        <p:spPr>
          <a:xfrm>
            <a:off x="822960" y="6693408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R-021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Conocimiento de rutas</a:t>
            </a:r>
          </a:p>
        </p:txBody>
      </p:sp>
      <p:sp>
        <p:nvSpPr>
          <p:cNvPr id="820" name="Rounded Rectangle 819"/>
          <p:cNvSpPr/>
          <p:nvPr/>
        </p:nvSpPr>
        <p:spPr>
          <a:xfrm>
            <a:off x="5017770" y="6693408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R-036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INN-01 sin confirmación</a:t>
            </a:r>
          </a:p>
        </p:txBody>
      </p:sp>
      <p:sp>
        <p:nvSpPr>
          <p:cNvPr id="821" name="Rounded Rectangle 820"/>
          <p:cNvSpPr/>
          <p:nvPr/>
        </p:nvSpPr>
        <p:spPr>
          <a:xfrm>
            <a:off x="9212580" y="6693408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R-040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INN-05 hoja confusa</a:t>
            </a:r>
          </a:p>
        </p:txBody>
      </p:sp>
      <p:sp>
        <p:nvSpPr>
          <p:cNvPr id="822" name="TextBox 821"/>
          <p:cNvSpPr txBox="1"/>
          <p:nvPr/>
        </p:nvSpPr>
        <p:spPr>
          <a:xfrm>
            <a:off x="822960" y="94640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0" noProof="0">
                <a:solidFill>
                  <a:srgbClr val="E8641B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Crítica   </a:t>
            </a:r>
            <a:r>
              <a:rPr lang="es-CL" sz="1400" b="0" noProof="0">
                <a:solidFill>
                  <a:srgbClr val="F29A5E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Alta   </a:t>
            </a:r>
            <a:r>
              <a:rPr lang="es-CL" sz="1400" b="0" noProof="0">
                <a:solidFill>
                  <a:srgbClr val="C7C7C7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Media   </a:t>
            </a:r>
            <a:r>
              <a:rPr lang="es-CL" sz="1400" b="0" noProof="0">
                <a:solidFill>
                  <a:srgbClr val="9A9A9A"/>
                </a:solidFill>
                <a:latin typeface="Inter"/>
              </a:rPr>
              <a:t>□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Baja</a:t>
            </a:r>
          </a:p>
        </p:txBody>
      </p:sp>
      <p:sp>
        <p:nvSpPr>
          <p:cNvPr id="823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44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7" name="!!deco_1438196a_1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5" name="!!deco_1438196a_2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9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RBS: así se clasifican los riesgos</a:t>
            </a:r>
          </a:p>
        </p:txBody>
      </p:sp>
      <p:sp>
        <p:nvSpPr>
          <p:cNvPr id="790" name="!!rbs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Riesgos del proyecto · 45 · reserva 2.058,5 HH</a:t>
            </a:r>
          </a:p>
        </p:txBody>
      </p:sp>
      <p:cxnSp>
        <p:nvCxnSpPr>
          <p:cNvPr id="791" name="Connector 790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2" name="Connector 791"/>
          <p:cNvCxnSpPr/>
          <p:nvPr/>
        </p:nvCxnSpPr>
        <p:spPr>
          <a:xfrm>
            <a:off x="1952897" y="2788920"/>
            <a:ext cx="14382205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3" name="Connector 792"/>
          <p:cNvCxnSpPr/>
          <p:nvPr/>
        </p:nvCxnSpPr>
        <p:spPr>
          <a:xfrm>
            <a:off x="1952897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4" name="!!br1"/>
          <p:cNvSpPr/>
          <p:nvPr/>
        </p:nvSpPr>
        <p:spPr>
          <a:xfrm>
            <a:off x="822960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1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Solución y tecnología</a:t>
            </a:r>
          </a:p>
        </p:txBody>
      </p:sp>
      <p:sp>
        <p:nvSpPr>
          <p:cNvPr id="795" name="!!brn1"/>
          <p:cNvSpPr txBox="1"/>
          <p:nvPr/>
        </p:nvSpPr>
        <p:spPr>
          <a:xfrm>
            <a:off x="960120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14 riesgos</a:t>
            </a:r>
          </a:p>
        </p:txBody>
      </p:sp>
      <p:cxnSp>
        <p:nvCxnSpPr>
          <p:cNvPr id="796" name="Connector 795"/>
          <p:cNvCxnSpPr/>
          <p:nvPr/>
        </p:nvCxnSpPr>
        <p:spPr>
          <a:xfrm>
            <a:off x="4349931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7" name="!!br2"/>
          <p:cNvSpPr/>
          <p:nvPr/>
        </p:nvSpPr>
        <p:spPr>
          <a:xfrm>
            <a:off x="3219994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2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Integración y legado</a:t>
            </a:r>
          </a:p>
        </p:txBody>
      </p:sp>
      <p:sp>
        <p:nvSpPr>
          <p:cNvPr id="798" name="!!brn2"/>
          <p:cNvSpPr txBox="1"/>
          <p:nvPr/>
        </p:nvSpPr>
        <p:spPr>
          <a:xfrm>
            <a:off x="3357154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7 riesgos</a:t>
            </a:r>
          </a:p>
        </p:txBody>
      </p:sp>
      <p:cxnSp>
        <p:nvCxnSpPr>
          <p:cNvPr id="799" name="Connector 798"/>
          <p:cNvCxnSpPr/>
          <p:nvPr/>
        </p:nvCxnSpPr>
        <p:spPr>
          <a:xfrm>
            <a:off x="6746965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0" name="!!br3"/>
          <p:cNvSpPr/>
          <p:nvPr/>
        </p:nvSpPr>
        <p:spPr>
          <a:xfrm>
            <a:off x="5617028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3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Operación del cliente</a:t>
            </a:r>
          </a:p>
        </p:txBody>
      </p:sp>
      <p:sp>
        <p:nvSpPr>
          <p:cNvPr id="801" name="!!brn3"/>
          <p:cNvSpPr txBox="1"/>
          <p:nvPr/>
        </p:nvSpPr>
        <p:spPr>
          <a:xfrm>
            <a:off x="5754188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8 riesgos</a:t>
            </a:r>
          </a:p>
        </p:txBody>
      </p:sp>
      <p:cxnSp>
        <p:nvCxnSpPr>
          <p:cNvPr id="802" name="Connector 801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3" name="!!br4"/>
          <p:cNvSpPr/>
          <p:nvPr/>
        </p:nvSpPr>
        <p:spPr>
          <a:xfrm>
            <a:off x="8014062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4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Personas y adopción</a:t>
            </a:r>
          </a:p>
        </p:txBody>
      </p:sp>
      <p:sp>
        <p:nvSpPr>
          <p:cNvPr id="804" name="!!brn4"/>
          <p:cNvSpPr txBox="1"/>
          <p:nvPr/>
        </p:nvSpPr>
        <p:spPr>
          <a:xfrm>
            <a:off x="8151222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7 riesgos</a:t>
            </a:r>
          </a:p>
        </p:txBody>
      </p:sp>
      <p:cxnSp>
        <p:nvCxnSpPr>
          <p:cNvPr id="805" name="Connector 804"/>
          <p:cNvCxnSpPr/>
          <p:nvPr/>
        </p:nvCxnSpPr>
        <p:spPr>
          <a:xfrm>
            <a:off x="11541034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6" name="!!br5"/>
          <p:cNvSpPr/>
          <p:nvPr/>
        </p:nvSpPr>
        <p:spPr>
          <a:xfrm>
            <a:off x="10411097" y="3017520"/>
            <a:ext cx="225987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Rama 5</a:t>
            </a:r>
          </a:p>
          <a:p>
            <a:pPr algn="l"/>
            <a:r>
              <a:rPr lang="es-CL" sz="1700" b="1" noProof="0">
                <a:solidFill>
                  <a:srgbClr val="FFFFFF"/>
                </a:solidFill>
                <a:latin typeface="Inter SemiBold"/>
              </a:rPr>
              <a:t>Contrato y licitación</a:t>
            </a:r>
          </a:p>
        </p:txBody>
      </p:sp>
      <p:sp>
        <p:nvSpPr>
          <p:cNvPr id="807" name="!!brn5"/>
          <p:cNvSpPr txBox="1"/>
          <p:nvPr/>
        </p:nvSpPr>
        <p:spPr>
          <a:xfrm>
            <a:off x="10548257" y="4434840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4 riesgos</a:t>
            </a:r>
          </a:p>
        </p:txBody>
      </p:sp>
      <p:cxnSp>
        <p:nvCxnSpPr>
          <p:cNvPr id="808" name="Connector 807"/>
          <p:cNvCxnSpPr/>
          <p:nvPr/>
        </p:nvCxnSpPr>
        <p:spPr>
          <a:xfrm>
            <a:off x="1393806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9" name="!!br6"/>
          <p:cNvSpPr/>
          <p:nvPr/>
        </p:nvSpPr>
        <p:spPr>
          <a:xfrm>
            <a:off x="12808131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6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Regulatorio y externo</a:t>
            </a:r>
          </a:p>
        </p:txBody>
      </p:sp>
      <p:sp>
        <p:nvSpPr>
          <p:cNvPr id="810" name="!!brn6"/>
          <p:cNvSpPr txBox="1"/>
          <p:nvPr/>
        </p:nvSpPr>
        <p:spPr>
          <a:xfrm>
            <a:off x="12945291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2 riesgos</a:t>
            </a:r>
          </a:p>
        </p:txBody>
      </p:sp>
      <p:cxnSp>
        <p:nvCxnSpPr>
          <p:cNvPr id="811" name="Connector 810"/>
          <p:cNvCxnSpPr/>
          <p:nvPr/>
        </p:nvCxnSpPr>
        <p:spPr>
          <a:xfrm>
            <a:off x="1633510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2" name="!!br7"/>
          <p:cNvSpPr/>
          <p:nvPr/>
        </p:nvSpPr>
        <p:spPr>
          <a:xfrm>
            <a:off x="15205165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7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Empresa proveedora</a:t>
            </a:r>
          </a:p>
        </p:txBody>
      </p:sp>
      <p:sp>
        <p:nvSpPr>
          <p:cNvPr id="813" name="!!brn7"/>
          <p:cNvSpPr txBox="1"/>
          <p:nvPr/>
        </p:nvSpPr>
        <p:spPr>
          <a:xfrm>
            <a:off x="15342325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3 riesgos</a:t>
            </a:r>
          </a:p>
        </p:txBody>
      </p:sp>
      <p:sp>
        <p:nvSpPr>
          <p:cNvPr id="814" name="TextBox 813"/>
          <p:cNvSpPr txBox="1"/>
          <p:nvPr/>
        </p:nvSpPr>
        <p:spPr>
          <a:xfrm>
            <a:off x="822960" y="52578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RAMA 5 · CONTRATO Y LICITACIÓN · 4 RIESGOS</a:t>
            </a:r>
          </a:p>
        </p:txBody>
      </p:sp>
      <p:sp>
        <p:nvSpPr>
          <p:cNvPr id="815" name="Rounded Rectangle 814"/>
          <p:cNvSpPr/>
          <p:nvPr/>
        </p:nvSpPr>
        <p:spPr>
          <a:xfrm>
            <a:off x="82296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R-026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Marcha blanca sin aceptación</a:t>
            </a:r>
          </a:p>
        </p:txBody>
      </p:sp>
      <p:sp>
        <p:nvSpPr>
          <p:cNvPr id="816" name="Rounded Rectangle 815"/>
          <p:cNvSpPr/>
          <p:nvPr/>
        </p:nvSpPr>
        <p:spPr>
          <a:xfrm>
            <a:off x="501777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R-027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Alcance sin aprobación</a:t>
            </a:r>
          </a:p>
        </p:txBody>
      </p:sp>
      <p:sp>
        <p:nvSpPr>
          <p:cNvPr id="817" name="Rounded Rectangle 816"/>
          <p:cNvSpPr/>
          <p:nvPr/>
        </p:nvSpPr>
        <p:spPr>
          <a:xfrm>
            <a:off x="921258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R-039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INN-04 costo de servir</a:t>
            </a:r>
          </a:p>
        </p:txBody>
      </p:sp>
      <p:sp>
        <p:nvSpPr>
          <p:cNvPr id="818" name="Rounded Rectangle 817"/>
          <p:cNvSpPr/>
          <p:nvPr/>
        </p:nvSpPr>
        <p:spPr>
          <a:xfrm>
            <a:off x="1340739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R-041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Salida incompleta</a:t>
            </a:r>
          </a:p>
        </p:txBody>
      </p:sp>
      <p:sp>
        <p:nvSpPr>
          <p:cNvPr id="819" name="TextBox 818"/>
          <p:cNvSpPr txBox="1"/>
          <p:nvPr/>
        </p:nvSpPr>
        <p:spPr>
          <a:xfrm>
            <a:off x="822960" y="94640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0" noProof="0">
                <a:solidFill>
                  <a:srgbClr val="E8641B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Crítica   </a:t>
            </a:r>
            <a:r>
              <a:rPr lang="es-CL" sz="1400" b="0" noProof="0">
                <a:solidFill>
                  <a:srgbClr val="F29A5E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Alta   </a:t>
            </a:r>
            <a:r>
              <a:rPr lang="es-CL" sz="1400" b="0" noProof="0">
                <a:solidFill>
                  <a:srgbClr val="C7C7C7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Media   </a:t>
            </a:r>
            <a:r>
              <a:rPr lang="es-CL" sz="1400" b="0" noProof="0">
                <a:solidFill>
                  <a:srgbClr val="9A9A9A"/>
                </a:solidFill>
                <a:latin typeface="Inter"/>
              </a:rPr>
              <a:t>□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Baja</a:t>
            </a:r>
          </a:p>
        </p:txBody>
      </p:sp>
      <p:sp>
        <p:nvSpPr>
          <p:cNvPr id="820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45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7" name="!!deco_1438196a_1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5" name="!!deco_1438196a_2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9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RBS: así se clasifican los riesgos</a:t>
            </a:r>
          </a:p>
        </p:txBody>
      </p:sp>
      <p:sp>
        <p:nvSpPr>
          <p:cNvPr id="790" name="!!rbs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Riesgos del proyecto · 45 · reserva 2.058,5 HH</a:t>
            </a:r>
          </a:p>
        </p:txBody>
      </p:sp>
      <p:cxnSp>
        <p:nvCxnSpPr>
          <p:cNvPr id="791" name="Connector 790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2" name="Connector 791"/>
          <p:cNvCxnSpPr/>
          <p:nvPr/>
        </p:nvCxnSpPr>
        <p:spPr>
          <a:xfrm>
            <a:off x="1952897" y="2788920"/>
            <a:ext cx="14382205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3" name="Connector 792"/>
          <p:cNvCxnSpPr/>
          <p:nvPr/>
        </p:nvCxnSpPr>
        <p:spPr>
          <a:xfrm>
            <a:off x="1952897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4" name="!!br1"/>
          <p:cNvSpPr/>
          <p:nvPr/>
        </p:nvSpPr>
        <p:spPr>
          <a:xfrm>
            <a:off x="822960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1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Solución y tecnología</a:t>
            </a:r>
          </a:p>
        </p:txBody>
      </p:sp>
      <p:sp>
        <p:nvSpPr>
          <p:cNvPr id="795" name="!!brn1"/>
          <p:cNvSpPr txBox="1"/>
          <p:nvPr/>
        </p:nvSpPr>
        <p:spPr>
          <a:xfrm>
            <a:off x="960120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14 riesgos</a:t>
            </a:r>
          </a:p>
        </p:txBody>
      </p:sp>
      <p:cxnSp>
        <p:nvCxnSpPr>
          <p:cNvPr id="796" name="Connector 795"/>
          <p:cNvCxnSpPr/>
          <p:nvPr/>
        </p:nvCxnSpPr>
        <p:spPr>
          <a:xfrm>
            <a:off x="4349931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7" name="!!br2"/>
          <p:cNvSpPr/>
          <p:nvPr/>
        </p:nvSpPr>
        <p:spPr>
          <a:xfrm>
            <a:off x="3219994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2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Integración y legado</a:t>
            </a:r>
          </a:p>
        </p:txBody>
      </p:sp>
      <p:sp>
        <p:nvSpPr>
          <p:cNvPr id="798" name="!!brn2"/>
          <p:cNvSpPr txBox="1"/>
          <p:nvPr/>
        </p:nvSpPr>
        <p:spPr>
          <a:xfrm>
            <a:off x="3357154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7 riesgos</a:t>
            </a:r>
          </a:p>
        </p:txBody>
      </p:sp>
      <p:cxnSp>
        <p:nvCxnSpPr>
          <p:cNvPr id="799" name="Connector 798"/>
          <p:cNvCxnSpPr/>
          <p:nvPr/>
        </p:nvCxnSpPr>
        <p:spPr>
          <a:xfrm>
            <a:off x="6746965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0" name="!!br3"/>
          <p:cNvSpPr/>
          <p:nvPr/>
        </p:nvSpPr>
        <p:spPr>
          <a:xfrm>
            <a:off x="5617028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3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Operación del cliente</a:t>
            </a:r>
          </a:p>
        </p:txBody>
      </p:sp>
      <p:sp>
        <p:nvSpPr>
          <p:cNvPr id="801" name="!!brn3"/>
          <p:cNvSpPr txBox="1"/>
          <p:nvPr/>
        </p:nvSpPr>
        <p:spPr>
          <a:xfrm>
            <a:off x="5754188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8 riesgos</a:t>
            </a:r>
          </a:p>
        </p:txBody>
      </p:sp>
      <p:cxnSp>
        <p:nvCxnSpPr>
          <p:cNvPr id="802" name="Connector 801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3" name="!!br4"/>
          <p:cNvSpPr/>
          <p:nvPr/>
        </p:nvSpPr>
        <p:spPr>
          <a:xfrm>
            <a:off x="8014062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4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Personas y adopción</a:t>
            </a:r>
          </a:p>
        </p:txBody>
      </p:sp>
      <p:sp>
        <p:nvSpPr>
          <p:cNvPr id="804" name="!!brn4"/>
          <p:cNvSpPr txBox="1"/>
          <p:nvPr/>
        </p:nvSpPr>
        <p:spPr>
          <a:xfrm>
            <a:off x="8151222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7 riesgos</a:t>
            </a:r>
          </a:p>
        </p:txBody>
      </p:sp>
      <p:cxnSp>
        <p:nvCxnSpPr>
          <p:cNvPr id="805" name="Connector 804"/>
          <p:cNvCxnSpPr/>
          <p:nvPr/>
        </p:nvCxnSpPr>
        <p:spPr>
          <a:xfrm>
            <a:off x="1154103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6" name="!!br5"/>
          <p:cNvSpPr/>
          <p:nvPr/>
        </p:nvSpPr>
        <p:spPr>
          <a:xfrm>
            <a:off x="10411097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5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Contrato y licitación</a:t>
            </a:r>
          </a:p>
        </p:txBody>
      </p:sp>
      <p:sp>
        <p:nvSpPr>
          <p:cNvPr id="807" name="!!brn5"/>
          <p:cNvSpPr txBox="1"/>
          <p:nvPr/>
        </p:nvSpPr>
        <p:spPr>
          <a:xfrm>
            <a:off x="10548257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4 riesgos</a:t>
            </a:r>
          </a:p>
        </p:txBody>
      </p:sp>
      <p:cxnSp>
        <p:nvCxnSpPr>
          <p:cNvPr id="808" name="Connector 807"/>
          <p:cNvCxnSpPr/>
          <p:nvPr/>
        </p:nvCxnSpPr>
        <p:spPr>
          <a:xfrm>
            <a:off x="13938068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9" name="!!br6"/>
          <p:cNvSpPr/>
          <p:nvPr/>
        </p:nvSpPr>
        <p:spPr>
          <a:xfrm>
            <a:off x="12808131" y="3017520"/>
            <a:ext cx="225987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Rama 6</a:t>
            </a:r>
          </a:p>
          <a:p>
            <a:pPr algn="l"/>
            <a:r>
              <a:rPr lang="es-CL" sz="1700" b="1" noProof="0">
                <a:solidFill>
                  <a:srgbClr val="FFFFFF"/>
                </a:solidFill>
                <a:latin typeface="Inter SemiBold"/>
              </a:rPr>
              <a:t>Regulatorio y externo</a:t>
            </a:r>
          </a:p>
        </p:txBody>
      </p:sp>
      <p:sp>
        <p:nvSpPr>
          <p:cNvPr id="810" name="!!brn6"/>
          <p:cNvSpPr txBox="1"/>
          <p:nvPr/>
        </p:nvSpPr>
        <p:spPr>
          <a:xfrm>
            <a:off x="12945291" y="4434840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2 riesgos</a:t>
            </a:r>
          </a:p>
        </p:txBody>
      </p:sp>
      <p:cxnSp>
        <p:nvCxnSpPr>
          <p:cNvPr id="811" name="Connector 810"/>
          <p:cNvCxnSpPr/>
          <p:nvPr/>
        </p:nvCxnSpPr>
        <p:spPr>
          <a:xfrm>
            <a:off x="1633510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2" name="!!br7"/>
          <p:cNvSpPr/>
          <p:nvPr/>
        </p:nvSpPr>
        <p:spPr>
          <a:xfrm>
            <a:off x="15205165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7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Empresa proveedora</a:t>
            </a:r>
          </a:p>
        </p:txBody>
      </p:sp>
      <p:sp>
        <p:nvSpPr>
          <p:cNvPr id="813" name="!!brn7"/>
          <p:cNvSpPr txBox="1"/>
          <p:nvPr/>
        </p:nvSpPr>
        <p:spPr>
          <a:xfrm>
            <a:off x="15342325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3 riesgos</a:t>
            </a:r>
          </a:p>
        </p:txBody>
      </p:sp>
      <p:sp>
        <p:nvSpPr>
          <p:cNvPr id="814" name="TextBox 813"/>
          <p:cNvSpPr txBox="1"/>
          <p:nvPr/>
        </p:nvSpPr>
        <p:spPr>
          <a:xfrm>
            <a:off x="822960" y="52578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RAMA 6 · REGULATORIO Y EXTERNO · 2 RIESGOS</a:t>
            </a:r>
          </a:p>
        </p:txBody>
      </p:sp>
      <p:sp>
        <p:nvSpPr>
          <p:cNvPr id="815" name="Rounded Rectangle 814"/>
          <p:cNvSpPr/>
          <p:nvPr/>
        </p:nvSpPr>
        <p:spPr>
          <a:xfrm>
            <a:off x="82296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R-029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POD sin evidencia</a:t>
            </a:r>
          </a:p>
        </p:txBody>
      </p:sp>
      <p:sp>
        <p:nvSpPr>
          <p:cNvPr id="816" name="Rounded Rectangle 815"/>
          <p:cNvSpPr/>
          <p:nvPr/>
        </p:nvSpPr>
        <p:spPr>
          <a:xfrm>
            <a:off x="501777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R-042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Cambio normativo</a:t>
            </a:r>
          </a:p>
        </p:txBody>
      </p:sp>
      <p:sp>
        <p:nvSpPr>
          <p:cNvPr id="817" name="TextBox 816"/>
          <p:cNvSpPr txBox="1"/>
          <p:nvPr/>
        </p:nvSpPr>
        <p:spPr>
          <a:xfrm>
            <a:off x="822960" y="94640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0" noProof="0">
                <a:solidFill>
                  <a:srgbClr val="E8641B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Crítica   </a:t>
            </a:r>
            <a:r>
              <a:rPr lang="es-CL" sz="1400" b="0" noProof="0">
                <a:solidFill>
                  <a:srgbClr val="F29A5E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Alta   </a:t>
            </a:r>
            <a:r>
              <a:rPr lang="es-CL" sz="1400" b="0" noProof="0">
                <a:solidFill>
                  <a:srgbClr val="C7C7C7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Media   </a:t>
            </a:r>
            <a:r>
              <a:rPr lang="es-CL" sz="1400" b="0" noProof="0">
                <a:solidFill>
                  <a:srgbClr val="9A9A9A"/>
                </a:solidFill>
                <a:latin typeface="Inter"/>
              </a:rPr>
              <a:t>□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Baja</a:t>
            </a:r>
          </a:p>
        </p:txBody>
      </p:sp>
      <p:sp>
        <p:nvSpPr>
          <p:cNvPr id="818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46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7" name="!!deco_1438196a_1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5" name="!!deco_1438196a_2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9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RBS: así se clasifican los riesgos</a:t>
            </a:r>
          </a:p>
        </p:txBody>
      </p:sp>
      <p:sp>
        <p:nvSpPr>
          <p:cNvPr id="790" name="!!rbs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Riesgos del proyecto · 45 · reserva 2.058,5 HH</a:t>
            </a:r>
          </a:p>
        </p:txBody>
      </p:sp>
      <p:cxnSp>
        <p:nvCxnSpPr>
          <p:cNvPr id="791" name="Connector 790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2" name="Connector 791"/>
          <p:cNvCxnSpPr/>
          <p:nvPr/>
        </p:nvCxnSpPr>
        <p:spPr>
          <a:xfrm>
            <a:off x="1952897" y="2788920"/>
            <a:ext cx="14382205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3" name="Connector 792"/>
          <p:cNvCxnSpPr/>
          <p:nvPr/>
        </p:nvCxnSpPr>
        <p:spPr>
          <a:xfrm>
            <a:off x="1952897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4" name="!!br1"/>
          <p:cNvSpPr/>
          <p:nvPr/>
        </p:nvSpPr>
        <p:spPr>
          <a:xfrm>
            <a:off x="822960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1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Solución y tecnología</a:t>
            </a:r>
          </a:p>
        </p:txBody>
      </p:sp>
      <p:sp>
        <p:nvSpPr>
          <p:cNvPr id="795" name="!!brn1"/>
          <p:cNvSpPr txBox="1"/>
          <p:nvPr/>
        </p:nvSpPr>
        <p:spPr>
          <a:xfrm>
            <a:off x="960120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14 riesgos</a:t>
            </a:r>
          </a:p>
        </p:txBody>
      </p:sp>
      <p:cxnSp>
        <p:nvCxnSpPr>
          <p:cNvPr id="796" name="Connector 795"/>
          <p:cNvCxnSpPr/>
          <p:nvPr/>
        </p:nvCxnSpPr>
        <p:spPr>
          <a:xfrm>
            <a:off x="4349931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7" name="!!br2"/>
          <p:cNvSpPr/>
          <p:nvPr/>
        </p:nvSpPr>
        <p:spPr>
          <a:xfrm>
            <a:off x="3219994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2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Integración y legado</a:t>
            </a:r>
          </a:p>
        </p:txBody>
      </p:sp>
      <p:sp>
        <p:nvSpPr>
          <p:cNvPr id="798" name="!!brn2"/>
          <p:cNvSpPr txBox="1"/>
          <p:nvPr/>
        </p:nvSpPr>
        <p:spPr>
          <a:xfrm>
            <a:off x="3357154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7 riesgos</a:t>
            </a:r>
          </a:p>
        </p:txBody>
      </p:sp>
      <p:cxnSp>
        <p:nvCxnSpPr>
          <p:cNvPr id="799" name="Connector 798"/>
          <p:cNvCxnSpPr/>
          <p:nvPr/>
        </p:nvCxnSpPr>
        <p:spPr>
          <a:xfrm>
            <a:off x="6746965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0" name="!!br3"/>
          <p:cNvSpPr/>
          <p:nvPr/>
        </p:nvSpPr>
        <p:spPr>
          <a:xfrm>
            <a:off x="5617028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3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Operación del cliente</a:t>
            </a:r>
          </a:p>
        </p:txBody>
      </p:sp>
      <p:sp>
        <p:nvSpPr>
          <p:cNvPr id="801" name="!!brn3"/>
          <p:cNvSpPr txBox="1"/>
          <p:nvPr/>
        </p:nvSpPr>
        <p:spPr>
          <a:xfrm>
            <a:off x="5754188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8 riesgos</a:t>
            </a:r>
          </a:p>
        </p:txBody>
      </p:sp>
      <p:cxnSp>
        <p:nvCxnSpPr>
          <p:cNvPr id="802" name="Connector 801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3" name="!!br4"/>
          <p:cNvSpPr/>
          <p:nvPr/>
        </p:nvSpPr>
        <p:spPr>
          <a:xfrm>
            <a:off x="8014062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4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Personas y adopción</a:t>
            </a:r>
          </a:p>
        </p:txBody>
      </p:sp>
      <p:sp>
        <p:nvSpPr>
          <p:cNvPr id="804" name="!!brn4"/>
          <p:cNvSpPr txBox="1"/>
          <p:nvPr/>
        </p:nvSpPr>
        <p:spPr>
          <a:xfrm>
            <a:off x="8151222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7 riesgos</a:t>
            </a:r>
          </a:p>
        </p:txBody>
      </p:sp>
      <p:cxnSp>
        <p:nvCxnSpPr>
          <p:cNvPr id="805" name="Connector 804"/>
          <p:cNvCxnSpPr/>
          <p:nvPr/>
        </p:nvCxnSpPr>
        <p:spPr>
          <a:xfrm>
            <a:off x="1154103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6" name="!!br5"/>
          <p:cNvSpPr/>
          <p:nvPr/>
        </p:nvSpPr>
        <p:spPr>
          <a:xfrm>
            <a:off x="10411097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5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Contrato y licitación</a:t>
            </a:r>
          </a:p>
        </p:txBody>
      </p:sp>
      <p:sp>
        <p:nvSpPr>
          <p:cNvPr id="807" name="!!brn5"/>
          <p:cNvSpPr txBox="1"/>
          <p:nvPr/>
        </p:nvSpPr>
        <p:spPr>
          <a:xfrm>
            <a:off x="10548257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4 riesgos</a:t>
            </a:r>
          </a:p>
        </p:txBody>
      </p:sp>
      <p:cxnSp>
        <p:nvCxnSpPr>
          <p:cNvPr id="808" name="Connector 807"/>
          <p:cNvCxnSpPr/>
          <p:nvPr/>
        </p:nvCxnSpPr>
        <p:spPr>
          <a:xfrm>
            <a:off x="1393806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9" name="!!br6"/>
          <p:cNvSpPr/>
          <p:nvPr/>
        </p:nvSpPr>
        <p:spPr>
          <a:xfrm>
            <a:off x="12808131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6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Regulatorio y externo</a:t>
            </a:r>
          </a:p>
        </p:txBody>
      </p:sp>
      <p:sp>
        <p:nvSpPr>
          <p:cNvPr id="810" name="!!brn6"/>
          <p:cNvSpPr txBox="1"/>
          <p:nvPr/>
        </p:nvSpPr>
        <p:spPr>
          <a:xfrm>
            <a:off x="12945291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2 riesgos</a:t>
            </a:r>
          </a:p>
        </p:txBody>
      </p:sp>
      <p:cxnSp>
        <p:nvCxnSpPr>
          <p:cNvPr id="811" name="Connector 810"/>
          <p:cNvCxnSpPr/>
          <p:nvPr/>
        </p:nvCxnSpPr>
        <p:spPr>
          <a:xfrm>
            <a:off x="16335102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2" name="!!br7"/>
          <p:cNvSpPr/>
          <p:nvPr/>
        </p:nvSpPr>
        <p:spPr>
          <a:xfrm>
            <a:off x="15205165" y="3017520"/>
            <a:ext cx="225987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Rama 7</a:t>
            </a:r>
          </a:p>
          <a:p>
            <a:pPr algn="l"/>
            <a:r>
              <a:rPr lang="es-CL" sz="1700" b="1" noProof="0">
                <a:solidFill>
                  <a:srgbClr val="FFFFFF"/>
                </a:solidFill>
                <a:latin typeface="Inter SemiBold"/>
              </a:rPr>
              <a:t>Empresa proveedora</a:t>
            </a:r>
          </a:p>
        </p:txBody>
      </p:sp>
      <p:sp>
        <p:nvSpPr>
          <p:cNvPr id="813" name="!!brn7"/>
          <p:cNvSpPr txBox="1"/>
          <p:nvPr/>
        </p:nvSpPr>
        <p:spPr>
          <a:xfrm>
            <a:off x="15342325" y="4434840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3 riesgos</a:t>
            </a:r>
          </a:p>
        </p:txBody>
      </p:sp>
      <p:sp>
        <p:nvSpPr>
          <p:cNvPr id="814" name="TextBox 813"/>
          <p:cNvSpPr txBox="1"/>
          <p:nvPr/>
        </p:nvSpPr>
        <p:spPr>
          <a:xfrm>
            <a:off x="822960" y="52578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RAMA 7 · EMPRESA PROVEEDORA · 3 RIESGOS</a:t>
            </a:r>
          </a:p>
        </p:txBody>
      </p:sp>
      <p:sp>
        <p:nvSpPr>
          <p:cNvPr id="815" name="Rounded Rectangle 814"/>
          <p:cNvSpPr/>
          <p:nvPr/>
        </p:nvSpPr>
        <p:spPr>
          <a:xfrm>
            <a:off x="82296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R-025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Dotación compartida</a:t>
            </a:r>
          </a:p>
        </p:txBody>
      </p:sp>
      <p:sp>
        <p:nvSpPr>
          <p:cNvPr id="816" name="Rounded Rectangle 815"/>
          <p:cNvSpPr/>
          <p:nvPr/>
        </p:nvSpPr>
        <p:spPr>
          <a:xfrm>
            <a:off x="501777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R-034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Mesa o NOC insuficiente</a:t>
            </a:r>
          </a:p>
        </p:txBody>
      </p:sp>
      <p:sp>
        <p:nvSpPr>
          <p:cNvPr id="817" name="Rounded Rectangle 816"/>
          <p:cNvSpPr/>
          <p:nvPr/>
        </p:nvSpPr>
        <p:spPr>
          <a:xfrm>
            <a:off x="921258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R-035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Costos subestimados</a:t>
            </a:r>
          </a:p>
        </p:txBody>
      </p:sp>
      <p:sp>
        <p:nvSpPr>
          <p:cNvPr id="818" name="TextBox 817"/>
          <p:cNvSpPr txBox="1"/>
          <p:nvPr/>
        </p:nvSpPr>
        <p:spPr>
          <a:xfrm>
            <a:off x="822960" y="94640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0" noProof="0">
                <a:solidFill>
                  <a:srgbClr val="E8641B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Crítica   </a:t>
            </a:r>
            <a:r>
              <a:rPr lang="es-CL" sz="1400" b="0" noProof="0">
                <a:solidFill>
                  <a:srgbClr val="F29A5E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Alta   </a:t>
            </a:r>
            <a:r>
              <a:rPr lang="es-CL" sz="1400" b="0" noProof="0">
                <a:solidFill>
                  <a:srgbClr val="C7C7C7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Media   </a:t>
            </a:r>
            <a:r>
              <a:rPr lang="es-CL" sz="1400" b="0" noProof="0">
                <a:solidFill>
                  <a:srgbClr val="9A9A9A"/>
                </a:solidFill>
                <a:latin typeface="Inter"/>
              </a:rPr>
              <a:t>□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Baja</a:t>
            </a:r>
          </a:p>
        </p:txBody>
      </p:sp>
      <p:sp>
        <p:nvSpPr>
          <p:cNvPr id="819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47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4" name="!!deco_dce8b6c9_1"/>
          <p:cNvSpPr/>
          <p:nvPr/>
        </p:nvSpPr>
        <p:spPr>
          <a:xfrm>
            <a:off x="-4730695" y="-7442573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2" y="0"/>
                </a:lnTo>
                <a:lnTo>
                  <a:pt x="10236982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1821" name="!!title"/>
          <p:cNvSpPr txBox="1"/>
          <p:nvPr/>
        </p:nvSpPr>
        <p:spPr>
          <a:xfrm>
            <a:off x="1463040" y="1188720"/>
            <a:ext cx="4572000" cy="219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Riesgos principales</a:t>
            </a:r>
            <a:endParaRPr lang="es-CL" noProof="0"/>
          </a:p>
        </p:txBody>
      </p:sp>
      <p:sp>
        <p:nvSpPr>
          <p:cNvPr id="1826" name="TextBox 1825"/>
          <p:cNvSpPr txBox="1"/>
          <p:nvPr/>
        </p:nvSpPr>
        <p:spPr>
          <a:xfrm>
            <a:off x="1463040" y="3520440"/>
            <a:ext cx="43891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600" b="0" noProof="0">
                <a:solidFill>
                  <a:srgbClr val="606060"/>
                </a:solidFill>
                <a:latin typeface="Inter"/>
              </a:rPr>
              <a:t>Los 10 de mayor exposición</a:t>
            </a:r>
          </a:p>
          <a:p>
            <a:pPr algn="l"/>
            <a:r>
              <a:rPr lang="es-CL" sz="1600" b="0" noProof="0">
                <a:solidFill>
                  <a:srgbClr val="606060"/>
                </a:solidFill>
                <a:latin typeface="Inter"/>
              </a:rPr>
              <a:t>Respuesta: mitigar</a:t>
            </a:r>
          </a:p>
        </p:txBody>
      </p:sp>
      <p:sp>
        <p:nvSpPr>
          <p:cNvPr id="1832" name="TextBox 1831"/>
          <p:cNvSpPr txBox="1"/>
          <p:nvPr/>
        </p:nvSpPr>
        <p:spPr>
          <a:xfrm>
            <a:off x="6949440" y="50292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9A9A9A"/>
                </a:solidFill>
                <a:latin typeface="Inter SemiBold"/>
              </a:rPr>
              <a:t>RIESGO</a:t>
            </a:r>
          </a:p>
        </p:txBody>
      </p:sp>
      <p:sp>
        <p:nvSpPr>
          <p:cNvPr id="1833" name="TextBox 1832"/>
          <p:cNvSpPr txBox="1"/>
          <p:nvPr/>
        </p:nvSpPr>
        <p:spPr>
          <a:xfrm>
            <a:off x="10744200" y="50292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9A9A9A"/>
                </a:solidFill>
                <a:latin typeface="Inter SemiBold"/>
              </a:rPr>
              <a:t>EXPOSICIÓN  P × I</a:t>
            </a:r>
          </a:p>
        </p:txBody>
      </p:sp>
      <p:sp>
        <p:nvSpPr>
          <p:cNvPr id="1834" name="TextBox 1833"/>
          <p:cNvSpPr txBox="1"/>
          <p:nvPr/>
        </p:nvSpPr>
        <p:spPr>
          <a:xfrm>
            <a:off x="13624560" y="50292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9A9A9A"/>
                </a:solidFill>
                <a:latin typeface="Inter SemiBold"/>
              </a:rPr>
              <a:t>ZONA</a:t>
            </a:r>
          </a:p>
        </p:txBody>
      </p:sp>
      <p:sp>
        <p:nvSpPr>
          <p:cNvPr id="1835" name="TextBox 1834"/>
          <p:cNvSpPr txBox="1"/>
          <p:nvPr/>
        </p:nvSpPr>
        <p:spPr>
          <a:xfrm>
            <a:off x="14721840" y="50292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9A9A9A"/>
                </a:solidFill>
                <a:latin typeface="Inter SemiBold"/>
              </a:rPr>
              <a:t>RESPUESTA · PROB.</a:t>
            </a:r>
          </a:p>
        </p:txBody>
      </p:sp>
      <p:sp>
        <p:nvSpPr>
          <p:cNvPr id="1836" name="Rounded Rectangle 1835"/>
          <p:cNvSpPr/>
          <p:nvPr/>
        </p:nvSpPr>
        <p:spPr>
          <a:xfrm>
            <a:off x="6309360" y="868680"/>
            <a:ext cx="11338560" cy="768096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37" name="Oval 1836"/>
          <p:cNvSpPr/>
          <p:nvPr/>
        </p:nvSpPr>
        <p:spPr>
          <a:xfrm>
            <a:off x="6419088" y="1024127"/>
            <a:ext cx="457200" cy="4572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400" b="1" noProof="0">
                <a:solidFill>
                  <a:srgbClr val="FFFFFF"/>
                </a:solidFill>
                <a:latin typeface="Inter SemiBold"/>
              </a:rPr>
              <a:t>1</a:t>
            </a:r>
          </a:p>
        </p:txBody>
      </p:sp>
      <p:sp>
        <p:nvSpPr>
          <p:cNvPr id="1838" name="TextBox 1837"/>
          <p:cNvSpPr txBox="1"/>
          <p:nvPr/>
        </p:nvSpPr>
        <p:spPr>
          <a:xfrm>
            <a:off x="6995160" y="941832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E8641B"/>
                </a:solidFill>
                <a:latin typeface="Inter SemiBold"/>
              </a:rPr>
              <a:t>R-012  </a:t>
            </a:r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Retiro sin trazabilidad</a:t>
            </a:r>
          </a:p>
        </p:txBody>
      </p:sp>
      <p:sp>
        <p:nvSpPr>
          <p:cNvPr id="1839" name="TextBox 1838"/>
          <p:cNvSpPr txBox="1"/>
          <p:nvPr/>
        </p:nvSpPr>
        <p:spPr>
          <a:xfrm>
            <a:off x="6995160" y="1289304"/>
            <a:ext cx="3749039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Rama 1 </a:t>
            </a:r>
          </a:p>
        </p:txBody>
      </p:sp>
      <p:sp>
        <p:nvSpPr>
          <p:cNvPr id="1840" name="Rectangle 1839"/>
          <p:cNvSpPr/>
          <p:nvPr/>
        </p:nvSpPr>
        <p:spPr>
          <a:xfrm>
            <a:off x="10744200" y="1051560"/>
            <a:ext cx="2011680" cy="237744"/>
          </a:xfrm>
          <a:prstGeom prst="rect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41" name="TextBox 1840"/>
          <p:cNvSpPr txBox="1"/>
          <p:nvPr/>
        </p:nvSpPr>
        <p:spPr>
          <a:xfrm>
            <a:off x="10744200" y="1307592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3C3C3C"/>
                </a:solidFill>
                <a:latin typeface="Inter"/>
              </a:rPr>
              <a:t>0,50 × 0,80 = 0,40</a:t>
            </a:r>
          </a:p>
        </p:txBody>
      </p:sp>
      <p:sp>
        <p:nvSpPr>
          <p:cNvPr id="1842" name="Rounded Rectangle 1841"/>
          <p:cNvSpPr/>
          <p:nvPr/>
        </p:nvSpPr>
        <p:spPr>
          <a:xfrm>
            <a:off x="13624560" y="1069848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Crítica</a:t>
            </a:r>
          </a:p>
        </p:txBody>
      </p:sp>
      <p:sp>
        <p:nvSpPr>
          <p:cNvPr id="1843" name="TextBox 1842"/>
          <p:cNvSpPr txBox="1"/>
          <p:nvPr/>
        </p:nvSpPr>
        <p:spPr>
          <a:xfrm>
            <a:off x="14721840" y="941832"/>
            <a:ext cx="2880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Retiro simulado de punta a punta</a:t>
            </a:r>
          </a:p>
        </p:txBody>
      </p:sp>
      <p:sp>
        <p:nvSpPr>
          <p:cNvPr id="1845" name="Rounded Rectangle 1844"/>
          <p:cNvSpPr/>
          <p:nvPr/>
        </p:nvSpPr>
        <p:spPr>
          <a:xfrm>
            <a:off x="6309360" y="1728216"/>
            <a:ext cx="11338560" cy="7680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46" name="Oval 1845"/>
          <p:cNvSpPr/>
          <p:nvPr/>
        </p:nvSpPr>
        <p:spPr>
          <a:xfrm>
            <a:off x="6419088" y="1883664"/>
            <a:ext cx="457200" cy="4572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400" b="1" noProof="0">
                <a:solidFill>
                  <a:srgbClr val="FFFFFF"/>
                </a:solidFill>
                <a:latin typeface="Inter SemiBold"/>
              </a:rPr>
              <a:t>2</a:t>
            </a:r>
          </a:p>
        </p:txBody>
      </p:sp>
      <p:sp>
        <p:nvSpPr>
          <p:cNvPr id="1847" name="TextBox 1846"/>
          <p:cNvSpPr txBox="1"/>
          <p:nvPr/>
        </p:nvSpPr>
        <p:spPr>
          <a:xfrm>
            <a:off x="6995160" y="1801368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E8641B"/>
                </a:solidFill>
                <a:latin typeface="Inter SemiBold"/>
              </a:rPr>
              <a:t>R-015  </a:t>
            </a:r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RTO/RPO excedidos</a:t>
            </a:r>
          </a:p>
        </p:txBody>
      </p:sp>
      <p:sp>
        <p:nvSpPr>
          <p:cNvPr id="1848" name="TextBox 1847"/>
          <p:cNvSpPr txBox="1"/>
          <p:nvPr/>
        </p:nvSpPr>
        <p:spPr>
          <a:xfrm>
            <a:off x="6995160" y="2148840"/>
            <a:ext cx="3749039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Rama 1 </a:t>
            </a:r>
          </a:p>
        </p:txBody>
      </p:sp>
      <p:sp>
        <p:nvSpPr>
          <p:cNvPr id="1849" name="Rectangle 1848"/>
          <p:cNvSpPr/>
          <p:nvPr/>
        </p:nvSpPr>
        <p:spPr>
          <a:xfrm>
            <a:off x="10744200" y="1911095"/>
            <a:ext cx="2011680" cy="237744"/>
          </a:xfrm>
          <a:prstGeom prst="rect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50" name="TextBox 1849"/>
          <p:cNvSpPr txBox="1"/>
          <p:nvPr/>
        </p:nvSpPr>
        <p:spPr>
          <a:xfrm>
            <a:off x="10744200" y="2167128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3C3C3C"/>
                </a:solidFill>
                <a:latin typeface="Inter"/>
              </a:rPr>
              <a:t>0,50 × 0,80 = 0,40</a:t>
            </a:r>
          </a:p>
        </p:txBody>
      </p:sp>
      <p:sp>
        <p:nvSpPr>
          <p:cNvPr id="1851" name="Rounded Rectangle 1850"/>
          <p:cNvSpPr/>
          <p:nvPr/>
        </p:nvSpPr>
        <p:spPr>
          <a:xfrm>
            <a:off x="13624560" y="1929384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Crítica</a:t>
            </a:r>
          </a:p>
        </p:txBody>
      </p:sp>
      <p:sp>
        <p:nvSpPr>
          <p:cNvPr id="1852" name="TextBox 1851"/>
          <p:cNvSpPr txBox="1"/>
          <p:nvPr/>
        </p:nvSpPr>
        <p:spPr>
          <a:xfrm>
            <a:off x="14721840" y="1801368"/>
            <a:ext cx="2880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Ensayo de desastre total</a:t>
            </a:r>
          </a:p>
        </p:txBody>
      </p:sp>
      <p:sp>
        <p:nvSpPr>
          <p:cNvPr id="1854" name="Rounded Rectangle 1853"/>
          <p:cNvSpPr/>
          <p:nvPr/>
        </p:nvSpPr>
        <p:spPr>
          <a:xfrm>
            <a:off x="6309360" y="2587752"/>
            <a:ext cx="11338560" cy="768096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55" name="Oval 1854"/>
          <p:cNvSpPr/>
          <p:nvPr/>
        </p:nvSpPr>
        <p:spPr>
          <a:xfrm>
            <a:off x="6419088" y="2743200"/>
            <a:ext cx="457200" cy="4572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400" b="1" noProof="0">
                <a:solidFill>
                  <a:srgbClr val="FFFFFF"/>
                </a:solidFill>
                <a:latin typeface="Inter SemiBold"/>
              </a:rPr>
              <a:t>3</a:t>
            </a:r>
          </a:p>
        </p:txBody>
      </p:sp>
      <p:sp>
        <p:nvSpPr>
          <p:cNvPr id="1856" name="TextBox 1855"/>
          <p:cNvSpPr txBox="1"/>
          <p:nvPr/>
        </p:nvSpPr>
        <p:spPr>
          <a:xfrm>
            <a:off x="6995160" y="2660904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E8641B"/>
                </a:solidFill>
                <a:latin typeface="Inter SemiBold"/>
              </a:rPr>
              <a:t>R-005  </a:t>
            </a:r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Duplicados tras reconexión</a:t>
            </a:r>
          </a:p>
        </p:txBody>
      </p:sp>
      <p:sp>
        <p:nvSpPr>
          <p:cNvPr id="1857" name="TextBox 1856"/>
          <p:cNvSpPr txBox="1"/>
          <p:nvPr/>
        </p:nvSpPr>
        <p:spPr>
          <a:xfrm>
            <a:off x="6995160" y="3008376"/>
            <a:ext cx="3749039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Rama 1 </a:t>
            </a:r>
          </a:p>
        </p:txBody>
      </p:sp>
      <p:sp>
        <p:nvSpPr>
          <p:cNvPr id="1858" name="Rectangle 1857"/>
          <p:cNvSpPr/>
          <p:nvPr/>
        </p:nvSpPr>
        <p:spPr>
          <a:xfrm>
            <a:off x="10744200" y="2770632"/>
            <a:ext cx="1207008" cy="237744"/>
          </a:xfrm>
          <a:prstGeom prst="rect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59" name="TextBox 1858"/>
          <p:cNvSpPr txBox="1"/>
          <p:nvPr/>
        </p:nvSpPr>
        <p:spPr>
          <a:xfrm>
            <a:off x="10744200" y="3026664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3C3C3C"/>
                </a:solidFill>
                <a:latin typeface="Inter"/>
              </a:rPr>
              <a:t>0,30 × 0,80 = 0,24</a:t>
            </a:r>
          </a:p>
        </p:txBody>
      </p:sp>
      <p:sp>
        <p:nvSpPr>
          <p:cNvPr id="1860" name="Rounded Rectangle 1859"/>
          <p:cNvSpPr/>
          <p:nvPr/>
        </p:nvSpPr>
        <p:spPr>
          <a:xfrm>
            <a:off x="13624560" y="2788920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300" b="1" noProof="0">
                <a:solidFill>
                  <a:srgbClr val="111111"/>
                </a:solidFill>
                <a:latin typeface="Inter SemiBold"/>
              </a:rPr>
              <a:t>Alta</a:t>
            </a:r>
          </a:p>
        </p:txBody>
      </p:sp>
      <p:sp>
        <p:nvSpPr>
          <p:cNvPr id="1861" name="TextBox 1860"/>
          <p:cNvSpPr txBox="1"/>
          <p:nvPr/>
        </p:nvSpPr>
        <p:spPr>
          <a:xfrm>
            <a:off x="14721840" y="2660904"/>
            <a:ext cx="2880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Inyección de fallas</a:t>
            </a:r>
          </a:p>
        </p:txBody>
      </p:sp>
      <p:sp>
        <p:nvSpPr>
          <p:cNvPr id="1863" name="Rounded Rectangle 1862"/>
          <p:cNvSpPr/>
          <p:nvPr/>
        </p:nvSpPr>
        <p:spPr>
          <a:xfrm>
            <a:off x="6309360" y="3447287"/>
            <a:ext cx="11338560" cy="7680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64" name="Oval 1863"/>
          <p:cNvSpPr/>
          <p:nvPr/>
        </p:nvSpPr>
        <p:spPr>
          <a:xfrm>
            <a:off x="6419088" y="3602735"/>
            <a:ext cx="457200" cy="4572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400" b="1" noProof="0">
                <a:solidFill>
                  <a:srgbClr val="FFFFFF"/>
                </a:solidFill>
                <a:latin typeface="Inter SemiBold"/>
              </a:rPr>
              <a:t>4</a:t>
            </a:r>
          </a:p>
        </p:txBody>
      </p:sp>
      <p:sp>
        <p:nvSpPr>
          <p:cNvPr id="1865" name="TextBox 1864"/>
          <p:cNvSpPr txBox="1"/>
          <p:nvPr/>
        </p:nvSpPr>
        <p:spPr>
          <a:xfrm>
            <a:off x="6995160" y="3520439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E8641B"/>
                </a:solidFill>
                <a:latin typeface="Inter SemiBold"/>
              </a:rPr>
              <a:t>R-006  </a:t>
            </a:r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Enlaces de Concepción</a:t>
            </a:r>
          </a:p>
        </p:txBody>
      </p:sp>
      <p:sp>
        <p:nvSpPr>
          <p:cNvPr id="1866" name="TextBox 1865"/>
          <p:cNvSpPr txBox="1"/>
          <p:nvPr/>
        </p:nvSpPr>
        <p:spPr>
          <a:xfrm>
            <a:off x="6995160" y="3867911"/>
            <a:ext cx="3749039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Rama 3 </a:t>
            </a:r>
          </a:p>
        </p:txBody>
      </p:sp>
      <p:sp>
        <p:nvSpPr>
          <p:cNvPr id="1867" name="Rectangle 1866"/>
          <p:cNvSpPr/>
          <p:nvPr/>
        </p:nvSpPr>
        <p:spPr>
          <a:xfrm>
            <a:off x="10744200" y="3630168"/>
            <a:ext cx="1207008" cy="237744"/>
          </a:xfrm>
          <a:prstGeom prst="rect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68" name="TextBox 1867"/>
          <p:cNvSpPr txBox="1"/>
          <p:nvPr/>
        </p:nvSpPr>
        <p:spPr>
          <a:xfrm>
            <a:off x="10744200" y="3886200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3C3C3C"/>
                </a:solidFill>
                <a:latin typeface="Inter"/>
              </a:rPr>
              <a:t>0,30 × 0,80 = 0,24</a:t>
            </a:r>
          </a:p>
        </p:txBody>
      </p:sp>
      <p:sp>
        <p:nvSpPr>
          <p:cNvPr id="1869" name="Rounded Rectangle 1868"/>
          <p:cNvSpPr/>
          <p:nvPr/>
        </p:nvSpPr>
        <p:spPr>
          <a:xfrm>
            <a:off x="13624560" y="3648456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300" b="1" noProof="0">
                <a:solidFill>
                  <a:srgbClr val="111111"/>
                </a:solidFill>
                <a:latin typeface="Inter SemiBold"/>
              </a:rPr>
              <a:t>Alta</a:t>
            </a:r>
          </a:p>
        </p:txBody>
      </p:sp>
      <p:sp>
        <p:nvSpPr>
          <p:cNvPr id="1870" name="TextBox 1869"/>
          <p:cNvSpPr txBox="1"/>
          <p:nvPr/>
        </p:nvSpPr>
        <p:spPr>
          <a:xfrm>
            <a:off x="14721840" y="3520439"/>
            <a:ext cx="2880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Simulacro de caída de enlaces</a:t>
            </a:r>
          </a:p>
        </p:txBody>
      </p:sp>
      <p:sp>
        <p:nvSpPr>
          <p:cNvPr id="1872" name="Rounded Rectangle 1871"/>
          <p:cNvSpPr/>
          <p:nvPr/>
        </p:nvSpPr>
        <p:spPr>
          <a:xfrm>
            <a:off x="6309360" y="4306824"/>
            <a:ext cx="11338560" cy="768096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73" name="Oval 1872"/>
          <p:cNvSpPr/>
          <p:nvPr/>
        </p:nvSpPr>
        <p:spPr>
          <a:xfrm>
            <a:off x="6419088" y="4462272"/>
            <a:ext cx="457200" cy="4572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400" b="1" noProof="0">
                <a:solidFill>
                  <a:srgbClr val="FFFFFF"/>
                </a:solidFill>
                <a:latin typeface="Inter SemiBold"/>
              </a:rPr>
              <a:t>5</a:t>
            </a:r>
          </a:p>
        </p:txBody>
      </p:sp>
      <p:sp>
        <p:nvSpPr>
          <p:cNvPr id="1874" name="TextBox 1873"/>
          <p:cNvSpPr txBox="1"/>
          <p:nvPr/>
        </p:nvSpPr>
        <p:spPr>
          <a:xfrm>
            <a:off x="6995160" y="4379976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E8641B"/>
                </a:solidFill>
                <a:latin typeface="Inter SemiBold"/>
              </a:rPr>
              <a:t>R-011  </a:t>
            </a:r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Regla o sensor térmico</a:t>
            </a:r>
          </a:p>
        </p:txBody>
      </p:sp>
      <p:sp>
        <p:nvSpPr>
          <p:cNvPr id="1875" name="TextBox 1874"/>
          <p:cNvSpPr txBox="1"/>
          <p:nvPr/>
        </p:nvSpPr>
        <p:spPr>
          <a:xfrm>
            <a:off x="6995160" y="4727448"/>
            <a:ext cx="3749039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Rama 1 </a:t>
            </a:r>
          </a:p>
        </p:txBody>
      </p:sp>
      <p:sp>
        <p:nvSpPr>
          <p:cNvPr id="1876" name="Rectangle 1875"/>
          <p:cNvSpPr/>
          <p:nvPr/>
        </p:nvSpPr>
        <p:spPr>
          <a:xfrm>
            <a:off x="10744200" y="4489704"/>
            <a:ext cx="1207008" cy="237744"/>
          </a:xfrm>
          <a:prstGeom prst="rect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77" name="TextBox 1876"/>
          <p:cNvSpPr txBox="1"/>
          <p:nvPr/>
        </p:nvSpPr>
        <p:spPr>
          <a:xfrm>
            <a:off x="10744200" y="4745736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3C3C3C"/>
                </a:solidFill>
                <a:latin typeface="Inter"/>
              </a:rPr>
              <a:t>0,30 × 0,80 = 0,24</a:t>
            </a:r>
          </a:p>
        </p:txBody>
      </p:sp>
      <p:sp>
        <p:nvSpPr>
          <p:cNvPr id="1878" name="Rounded Rectangle 1877"/>
          <p:cNvSpPr/>
          <p:nvPr/>
        </p:nvSpPr>
        <p:spPr>
          <a:xfrm>
            <a:off x="13624560" y="4507992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300" b="1" noProof="0">
                <a:solidFill>
                  <a:srgbClr val="111111"/>
                </a:solidFill>
                <a:latin typeface="Inter SemiBold"/>
              </a:rPr>
              <a:t>Alta</a:t>
            </a:r>
          </a:p>
        </p:txBody>
      </p:sp>
      <p:sp>
        <p:nvSpPr>
          <p:cNvPr id="1879" name="TextBox 1878"/>
          <p:cNvSpPr txBox="1"/>
          <p:nvPr/>
        </p:nvSpPr>
        <p:spPr>
          <a:xfrm>
            <a:off x="14721840" y="4379976"/>
            <a:ext cx="2880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Validar rangos y sensor</a:t>
            </a:r>
          </a:p>
        </p:txBody>
      </p:sp>
      <p:sp>
        <p:nvSpPr>
          <p:cNvPr id="1881" name="Rounded Rectangle 1880"/>
          <p:cNvSpPr/>
          <p:nvPr/>
        </p:nvSpPr>
        <p:spPr>
          <a:xfrm>
            <a:off x="6309360" y="5166359"/>
            <a:ext cx="11338560" cy="7680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82" name="Oval 1881"/>
          <p:cNvSpPr/>
          <p:nvPr/>
        </p:nvSpPr>
        <p:spPr>
          <a:xfrm>
            <a:off x="6419088" y="5321807"/>
            <a:ext cx="457200" cy="4572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400" b="1" noProof="0">
                <a:solidFill>
                  <a:srgbClr val="FFFFFF"/>
                </a:solidFill>
                <a:latin typeface="Inter SemiBold"/>
              </a:rPr>
              <a:t>6</a:t>
            </a:r>
          </a:p>
        </p:txBody>
      </p:sp>
      <p:sp>
        <p:nvSpPr>
          <p:cNvPr id="1883" name="TextBox 1882"/>
          <p:cNvSpPr txBox="1"/>
          <p:nvPr/>
        </p:nvSpPr>
        <p:spPr>
          <a:xfrm>
            <a:off x="6995160" y="5239512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E8641B"/>
                </a:solidFill>
                <a:latin typeface="Inter SemiBold"/>
              </a:rPr>
              <a:t>R-013  </a:t>
            </a:r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Peak sin capacidad</a:t>
            </a:r>
          </a:p>
        </p:txBody>
      </p:sp>
      <p:sp>
        <p:nvSpPr>
          <p:cNvPr id="1884" name="TextBox 1883"/>
          <p:cNvSpPr txBox="1"/>
          <p:nvPr/>
        </p:nvSpPr>
        <p:spPr>
          <a:xfrm>
            <a:off x="6995160" y="5586983"/>
            <a:ext cx="3749039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Rama 1 </a:t>
            </a:r>
          </a:p>
        </p:txBody>
      </p:sp>
      <p:sp>
        <p:nvSpPr>
          <p:cNvPr id="1885" name="Rectangle 1884"/>
          <p:cNvSpPr/>
          <p:nvPr/>
        </p:nvSpPr>
        <p:spPr>
          <a:xfrm>
            <a:off x="10744200" y="5349240"/>
            <a:ext cx="1207008" cy="237744"/>
          </a:xfrm>
          <a:prstGeom prst="rect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86" name="TextBox 1885"/>
          <p:cNvSpPr txBox="1"/>
          <p:nvPr/>
        </p:nvSpPr>
        <p:spPr>
          <a:xfrm>
            <a:off x="10744200" y="5605271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3C3C3C"/>
                </a:solidFill>
                <a:latin typeface="Inter"/>
              </a:rPr>
              <a:t>0,30 × 0,80 = 0,24</a:t>
            </a:r>
          </a:p>
        </p:txBody>
      </p:sp>
      <p:sp>
        <p:nvSpPr>
          <p:cNvPr id="1887" name="Rounded Rectangle 1886"/>
          <p:cNvSpPr/>
          <p:nvPr/>
        </p:nvSpPr>
        <p:spPr>
          <a:xfrm>
            <a:off x="13624560" y="5367527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300" b="1" noProof="0">
                <a:solidFill>
                  <a:srgbClr val="111111"/>
                </a:solidFill>
                <a:latin typeface="Inter SemiBold"/>
              </a:rPr>
              <a:t>Alta</a:t>
            </a:r>
          </a:p>
        </p:txBody>
      </p:sp>
      <p:sp>
        <p:nvSpPr>
          <p:cNvPr id="1888" name="TextBox 1887"/>
          <p:cNvSpPr txBox="1"/>
          <p:nvPr/>
        </p:nvSpPr>
        <p:spPr>
          <a:xfrm>
            <a:off x="14721840" y="5239512"/>
            <a:ext cx="2880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Prueba de carga en despacho</a:t>
            </a:r>
          </a:p>
        </p:txBody>
      </p:sp>
      <p:sp>
        <p:nvSpPr>
          <p:cNvPr id="1890" name="Rounded Rectangle 1889"/>
          <p:cNvSpPr/>
          <p:nvPr/>
        </p:nvSpPr>
        <p:spPr>
          <a:xfrm>
            <a:off x="6309360" y="6025896"/>
            <a:ext cx="11338560" cy="768096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91" name="Oval 1890"/>
          <p:cNvSpPr/>
          <p:nvPr/>
        </p:nvSpPr>
        <p:spPr>
          <a:xfrm>
            <a:off x="6419088" y="6181344"/>
            <a:ext cx="457200" cy="4572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400" b="1" noProof="0">
                <a:solidFill>
                  <a:srgbClr val="FFFFFF"/>
                </a:solidFill>
                <a:latin typeface="Inter SemiBold"/>
              </a:rPr>
              <a:t>7</a:t>
            </a:r>
          </a:p>
        </p:txBody>
      </p:sp>
      <p:sp>
        <p:nvSpPr>
          <p:cNvPr id="1892" name="TextBox 1891"/>
          <p:cNvSpPr txBox="1"/>
          <p:nvPr/>
        </p:nvSpPr>
        <p:spPr>
          <a:xfrm>
            <a:off x="6995160" y="6099048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E8641B"/>
                </a:solidFill>
                <a:latin typeface="Inter SemiBold"/>
              </a:rPr>
              <a:t>R-014  </a:t>
            </a:r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Sala y energía</a:t>
            </a:r>
          </a:p>
        </p:txBody>
      </p:sp>
      <p:sp>
        <p:nvSpPr>
          <p:cNvPr id="1893" name="TextBox 1892"/>
          <p:cNvSpPr txBox="1"/>
          <p:nvPr/>
        </p:nvSpPr>
        <p:spPr>
          <a:xfrm>
            <a:off x="6995160" y="6446520"/>
            <a:ext cx="3749039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Rama 3 </a:t>
            </a:r>
          </a:p>
        </p:txBody>
      </p:sp>
      <p:sp>
        <p:nvSpPr>
          <p:cNvPr id="1894" name="Rectangle 1893"/>
          <p:cNvSpPr/>
          <p:nvPr/>
        </p:nvSpPr>
        <p:spPr>
          <a:xfrm>
            <a:off x="10744200" y="6208776"/>
            <a:ext cx="1207008" cy="237744"/>
          </a:xfrm>
          <a:prstGeom prst="rect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95" name="TextBox 1894"/>
          <p:cNvSpPr txBox="1"/>
          <p:nvPr/>
        </p:nvSpPr>
        <p:spPr>
          <a:xfrm>
            <a:off x="10744200" y="6464808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3C3C3C"/>
                </a:solidFill>
                <a:latin typeface="Inter"/>
              </a:rPr>
              <a:t>0,30 × 0,80 = 0,24</a:t>
            </a:r>
          </a:p>
        </p:txBody>
      </p:sp>
      <p:sp>
        <p:nvSpPr>
          <p:cNvPr id="1896" name="Rounded Rectangle 1895"/>
          <p:cNvSpPr/>
          <p:nvPr/>
        </p:nvSpPr>
        <p:spPr>
          <a:xfrm>
            <a:off x="13624560" y="6227064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300" b="1" noProof="0">
                <a:solidFill>
                  <a:srgbClr val="111111"/>
                </a:solidFill>
                <a:latin typeface="Inter SemiBold"/>
              </a:rPr>
              <a:t>Alta</a:t>
            </a:r>
          </a:p>
        </p:txBody>
      </p:sp>
      <p:sp>
        <p:nvSpPr>
          <p:cNvPr id="1897" name="TextBox 1896"/>
          <p:cNvSpPr txBox="1"/>
          <p:nvPr/>
        </p:nvSpPr>
        <p:spPr>
          <a:xfrm>
            <a:off x="14721840" y="6099048"/>
            <a:ext cx="2880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 err="1">
                <a:solidFill>
                  <a:srgbClr val="111111"/>
                </a:solidFill>
                <a:latin typeface="Inter SemiBold"/>
              </a:rPr>
              <a:t>Recepcionar</a:t>
            </a:r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 energía y clima</a:t>
            </a:r>
          </a:p>
        </p:txBody>
      </p:sp>
      <p:sp>
        <p:nvSpPr>
          <p:cNvPr id="1899" name="Rounded Rectangle 1898"/>
          <p:cNvSpPr/>
          <p:nvPr/>
        </p:nvSpPr>
        <p:spPr>
          <a:xfrm>
            <a:off x="6309360" y="6885432"/>
            <a:ext cx="11338560" cy="7680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900" name="Oval 1899"/>
          <p:cNvSpPr/>
          <p:nvPr/>
        </p:nvSpPr>
        <p:spPr>
          <a:xfrm>
            <a:off x="6419088" y="7040880"/>
            <a:ext cx="457200" cy="4572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400" b="1" noProof="0">
                <a:solidFill>
                  <a:srgbClr val="FFFFFF"/>
                </a:solidFill>
                <a:latin typeface="Inter SemiBold"/>
              </a:rPr>
              <a:t>8</a:t>
            </a:r>
          </a:p>
        </p:txBody>
      </p:sp>
      <p:sp>
        <p:nvSpPr>
          <p:cNvPr id="1901" name="TextBox 1900"/>
          <p:cNvSpPr txBox="1"/>
          <p:nvPr/>
        </p:nvSpPr>
        <p:spPr>
          <a:xfrm>
            <a:off x="6995160" y="6958584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E8641B"/>
                </a:solidFill>
                <a:latin typeface="Inter SemiBold"/>
              </a:rPr>
              <a:t>R-016  </a:t>
            </a:r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Uso indebido de privilegios</a:t>
            </a:r>
          </a:p>
        </p:txBody>
      </p:sp>
      <p:sp>
        <p:nvSpPr>
          <p:cNvPr id="1902" name="TextBox 1901"/>
          <p:cNvSpPr txBox="1"/>
          <p:nvPr/>
        </p:nvSpPr>
        <p:spPr>
          <a:xfrm>
            <a:off x="6995160" y="7306056"/>
            <a:ext cx="3749039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Rama 1 </a:t>
            </a:r>
          </a:p>
        </p:txBody>
      </p:sp>
      <p:sp>
        <p:nvSpPr>
          <p:cNvPr id="1903" name="Rectangle 1902"/>
          <p:cNvSpPr/>
          <p:nvPr/>
        </p:nvSpPr>
        <p:spPr>
          <a:xfrm>
            <a:off x="10744200" y="7068312"/>
            <a:ext cx="1207008" cy="237744"/>
          </a:xfrm>
          <a:prstGeom prst="rect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904" name="TextBox 1903"/>
          <p:cNvSpPr txBox="1"/>
          <p:nvPr/>
        </p:nvSpPr>
        <p:spPr>
          <a:xfrm>
            <a:off x="10744200" y="7324344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3C3C3C"/>
                </a:solidFill>
                <a:latin typeface="Inter"/>
              </a:rPr>
              <a:t>0,30 × 0,80 = 0,24</a:t>
            </a:r>
          </a:p>
        </p:txBody>
      </p:sp>
      <p:sp>
        <p:nvSpPr>
          <p:cNvPr id="1905" name="Rounded Rectangle 1904"/>
          <p:cNvSpPr/>
          <p:nvPr/>
        </p:nvSpPr>
        <p:spPr>
          <a:xfrm>
            <a:off x="13624560" y="7086600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300" b="1" noProof="0">
                <a:solidFill>
                  <a:srgbClr val="111111"/>
                </a:solidFill>
                <a:latin typeface="Inter SemiBold"/>
              </a:rPr>
              <a:t>Alta</a:t>
            </a:r>
          </a:p>
        </p:txBody>
      </p:sp>
      <p:sp>
        <p:nvSpPr>
          <p:cNvPr id="1906" name="TextBox 1905"/>
          <p:cNvSpPr txBox="1"/>
          <p:nvPr/>
        </p:nvSpPr>
        <p:spPr>
          <a:xfrm>
            <a:off x="14721840" y="6958584"/>
            <a:ext cx="2880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 err="1">
                <a:solidFill>
                  <a:srgbClr val="111111"/>
                </a:solidFill>
                <a:latin typeface="Inter SemiBold"/>
              </a:rPr>
              <a:t>Pentest</a:t>
            </a:r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 y contención</a:t>
            </a:r>
          </a:p>
        </p:txBody>
      </p:sp>
      <p:sp>
        <p:nvSpPr>
          <p:cNvPr id="1908" name="Rounded Rectangle 1907"/>
          <p:cNvSpPr/>
          <p:nvPr/>
        </p:nvSpPr>
        <p:spPr>
          <a:xfrm>
            <a:off x="6309360" y="7744967"/>
            <a:ext cx="11338560" cy="768096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909" name="Oval 1908"/>
          <p:cNvSpPr/>
          <p:nvPr/>
        </p:nvSpPr>
        <p:spPr>
          <a:xfrm>
            <a:off x="6419088" y="7900415"/>
            <a:ext cx="457200" cy="4572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400" b="1" noProof="0">
                <a:solidFill>
                  <a:srgbClr val="FFFFFF"/>
                </a:solidFill>
                <a:latin typeface="Inter SemiBold"/>
              </a:rPr>
              <a:t>9</a:t>
            </a:r>
          </a:p>
        </p:txBody>
      </p:sp>
      <p:sp>
        <p:nvSpPr>
          <p:cNvPr id="1910" name="TextBox 1909"/>
          <p:cNvSpPr txBox="1"/>
          <p:nvPr/>
        </p:nvSpPr>
        <p:spPr>
          <a:xfrm>
            <a:off x="6995160" y="7818119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E8641B"/>
                </a:solidFill>
                <a:latin typeface="Inter SemiBold"/>
              </a:rPr>
              <a:t>R-001  </a:t>
            </a:r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Interfaces del ERP</a:t>
            </a:r>
          </a:p>
        </p:txBody>
      </p:sp>
      <p:sp>
        <p:nvSpPr>
          <p:cNvPr id="1911" name="TextBox 1910"/>
          <p:cNvSpPr txBox="1"/>
          <p:nvPr/>
        </p:nvSpPr>
        <p:spPr>
          <a:xfrm>
            <a:off x="6995160" y="8165592"/>
            <a:ext cx="3749039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Rama 2 </a:t>
            </a:r>
          </a:p>
        </p:txBody>
      </p:sp>
      <p:sp>
        <p:nvSpPr>
          <p:cNvPr id="1912" name="Rectangle 1911"/>
          <p:cNvSpPr/>
          <p:nvPr/>
        </p:nvSpPr>
        <p:spPr>
          <a:xfrm>
            <a:off x="10744200" y="7927847"/>
            <a:ext cx="1005840" cy="237744"/>
          </a:xfrm>
          <a:prstGeom prst="rect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913" name="TextBox 1912"/>
          <p:cNvSpPr txBox="1"/>
          <p:nvPr/>
        </p:nvSpPr>
        <p:spPr>
          <a:xfrm>
            <a:off x="10744200" y="8183879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3C3C3C"/>
                </a:solidFill>
                <a:latin typeface="Inter"/>
              </a:rPr>
              <a:t>0,50 × 0,40 = 0,20</a:t>
            </a:r>
          </a:p>
        </p:txBody>
      </p:sp>
      <p:sp>
        <p:nvSpPr>
          <p:cNvPr id="1914" name="Rounded Rectangle 1913"/>
          <p:cNvSpPr/>
          <p:nvPr/>
        </p:nvSpPr>
        <p:spPr>
          <a:xfrm>
            <a:off x="13624560" y="7946136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300" b="1" noProof="0">
                <a:solidFill>
                  <a:srgbClr val="111111"/>
                </a:solidFill>
                <a:latin typeface="Inter SemiBold"/>
              </a:rPr>
              <a:t>Alta</a:t>
            </a:r>
          </a:p>
        </p:txBody>
      </p:sp>
      <p:sp>
        <p:nvSpPr>
          <p:cNvPr id="1915" name="TextBox 1914"/>
          <p:cNvSpPr txBox="1"/>
          <p:nvPr/>
        </p:nvSpPr>
        <p:spPr>
          <a:xfrm>
            <a:off x="14721840" y="7818119"/>
            <a:ext cx="2880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Contrato de interfaz probado</a:t>
            </a:r>
          </a:p>
        </p:txBody>
      </p:sp>
      <p:sp>
        <p:nvSpPr>
          <p:cNvPr id="1917" name="Rounded Rectangle 1916"/>
          <p:cNvSpPr/>
          <p:nvPr/>
        </p:nvSpPr>
        <p:spPr>
          <a:xfrm>
            <a:off x="6309360" y="8604503"/>
            <a:ext cx="11338560" cy="7680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918" name="Oval 1917"/>
          <p:cNvSpPr/>
          <p:nvPr/>
        </p:nvSpPr>
        <p:spPr>
          <a:xfrm>
            <a:off x="6419088" y="8759951"/>
            <a:ext cx="457200" cy="4572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400" b="1" noProof="0">
                <a:solidFill>
                  <a:srgbClr val="FFFFFF"/>
                </a:solidFill>
                <a:latin typeface="Inter SemiBold"/>
              </a:rPr>
              <a:t>10</a:t>
            </a:r>
          </a:p>
        </p:txBody>
      </p:sp>
      <p:sp>
        <p:nvSpPr>
          <p:cNvPr id="1919" name="TextBox 1918"/>
          <p:cNvSpPr txBox="1"/>
          <p:nvPr/>
        </p:nvSpPr>
        <p:spPr>
          <a:xfrm>
            <a:off x="6995160" y="8677655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E8641B"/>
                </a:solidFill>
                <a:latin typeface="Inter SemiBold"/>
              </a:rPr>
              <a:t>R-003  </a:t>
            </a:r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Convivencia del WMS</a:t>
            </a:r>
          </a:p>
        </p:txBody>
      </p:sp>
      <p:sp>
        <p:nvSpPr>
          <p:cNvPr id="1920" name="TextBox 1919"/>
          <p:cNvSpPr txBox="1"/>
          <p:nvPr/>
        </p:nvSpPr>
        <p:spPr>
          <a:xfrm>
            <a:off x="6995160" y="9025128"/>
            <a:ext cx="3749039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Rama 2 · </a:t>
            </a:r>
          </a:p>
        </p:txBody>
      </p:sp>
      <p:sp>
        <p:nvSpPr>
          <p:cNvPr id="1921" name="Rectangle 1920"/>
          <p:cNvSpPr/>
          <p:nvPr/>
        </p:nvSpPr>
        <p:spPr>
          <a:xfrm>
            <a:off x="10744200" y="8787383"/>
            <a:ext cx="1005840" cy="237744"/>
          </a:xfrm>
          <a:prstGeom prst="rect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922" name="TextBox 1921"/>
          <p:cNvSpPr txBox="1"/>
          <p:nvPr/>
        </p:nvSpPr>
        <p:spPr>
          <a:xfrm>
            <a:off x="10744200" y="9043415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3C3C3C"/>
                </a:solidFill>
                <a:latin typeface="Inter"/>
              </a:rPr>
              <a:t>0,50 × 0,40 = 0,20</a:t>
            </a:r>
          </a:p>
        </p:txBody>
      </p:sp>
      <p:sp>
        <p:nvSpPr>
          <p:cNvPr id="1923" name="Rounded Rectangle 1922"/>
          <p:cNvSpPr/>
          <p:nvPr/>
        </p:nvSpPr>
        <p:spPr>
          <a:xfrm>
            <a:off x="13624560" y="8805672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300" b="1" noProof="0">
                <a:solidFill>
                  <a:srgbClr val="111111"/>
                </a:solidFill>
                <a:latin typeface="Inter SemiBold"/>
              </a:rPr>
              <a:t>Alta</a:t>
            </a:r>
          </a:p>
        </p:txBody>
      </p:sp>
      <p:sp>
        <p:nvSpPr>
          <p:cNvPr id="1924" name="TextBox 1923"/>
          <p:cNvSpPr txBox="1"/>
          <p:nvPr/>
        </p:nvSpPr>
        <p:spPr>
          <a:xfrm>
            <a:off x="14721840" y="8677655"/>
            <a:ext cx="2880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Ensayo de delta y reversión</a:t>
            </a:r>
          </a:p>
        </p:txBody>
      </p:sp>
      <p:sp>
        <p:nvSpPr>
          <p:cNvPr id="1926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48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0" name="!!deco_dce8b6c9_1"/>
          <p:cNvSpPr/>
          <p:nvPr/>
        </p:nvSpPr>
        <p:spPr>
          <a:xfrm>
            <a:off x="-4730695" y="-7442573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2" y="0"/>
                </a:lnTo>
                <a:lnTo>
                  <a:pt x="10236982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1828" name="!!title"/>
          <p:cNvSpPr txBox="1"/>
          <p:nvPr/>
        </p:nvSpPr>
        <p:spPr>
          <a:xfrm>
            <a:off x="1463040" y="41148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Matriz de exposición</a:t>
            </a:r>
            <a:endParaRPr lang="es-CL" noProof="0"/>
          </a:p>
        </p:txBody>
      </p:sp>
      <p:sp>
        <p:nvSpPr>
          <p:cNvPr id="1832" name="TextBox 1831"/>
          <p:cNvSpPr txBox="1"/>
          <p:nvPr/>
        </p:nvSpPr>
        <p:spPr>
          <a:xfrm>
            <a:off x="1417320" y="1325880"/>
            <a:ext cx="457200" cy="7379208"/>
          </a:xfrm>
          <a:prstGeom prst="rect">
            <a:avLst/>
          </a:prstGeom>
          <a:noFill/>
        </p:spPr>
        <p:txBody>
          <a:bodyPr vert="vert270" wrap="square" lIns="0" tIns="0" rIns="0" bIns="0" anchor="ctr">
            <a:spAutoFit/>
          </a:bodyPr>
          <a:lstStyle/>
          <a:p>
            <a:pPr algn="ctr"/>
            <a:r>
              <a:rPr lang="es-CL" sz="1500" b="1" noProof="0">
                <a:solidFill>
                  <a:srgbClr val="E8641B"/>
                </a:solidFill>
                <a:latin typeface="Inter SemiBold"/>
              </a:rPr>
              <a:t>PROBABILIDAD</a:t>
            </a:r>
          </a:p>
        </p:txBody>
      </p:sp>
      <p:sp>
        <p:nvSpPr>
          <p:cNvPr id="1833" name="TextBox 1832"/>
          <p:cNvSpPr txBox="1"/>
          <p:nvPr/>
        </p:nvSpPr>
        <p:spPr>
          <a:xfrm>
            <a:off x="1965960" y="1325880"/>
            <a:ext cx="1463040" cy="1417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Muy alta</a:t>
            </a:r>
          </a:p>
          <a:p>
            <a:pPr algn="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0,9</a:t>
            </a:r>
          </a:p>
        </p:txBody>
      </p:sp>
      <p:sp>
        <p:nvSpPr>
          <p:cNvPr id="1834" name="!!cell00"/>
          <p:cNvSpPr/>
          <p:nvPr/>
        </p:nvSpPr>
        <p:spPr>
          <a:xfrm>
            <a:off x="3566160" y="1325880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D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35" name="!!cell01"/>
          <p:cNvSpPr/>
          <p:nvPr/>
        </p:nvSpPr>
        <p:spPr>
          <a:xfrm>
            <a:off x="6355080" y="1325880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AD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36" name="!!cell02"/>
          <p:cNvSpPr/>
          <p:nvPr/>
        </p:nvSpPr>
        <p:spPr>
          <a:xfrm>
            <a:off x="9144000" y="1325880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7C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37" name="!!cell03"/>
          <p:cNvSpPr/>
          <p:nvPr/>
        </p:nvSpPr>
        <p:spPr>
          <a:xfrm>
            <a:off x="11932920" y="1325880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7C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38" name="!!cell04"/>
          <p:cNvSpPr/>
          <p:nvPr/>
        </p:nvSpPr>
        <p:spPr>
          <a:xfrm>
            <a:off x="14721840" y="1325880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7C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39" name="TextBox 1838"/>
          <p:cNvSpPr txBox="1"/>
          <p:nvPr/>
        </p:nvSpPr>
        <p:spPr>
          <a:xfrm>
            <a:off x="1965960" y="2816352"/>
            <a:ext cx="1463040" cy="1417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Alta</a:t>
            </a:r>
          </a:p>
          <a:p>
            <a:pPr algn="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0,7</a:t>
            </a:r>
          </a:p>
        </p:txBody>
      </p:sp>
      <p:sp>
        <p:nvSpPr>
          <p:cNvPr id="1840" name="!!cell10"/>
          <p:cNvSpPr/>
          <p:nvPr/>
        </p:nvSpPr>
        <p:spPr>
          <a:xfrm>
            <a:off x="3566160" y="2816352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D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41" name="!!cell11"/>
          <p:cNvSpPr/>
          <p:nvPr/>
        </p:nvSpPr>
        <p:spPr>
          <a:xfrm>
            <a:off x="6355080" y="2816352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AD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42" name="!!cell12"/>
          <p:cNvSpPr/>
          <p:nvPr/>
        </p:nvSpPr>
        <p:spPr>
          <a:xfrm>
            <a:off x="9144000" y="2816352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7C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43" name="!!cell13"/>
          <p:cNvSpPr/>
          <p:nvPr/>
        </p:nvSpPr>
        <p:spPr>
          <a:xfrm>
            <a:off x="11932920" y="2816352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7C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44" name="!!cell14"/>
          <p:cNvSpPr/>
          <p:nvPr/>
        </p:nvSpPr>
        <p:spPr>
          <a:xfrm>
            <a:off x="14721840" y="2816352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7C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45" name="TextBox 1844"/>
          <p:cNvSpPr txBox="1"/>
          <p:nvPr/>
        </p:nvSpPr>
        <p:spPr>
          <a:xfrm>
            <a:off x="1965960" y="4306824"/>
            <a:ext cx="1463040" cy="1417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Media</a:t>
            </a:r>
          </a:p>
          <a:p>
            <a:pPr algn="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0,5</a:t>
            </a:r>
          </a:p>
        </p:txBody>
      </p:sp>
      <p:sp>
        <p:nvSpPr>
          <p:cNvPr id="1846" name="!!cell20"/>
          <p:cNvSpPr/>
          <p:nvPr/>
        </p:nvSpPr>
        <p:spPr>
          <a:xfrm>
            <a:off x="3566160" y="4306824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BD5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r>
              <a:rPr lang="es-CL" sz="2000" b="1" noProof="0">
                <a:solidFill>
                  <a:srgbClr val="111111"/>
                </a:solidFill>
                <a:latin typeface="Inter SemiBold"/>
              </a:rPr>
              <a:t>10</a:t>
            </a:r>
          </a:p>
          <a:p>
            <a:pPr algn="l"/>
            <a:r>
              <a:rPr lang="es-CL" sz="1300" b="0" noProof="0">
                <a:solidFill>
                  <a:srgbClr val="111111"/>
                </a:solidFill>
                <a:latin typeface="Inter"/>
              </a:rPr>
              <a:t>R-002 · R-019 · R-020 · R-027 · R-031 · R-033 · R-036 · R-037 · R-039 · R-040</a:t>
            </a:r>
          </a:p>
        </p:txBody>
      </p:sp>
      <p:sp>
        <p:nvSpPr>
          <p:cNvPr id="1847" name="!!cell21"/>
          <p:cNvSpPr/>
          <p:nvPr/>
        </p:nvSpPr>
        <p:spPr>
          <a:xfrm>
            <a:off x="6355080" y="4306824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r>
              <a:rPr lang="es-CL" sz="2000" b="1" noProof="0">
                <a:solidFill>
                  <a:srgbClr val="111111"/>
                </a:solidFill>
                <a:latin typeface="Inter SemiBold"/>
              </a:rPr>
              <a:t>17</a:t>
            </a:r>
          </a:p>
          <a:p>
            <a:pPr algn="l"/>
            <a:r>
              <a:rPr lang="es-CL" sz="1300" b="0" noProof="0">
                <a:solidFill>
                  <a:srgbClr val="111111"/>
                </a:solidFill>
                <a:latin typeface="Inter"/>
              </a:rPr>
              <a:t>R-001 · R-003 · R-004 · R-007 · R-017 · R-018 · R-021 · R-022 · R-024 · R-025 · R-026 · R-029 · R-030 · R-035 · R-038 · R-042 · R-045</a:t>
            </a:r>
          </a:p>
        </p:txBody>
      </p:sp>
      <p:sp>
        <p:nvSpPr>
          <p:cNvPr id="1848" name="!!cell22"/>
          <p:cNvSpPr/>
          <p:nvPr/>
        </p:nvSpPr>
        <p:spPr>
          <a:xfrm>
            <a:off x="9144000" y="4306824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AD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49" name="!!cell23"/>
          <p:cNvSpPr/>
          <p:nvPr/>
        </p:nvSpPr>
        <p:spPr>
          <a:xfrm>
            <a:off x="11932920" y="4306824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r>
              <a:rPr lang="es-CL" sz="2000" b="1" noProof="0">
                <a:solidFill>
                  <a:srgbClr val="FFFFFF"/>
                </a:solidFill>
                <a:latin typeface="Inter SemiBold"/>
              </a:rPr>
              <a:t>2</a:t>
            </a:r>
          </a:p>
          <a:p>
            <a:pPr algn="l"/>
            <a:r>
              <a:rPr lang="es-CL" sz="1300" b="0" noProof="0">
                <a:solidFill>
                  <a:srgbClr val="FFFFFF"/>
                </a:solidFill>
                <a:latin typeface="Inter"/>
              </a:rPr>
              <a:t>R-012 · R-015</a:t>
            </a:r>
          </a:p>
        </p:txBody>
      </p:sp>
      <p:sp>
        <p:nvSpPr>
          <p:cNvPr id="1850" name="!!cell24"/>
          <p:cNvSpPr/>
          <p:nvPr/>
        </p:nvSpPr>
        <p:spPr>
          <a:xfrm>
            <a:off x="14721840" y="4306824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7C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51" name="TextBox 1850"/>
          <p:cNvSpPr txBox="1"/>
          <p:nvPr/>
        </p:nvSpPr>
        <p:spPr>
          <a:xfrm>
            <a:off x="1965960" y="5797296"/>
            <a:ext cx="1463040" cy="1417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Baja</a:t>
            </a:r>
          </a:p>
          <a:p>
            <a:pPr algn="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0,3</a:t>
            </a:r>
          </a:p>
        </p:txBody>
      </p:sp>
      <p:sp>
        <p:nvSpPr>
          <p:cNvPr id="1852" name="!!cell30"/>
          <p:cNvSpPr/>
          <p:nvPr/>
        </p:nvSpPr>
        <p:spPr>
          <a:xfrm>
            <a:off x="3566160" y="5797296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D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r>
              <a:rPr lang="es-CL" sz="2000" b="1" noProof="0">
                <a:solidFill>
                  <a:srgbClr val="111111"/>
                </a:solidFill>
                <a:latin typeface="Inter SemiBold"/>
              </a:rPr>
              <a:t>1</a:t>
            </a:r>
          </a:p>
          <a:p>
            <a:pPr algn="l"/>
            <a:r>
              <a:rPr lang="es-CL" sz="1300" b="0" noProof="0">
                <a:solidFill>
                  <a:srgbClr val="111111"/>
                </a:solidFill>
                <a:latin typeface="Inter"/>
              </a:rPr>
              <a:t>R-044</a:t>
            </a:r>
          </a:p>
        </p:txBody>
      </p:sp>
      <p:sp>
        <p:nvSpPr>
          <p:cNvPr id="1853" name="!!cell31"/>
          <p:cNvSpPr/>
          <p:nvPr/>
        </p:nvSpPr>
        <p:spPr>
          <a:xfrm>
            <a:off x="6355080" y="5797296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BD5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r>
              <a:rPr lang="es-CL" sz="2000" b="1" noProof="0">
                <a:solidFill>
                  <a:srgbClr val="111111"/>
                </a:solidFill>
                <a:latin typeface="Inter SemiBold"/>
              </a:rPr>
              <a:t>9</a:t>
            </a:r>
          </a:p>
          <a:p>
            <a:pPr algn="l"/>
            <a:r>
              <a:rPr lang="es-CL" sz="1300" b="0" noProof="0">
                <a:solidFill>
                  <a:srgbClr val="111111"/>
                </a:solidFill>
                <a:latin typeface="Inter"/>
              </a:rPr>
              <a:t>R-008 · R-009 · R-010 · R-023 · R-028 · R-032 · R-034 · R-041 · R-043</a:t>
            </a:r>
          </a:p>
        </p:txBody>
      </p:sp>
      <p:sp>
        <p:nvSpPr>
          <p:cNvPr id="1854" name="!!cell32"/>
          <p:cNvSpPr/>
          <p:nvPr/>
        </p:nvSpPr>
        <p:spPr>
          <a:xfrm>
            <a:off x="9144000" y="5797296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D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55" name="!!cell33"/>
          <p:cNvSpPr/>
          <p:nvPr/>
        </p:nvSpPr>
        <p:spPr>
          <a:xfrm>
            <a:off x="11932920" y="5797296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r>
              <a:rPr lang="es-CL" sz="2000" b="1" noProof="0">
                <a:solidFill>
                  <a:srgbClr val="111111"/>
                </a:solidFill>
                <a:latin typeface="Inter SemiBold"/>
              </a:rPr>
              <a:t>6</a:t>
            </a:r>
          </a:p>
          <a:p>
            <a:pPr algn="l"/>
            <a:r>
              <a:rPr lang="es-CL" sz="1300" b="0" noProof="0">
                <a:solidFill>
                  <a:srgbClr val="111111"/>
                </a:solidFill>
                <a:latin typeface="Inter"/>
              </a:rPr>
              <a:t>R-005 · R-006 · R-011 · R-013 · R-014 · R-016</a:t>
            </a:r>
          </a:p>
        </p:txBody>
      </p:sp>
      <p:sp>
        <p:nvSpPr>
          <p:cNvPr id="1856" name="!!cell34"/>
          <p:cNvSpPr/>
          <p:nvPr/>
        </p:nvSpPr>
        <p:spPr>
          <a:xfrm>
            <a:off x="14721840" y="5797296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AD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57" name="TextBox 1856"/>
          <p:cNvSpPr txBox="1"/>
          <p:nvPr/>
        </p:nvSpPr>
        <p:spPr>
          <a:xfrm>
            <a:off x="1965960" y="7287768"/>
            <a:ext cx="1463040" cy="1417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Muy baja</a:t>
            </a:r>
          </a:p>
          <a:p>
            <a:pPr algn="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0,1</a:t>
            </a:r>
          </a:p>
        </p:txBody>
      </p:sp>
      <p:sp>
        <p:nvSpPr>
          <p:cNvPr id="1858" name="!!cell40"/>
          <p:cNvSpPr/>
          <p:nvPr/>
        </p:nvSpPr>
        <p:spPr>
          <a:xfrm>
            <a:off x="3566160" y="7287768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E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59" name="!!cell41"/>
          <p:cNvSpPr/>
          <p:nvPr/>
        </p:nvSpPr>
        <p:spPr>
          <a:xfrm>
            <a:off x="6355080" y="7287768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E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60" name="!!cell42"/>
          <p:cNvSpPr/>
          <p:nvPr/>
        </p:nvSpPr>
        <p:spPr>
          <a:xfrm>
            <a:off x="9144000" y="7287768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E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61" name="!!cell43"/>
          <p:cNvSpPr/>
          <p:nvPr/>
        </p:nvSpPr>
        <p:spPr>
          <a:xfrm>
            <a:off x="11932920" y="7287768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D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62" name="!!cell44"/>
          <p:cNvSpPr/>
          <p:nvPr/>
        </p:nvSpPr>
        <p:spPr>
          <a:xfrm>
            <a:off x="14721840" y="7287768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D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63" name="TextBox 1862"/>
          <p:cNvSpPr txBox="1"/>
          <p:nvPr/>
        </p:nvSpPr>
        <p:spPr>
          <a:xfrm>
            <a:off x="3566160" y="8823960"/>
            <a:ext cx="2697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Muy bajo</a:t>
            </a:r>
          </a:p>
          <a:p>
            <a:pPr algn="ct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0,2</a:t>
            </a:r>
          </a:p>
        </p:txBody>
      </p:sp>
      <p:sp>
        <p:nvSpPr>
          <p:cNvPr id="1864" name="TextBox 1863"/>
          <p:cNvSpPr txBox="1"/>
          <p:nvPr/>
        </p:nvSpPr>
        <p:spPr>
          <a:xfrm>
            <a:off x="6355080" y="8823960"/>
            <a:ext cx="2697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Bajo</a:t>
            </a:r>
          </a:p>
          <a:p>
            <a:pPr algn="ct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0,4</a:t>
            </a:r>
          </a:p>
        </p:txBody>
      </p:sp>
      <p:sp>
        <p:nvSpPr>
          <p:cNvPr id="1865" name="TextBox 1864"/>
          <p:cNvSpPr txBox="1"/>
          <p:nvPr/>
        </p:nvSpPr>
        <p:spPr>
          <a:xfrm>
            <a:off x="9144000" y="8823960"/>
            <a:ext cx="2697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Medio</a:t>
            </a:r>
          </a:p>
          <a:p>
            <a:pPr algn="ct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0,6</a:t>
            </a:r>
          </a:p>
        </p:txBody>
      </p:sp>
      <p:sp>
        <p:nvSpPr>
          <p:cNvPr id="1866" name="TextBox 1865"/>
          <p:cNvSpPr txBox="1"/>
          <p:nvPr/>
        </p:nvSpPr>
        <p:spPr>
          <a:xfrm>
            <a:off x="11932920" y="8823960"/>
            <a:ext cx="2697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Alto</a:t>
            </a:r>
          </a:p>
          <a:p>
            <a:pPr algn="ct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0,8</a:t>
            </a:r>
          </a:p>
        </p:txBody>
      </p:sp>
      <p:sp>
        <p:nvSpPr>
          <p:cNvPr id="1867" name="TextBox 1866"/>
          <p:cNvSpPr txBox="1"/>
          <p:nvPr/>
        </p:nvSpPr>
        <p:spPr>
          <a:xfrm>
            <a:off x="14721840" y="8823960"/>
            <a:ext cx="2697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Muy alto</a:t>
            </a:r>
          </a:p>
          <a:p>
            <a:pPr algn="ct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1,0</a:t>
            </a:r>
          </a:p>
        </p:txBody>
      </p:sp>
      <p:sp>
        <p:nvSpPr>
          <p:cNvPr id="1868" name="TextBox 1867"/>
          <p:cNvSpPr txBox="1"/>
          <p:nvPr/>
        </p:nvSpPr>
        <p:spPr>
          <a:xfrm>
            <a:off x="3566160" y="9372600"/>
            <a:ext cx="13853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1500" b="1" noProof="0">
                <a:solidFill>
                  <a:srgbClr val="E8641B"/>
                </a:solidFill>
                <a:latin typeface="Inter SemiBold"/>
              </a:rPr>
              <a:t>IMPACTO</a:t>
            </a:r>
          </a:p>
        </p:txBody>
      </p:sp>
      <p:sp>
        <p:nvSpPr>
          <p:cNvPr id="1869" name="TextBox 1868"/>
          <p:cNvSpPr txBox="1"/>
          <p:nvPr/>
        </p:nvSpPr>
        <p:spPr>
          <a:xfrm>
            <a:off x="11887200" y="685800"/>
            <a:ext cx="5760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300" b="0" noProof="0">
                <a:solidFill>
                  <a:srgbClr val="E8641B"/>
                </a:solidFill>
                <a:latin typeface="Inter"/>
              </a:rPr>
              <a:t>■ </a:t>
            </a:r>
            <a:r>
              <a:rPr lang="es-CL" sz="1300" b="0" noProof="0">
                <a:solidFill>
                  <a:srgbClr val="3C3C3C"/>
                </a:solidFill>
                <a:latin typeface="Inter"/>
              </a:rPr>
              <a:t>Crítica ≥ 0,40   </a:t>
            </a:r>
            <a:r>
              <a:rPr lang="es-CL" sz="1300" b="0" noProof="0">
                <a:solidFill>
                  <a:srgbClr val="F29A5E"/>
                </a:solidFill>
                <a:latin typeface="Inter"/>
              </a:rPr>
              <a:t>■ </a:t>
            </a:r>
            <a:r>
              <a:rPr lang="es-CL" sz="1300" b="0" noProof="0">
                <a:solidFill>
                  <a:srgbClr val="3C3C3C"/>
                </a:solidFill>
                <a:latin typeface="Inter"/>
              </a:rPr>
              <a:t>Alta ≥ 0,20   </a:t>
            </a:r>
            <a:r>
              <a:rPr lang="es-CL" sz="1300" b="0" noProof="0">
                <a:solidFill>
                  <a:srgbClr val="FBD5BA"/>
                </a:solidFill>
                <a:latin typeface="Inter"/>
              </a:rPr>
              <a:t>■ </a:t>
            </a:r>
            <a:r>
              <a:rPr lang="es-CL" sz="1300" b="0" noProof="0">
                <a:solidFill>
                  <a:srgbClr val="3C3C3C"/>
                </a:solidFill>
                <a:latin typeface="Inter"/>
              </a:rPr>
              <a:t>Media ≥ 0,08   </a:t>
            </a:r>
            <a:r>
              <a:rPr lang="es-CL" sz="1300" b="0" noProof="0">
                <a:solidFill>
                  <a:srgbClr val="FDEBDD"/>
                </a:solidFill>
                <a:latin typeface="Inter"/>
              </a:rPr>
              <a:t>■ </a:t>
            </a:r>
            <a:r>
              <a:rPr lang="es-CL" sz="1300" b="0" noProof="0">
                <a:solidFill>
                  <a:srgbClr val="3C3C3C"/>
                </a:solidFill>
                <a:latin typeface="Inter"/>
              </a:rPr>
              <a:t>Baja</a:t>
            </a:r>
          </a:p>
        </p:txBody>
      </p:sp>
      <p:sp>
        <p:nvSpPr>
          <p:cNvPr id="1870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49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3" name="!!deco_fd810b03_1"/>
          <p:cNvSpPr/>
          <p:nvPr/>
        </p:nvSpPr>
        <p:spPr>
          <a:xfrm rot="10800000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844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44" name="!!deco_7051808c_1"/>
          <p:cNvSpPr/>
          <p:nvPr/>
        </p:nvSpPr>
        <p:spPr>
          <a:xfrm>
            <a:off x="1747827" y="1028700"/>
            <a:ext cx="806235" cy="201559"/>
          </a:xfrm>
          <a:custGeom>
            <a:avLst/>
            <a:gdLst/>
            <a:ahLst/>
            <a:cxnLst/>
            <a:rect l="l" t="t" r="r" b="b"/>
            <a:pathLst>
              <a:path w="806235" h="201559">
                <a:moveTo>
                  <a:pt x="0" y="0"/>
                </a:moveTo>
                <a:lnTo>
                  <a:pt x="806235" y="0"/>
                </a:lnTo>
                <a:lnTo>
                  <a:pt x="806235" y="201559"/>
                </a:lnTo>
                <a:lnTo>
                  <a:pt x="0" y="2015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45" name="!!deco_7051808c_2"/>
          <p:cNvSpPr/>
          <p:nvPr/>
        </p:nvSpPr>
        <p:spPr>
          <a:xfrm>
            <a:off x="15762513" y="9056741"/>
            <a:ext cx="806235" cy="201559"/>
          </a:xfrm>
          <a:custGeom>
            <a:avLst/>
            <a:gdLst/>
            <a:ahLst/>
            <a:cxnLst/>
            <a:rect l="l" t="t" r="r" b="b"/>
            <a:pathLst>
              <a:path w="806235" h="201559">
                <a:moveTo>
                  <a:pt x="0" y="0"/>
                </a:moveTo>
                <a:lnTo>
                  <a:pt x="806235" y="0"/>
                </a:lnTo>
                <a:lnTo>
                  <a:pt x="806235" y="201559"/>
                </a:lnTo>
                <a:lnTo>
                  <a:pt x="0" y="2015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46" name="!!deco_13b10c14_1"/>
          <p:cNvSpPr/>
          <p:nvPr/>
        </p:nvSpPr>
        <p:spPr>
          <a:xfrm>
            <a:off x="-9059637" y="2283886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0"/>
                </a:moveTo>
                <a:lnTo>
                  <a:pt x="11582237" y="0"/>
                </a:lnTo>
                <a:lnTo>
                  <a:pt x="11582237" y="5791118"/>
                </a:lnTo>
                <a:lnTo>
                  <a:pt x="0" y="57911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47" name="!!deco_4b7ea539_1"/>
          <p:cNvSpPr/>
          <p:nvPr/>
        </p:nvSpPr>
        <p:spPr>
          <a:xfrm rot="10800000" flipH="1">
            <a:off x="-9028175" y="4664565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5791118"/>
                </a:moveTo>
                <a:lnTo>
                  <a:pt x="11582237" y="5791118"/>
                </a:lnTo>
                <a:lnTo>
                  <a:pt x="11582237" y="0"/>
                </a:lnTo>
                <a:lnTo>
                  <a:pt x="0" y="0"/>
                </a:lnTo>
                <a:lnTo>
                  <a:pt x="0" y="579111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48" name="!!deco_13b10c14_2"/>
          <p:cNvSpPr/>
          <p:nvPr/>
        </p:nvSpPr>
        <p:spPr>
          <a:xfrm rot="10800000" flipH="1">
            <a:off x="15793975" y="1769006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5791118"/>
                </a:moveTo>
                <a:lnTo>
                  <a:pt x="11582237" y="5791118"/>
                </a:lnTo>
                <a:lnTo>
                  <a:pt x="11582237" y="0"/>
                </a:lnTo>
                <a:lnTo>
                  <a:pt x="0" y="0"/>
                </a:lnTo>
                <a:lnTo>
                  <a:pt x="0" y="579111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49" name="!!deco_4b7ea539_2"/>
          <p:cNvSpPr/>
          <p:nvPr/>
        </p:nvSpPr>
        <p:spPr>
          <a:xfrm>
            <a:off x="15762513" y="-611673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0"/>
                </a:moveTo>
                <a:lnTo>
                  <a:pt x="11582237" y="0"/>
                </a:lnTo>
                <a:lnTo>
                  <a:pt x="11582237" y="5791118"/>
                </a:lnTo>
                <a:lnTo>
                  <a:pt x="0" y="57911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50" name="!!brand"/>
          <p:cNvSpPr txBox="1"/>
          <p:nvPr/>
        </p:nvSpPr>
        <p:spPr>
          <a:xfrm>
            <a:off x="7123055" y="987552"/>
            <a:ext cx="4041891" cy="339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99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LafroX </a:t>
            </a:r>
            <a:r>
              <a:rPr lang="es-CL" sz="1999" b="1" noProof="0" err="1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SpA</a:t>
            </a:r>
            <a:endParaRPr lang="es-CL" noProof="0"/>
          </a:p>
        </p:txBody>
      </p:sp>
      <p:pic>
        <p:nvPicPr>
          <p:cNvPr id="2151" name="!!logo" descr="Isotipo LafroX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814816" y="228600"/>
            <a:ext cx="658508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2152" name="!!title"/>
          <p:cNvSpPr txBox="1"/>
          <p:nvPr/>
        </p:nvSpPr>
        <p:spPr>
          <a:xfrm>
            <a:off x="1828800" y="2377440"/>
            <a:ext cx="14630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30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9 días</a:t>
            </a:r>
            <a:endParaRPr lang="es-CL" noProof="0"/>
          </a:p>
        </p:txBody>
      </p:sp>
      <p:sp>
        <p:nvSpPr>
          <p:cNvPr id="2153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50</a:t>
            </a:r>
          </a:p>
        </p:txBody>
      </p:sp>
    </p:spTree>
  </p:cSld>
  <p:clrMapOvr>
    <a:masterClrMapping/>
  </p:clrMapOvr>
  <p:transition spd="med" advTm="1500"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9" name="!!deco_fd810b03_1"/>
          <p:cNvSpPr/>
          <p:nvPr/>
        </p:nvSpPr>
        <p:spPr>
          <a:xfrm rot="10800000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844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60" name="!!deco_7051808c_1"/>
          <p:cNvSpPr/>
          <p:nvPr/>
        </p:nvSpPr>
        <p:spPr>
          <a:xfrm>
            <a:off x="1747827" y="1028700"/>
            <a:ext cx="806235" cy="201559"/>
          </a:xfrm>
          <a:custGeom>
            <a:avLst/>
            <a:gdLst/>
            <a:ahLst/>
            <a:cxnLst/>
            <a:rect l="l" t="t" r="r" b="b"/>
            <a:pathLst>
              <a:path w="806235" h="201559">
                <a:moveTo>
                  <a:pt x="0" y="0"/>
                </a:moveTo>
                <a:lnTo>
                  <a:pt x="806235" y="0"/>
                </a:lnTo>
                <a:lnTo>
                  <a:pt x="806235" y="201559"/>
                </a:lnTo>
                <a:lnTo>
                  <a:pt x="0" y="2015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61" name="!!deco_7051808c_2"/>
          <p:cNvSpPr/>
          <p:nvPr/>
        </p:nvSpPr>
        <p:spPr>
          <a:xfrm>
            <a:off x="15762513" y="9056741"/>
            <a:ext cx="806235" cy="201559"/>
          </a:xfrm>
          <a:custGeom>
            <a:avLst/>
            <a:gdLst/>
            <a:ahLst/>
            <a:cxnLst/>
            <a:rect l="l" t="t" r="r" b="b"/>
            <a:pathLst>
              <a:path w="806235" h="201559">
                <a:moveTo>
                  <a:pt x="0" y="0"/>
                </a:moveTo>
                <a:lnTo>
                  <a:pt x="806235" y="0"/>
                </a:lnTo>
                <a:lnTo>
                  <a:pt x="806235" y="201559"/>
                </a:lnTo>
                <a:lnTo>
                  <a:pt x="0" y="2015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62" name="!!deco_a08c7f17_1"/>
          <p:cNvSpPr/>
          <p:nvPr/>
        </p:nvSpPr>
        <p:spPr>
          <a:xfrm>
            <a:off x="10069298" y="7296286"/>
            <a:ext cx="387808" cy="387810"/>
          </a:xfrm>
          <a:custGeom>
            <a:avLst/>
            <a:gdLst/>
            <a:ahLst/>
            <a:cxnLst/>
            <a:rect l="l" t="t" r="r" b="b"/>
            <a:pathLst>
              <a:path w="387808" h="387810">
                <a:moveTo>
                  <a:pt x="0" y="0"/>
                </a:moveTo>
                <a:lnTo>
                  <a:pt x="387808" y="0"/>
                </a:lnTo>
                <a:lnTo>
                  <a:pt x="387808" y="387810"/>
                </a:lnTo>
                <a:lnTo>
                  <a:pt x="0" y="3878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63" name="Google Shape;2163;p35"/>
          <p:cNvSpPr txBox="1"/>
          <p:nvPr/>
        </p:nvSpPr>
        <p:spPr>
          <a:xfrm>
            <a:off x="5747919" y="6690083"/>
            <a:ext cx="2794872" cy="293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64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contacto@lafrox.cl</a:t>
            </a:r>
            <a:endParaRPr lang="es-CL" noProof="0"/>
          </a:p>
        </p:txBody>
      </p:sp>
      <p:sp>
        <p:nvSpPr>
          <p:cNvPr id="2164" name="!!deco_abc274cf_1"/>
          <p:cNvSpPr/>
          <p:nvPr/>
        </p:nvSpPr>
        <p:spPr>
          <a:xfrm>
            <a:off x="10069298" y="6732646"/>
            <a:ext cx="325031" cy="325031"/>
          </a:xfrm>
          <a:custGeom>
            <a:avLst/>
            <a:gdLst/>
            <a:ahLst/>
            <a:cxnLst/>
            <a:rect l="l" t="t" r="r" b="b"/>
            <a:pathLst>
              <a:path w="325031" h="325031">
                <a:moveTo>
                  <a:pt x="0" y="0"/>
                </a:moveTo>
                <a:lnTo>
                  <a:pt x="325031" y="0"/>
                </a:lnTo>
                <a:lnTo>
                  <a:pt x="325031" y="325031"/>
                </a:lnTo>
                <a:lnTo>
                  <a:pt x="0" y="3250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800" b="-80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65" name="!!deco_e6d4545c_1"/>
          <p:cNvSpPr/>
          <p:nvPr/>
        </p:nvSpPr>
        <p:spPr>
          <a:xfrm>
            <a:off x="5052380" y="7208371"/>
            <a:ext cx="308824" cy="441177"/>
          </a:xfrm>
          <a:custGeom>
            <a:avLst/>
            <a:gdLst/>
            <a:ahLst/>
            <a:cxnLst/>
            <a:rect l="l" t="t" r="r" b="b"/>
            <a:pathLst>
              <a:path w="308824" h="441177">
                <a:moveTo>
                  <a:pt x="0" y="0"/>
                </a:moveTo>
                <a:lnTo>
                  <a:pt x="308824" y="0"/>
                </a:lnTo>
                <a:lnTo>
                  <a:pt x="308824" y="441177"/>
                </a:lnTo>
                <a:lnTo>
                  <a:pt x="0" y="4411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66" name="Google Shape;2166;p35"/>
          <p:cNvSpPr txBox="1"/>
          <p:nvPr/>
        </p:nvSpPr>
        <p:spPr>
          <a:xfrm>
            <a:off x="5747919" y="7268144"/>
            <a:ext cx="2794872" cy="293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64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Av. Brasil 2241, Valparaíso</a:t>
            </a:r>
            <a:endParaRPr lang="es-CL" noProof="0"/>
          </a:p>
        </p:txBody>
      </p:sp>
      <p:sp>
        <p:nvSpPr>
          <p:cNvPr id="2167" name="Google Shape;2167;p35"/>
          <p:cNvSpPr txBox="1"/>
          <p:nvPr/>
        </p:nvSpPr>
        <p:spPr>
          <a:xfrm>
            <a:off x="10736647" y="7329375"/>
            <a:ext cx="2823062" cy="300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64" u="none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lafrox.github.io</a:t>
            </a:r>
            <a:endParaRPr lang="es-CL" noProof="0"/>
          </a:p>
        </p:txBody>
      </p:sp>
      <p:sp>
        <p:nvSpPr>
          <p:cNvPr id="2168" name="!!deco_05350c3c_1"/>
          <p:cNvSpPr/>
          <p:nvPr/>
        </p:nvSpPr>
        <p:spPr>
          <a:xfrm>
            <a:off x="4985939" y="6693491"/>
            <a:ext cx="441707" cy="314817"/>
          </a:xfrm>
          <a:custGeom>
            <a:avLst/>
            <a:gdLst/>
            <a:ahLst/>
            <a:cxnLst/>
            <a:rect l="l" t="t" r="r" b="b"/>
            <a:pathLst>
              <a:path w="441707" h="314817">
                <a:moveTo>
                  <a:pt x="0" y="0"/>
                </a:moveTo>
                <a:lnTo>
                  <a:pt x="441707" y="0"/>
                </a:lnTo>
                <a:lnTo>
                  <a:pt x="441707" y="314817"/>
                </a:lnTo>
                <a:lnTo>
                  <a:pt x="0" y="3148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69" name="Google Shape;2169;p35"/>
          <p:cNvSpPr txBox="1"/>
          <p:nvPr/>
        </p:nvSpPr>
        <p:spPr>
          <a:xfrm>
            <a:off x="10758453" y="6734346"/>
            <a:ext cx="2801256" cy="293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64" u="none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+56 32 250 4100</a:t>
            </a:r>
            <a:endParaRPr lang="es-CL" noProof="0"/>
          </a:p>
        </p:txBody>
      </p:sp>
      <p:sp>
        <p:nvSpPr>
          <p:cNvPr id="2170" name="!!deco_13b10c14_1"/>
          <p:cNvSpPr/>
          <p:nvPr/>
        </p:nvSpPr>
        <p:spPr>
          <a:xfrm>
            <a:off x="-9059637" y="2283886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0"/>
                </a:moveTo>
                <a:lnTo>
                  <a:pt x="11582237" y="0"/>
                </a:lnTo>
                <a:lnTo>
                  <a:pt x="11582237" y="5791118"/>
                </a:lnTo>
                <a:lnTo>
                  <a:pt x="0" y="57911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71" name="!!deco_4b7ea539_1"/>
          <p:cNvSpPr/>
          <p:nvPr/>
        </p:nvSpPr>
        <p:spPr>
          <a:xfrm rot="10800000" flipH="1">
            <a:off x="-9028175" y="4664565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5791118"/>
                </a:moveTo>
                <a:lnTo>
                  <a:pt x="11582237" y="5791118"/>
                </a:lnTo>
                <a:lnTo>
                  <a:pt x="11582237" y="0"/>
                </a:lnTo>
                <a:lnTo>
                  <a:pt x="0" y="0"/>
                </a:lnTo>
                <a:lnTo>
                  <a:pt x="0" y="579111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72" name="!!deco_13b10c14_2"/>
          <p:cNvSpPr/>
          <p:nvPr/>
        </p:nvSpPr>
        <p:spPr>
          <a:xfrm rot="10800000" flipH="1">
            <a:off x="15793975" y="1769006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5791118"/>
                </a:moveTo>
                <a:lnTo>
                  <a:pt x="11582237" y="5791118"/>
                </a:lnTo>
                <a:lnTo>
                  <a:pt x="11582237" y="0"/>
                </a:lnTo>
                <a:lnTo>
                  <a:pt x="0" y="0"/>
                </a:lnTo>
                <a:lnTo>
                  <a:pt x="0" y="579111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73" name="!!deco_4b7ea539_2"/>
          <p:cNvSpPr/>
          <p:nvPr/>
        </p:nvSpPr>
        <p:spPr>
          <a:xfrm>
            <a:off x="15762513" y="-611673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0"/>
                </a:moveTo>
                <a:lnTo>
                  <a:pt x="11582237" y="0"/>
                </a:lnTo>
                <a:lnTo>
                  <a:pt x="11582237" y="5791118"/>
                </a:lnTo>
                <a:lnTo>
                  <a:pt x="0" y="57911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74" name="!!brand"/>
          <p:cNvSpPr txBox="1"/>
          <p:nvPr/>
        </p:nvSpPr>
        <p:spPr>
          <a:xfrm>
            <a:off x="7123055" y="987552"/>
            <a:ext cx="4041891" cy="339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99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LafroX </a:t>
            </a:r>
            <a:r>
              <a:rPr lang="es-CL" sz="1999" b="1" noProof="0" err="1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SpA</a:t>
            </a:r>
            <a:endParaRPr lang="es-CL" noProof="0"/>
          </a:p>
        </p:txBody>
      </p:sp>
      <p:sp>
        <p:nvSpPr>
          <p:cNvPr id="2175" name="Google Shape;2175;p35"/>
          <p:cNvSpPr txBox="1"/>
          <p:nvPr/>
        </p:nvSpPr>
        <p:spPr>
          <a:xfrm>
            <a:off x="2743200" y="8850630"/>
            <a:ext cx="12801600" cy="407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49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Sistema Integral de Gestión Logística Puelche · LafroX </a:t>
            </a:r>
            <a:r>
              <a:rPr lang="es-CL" sz="1600" noProof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SpA</a:t>
            </a:r>
            <a:endParaRPr lang="es-CL" noProof="0"/>
          </a:p>
        </p:txBody>
      </p:sp>
      <p:pic>
        <p:nvPicPr>
          <p:cNvPr id="2176" name="!!logo" descr="Isotipo LafroX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814816" y="228600"/>
            <a:ext cx="658508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2177" name="!!pre"/>
          <p:cNvSpPr txBox="1"/>
          <p:nvPr/>
        </p:nvSpPr>
        <p:spPr>
          <a:xfrm>
            <a:off x="1828800" y="1600200"/>
            <a:ext cx="146304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0" b="0" noProof="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De 9 días a</a:t>
            </a:r>
            <a:endParaRPr lang="es-CL" noProof="0"/>
          </a:p>
        </p:txBody>
      </p:sp>
      <p:sp>
        <p:nvSpPr>
          <p:cNvPr id="2178" name="!!title"/>
          <p:cNvSpPr txBox="1"/>
          <p:nvPr/>
        </p:nvSpPr>
        <p:spPr>
          <a:xfrm>
            <a:off x="1828800" y="2514600"/>
            <a:ext cx="14630400" cy="301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0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&lt; 2 horas</a:t>
            </a:r>
            <a:endParaRPr lang="es-CL" noProof="0"/>
          </a:p>
        </p:txBody>
      </p:sp>
      <p:sp>
        <p:nvSpPr>
          <p:cNvPr id="2179" name="Google Shape;2179;p35"/>
          <p:cNvSpPr txBox="1"/>
          <p:nvPr/>
        </p:nvSpPr>
        <p:spPr>
          <a:xfrm>
            <a:off x="1828800" y="5669280"/>
            <a:ext cx="14630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 b="0" noProof="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para identificar a los clientes afectados</a:t>
            </a:r>
            <a:endParaRPr lang="es-CL" noProof="0"/>
          </a:p>
        </p:txBody>
      </p:sp>
      <p:sp>
        <p:nvSpPr>
          <p:cNvPr id="2180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51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LafroX">
      <a:dk1>
        <a:srgbClr val="111111"/>
      </a:dk1>
      <a:lt1>
        <a:srgbClr val="FFFFFF"/>
      </a:lt1>
      <a:dk2>
        <a:srgbClr val="141414"/>
      </a:dk2>
      <a:lt2>
        <a:srgbClr val="F4F4F4"/>
      </a:lt2>
      <a:accent1>
        <a:srgbClr val="E8641B"/>
      </a:accent1>
      <a:accent2>
        <a:srgbClr val="3C3C3C"/>
      </a:accent2>
      <a:accent3>
        <a:srgbClr val="606060"/>
      </a:accent3>
      <a:accent4>
        <a:srgbClr val="F29A5E"/>
      </a:accent4>
      <a:accent5>
        <a:srgbClr val="9A9A9A"/>
      </a:accent5>
      <a:accent6>
        <a:srgbClr val="C7C7C7"/>
      </a:accent6>
      <a:hlink>
        <a:srgbClr val="E8641B"/>
      </a:hlink>
      <a:folHlink>
        <a:srgbClr val="5F5F5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afroX">
      <a:dk1>
        <a:srgbClr val="111111"/>
      </a:dk1>
      <a:lt1>
        <a:srgbClr val="FFFFFF"/>
      </a:lt1>
      <a:dk2>
        <a:srgbClr val="141414"/>
      </a:dk2>
      <a:lt2>
        <a:srgbClr val="F4F4F4"/>
      </a:lt2>
      <a:accent1>
        <a:srgbClr val="E8641B"/>
      </a:accent1>
      <a:accent2>
        <a:srgbClr val="3C3C3C"/>
      </a:accent2>
      <a:accent3>
        <a:srgbClr val="606060"/>
      </a:accent3>
      <a:accent4>
        <a:srgbClr val="F29A5E"/>
      </a:accent4>
      <a:accent5>
        <a:srgbClr val="9A9A9A"/>
      </a:accent5>
      <a:accent6>
        <a:srgbClr val="C7C7C7"/>
      </a:accent6>
      <a:hlink>
        <a:srgbClr val="E8641B"/>
      </a:hlink>
      <a:folHlink>
        <a:srgbClr val="5F5F5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LafroX">
      <a:dk1>
        <a:srgbClr val="111111"/>
      </a:dk1>
      <a:lt1>
        <a:srgbClr val="FFFFFF"/>
      </a:lt1>
      <a:dk2>
        <a:srgbClr val="141414"/>
      </a:dk2>
      <a:lt2>
        <a:srgbClr val="F4F4F4"/>
      </a:lt2>
      <a:accent1>
        <a:srgbClr val="E8641B"/>
      </a:accent1>
      <a:accent2>
        <a:srgbClr val="3C3C3C"/>
      </a:accent2>
      <a:accent3>
        <a:srgbClr val="606060"/>
      </a:accent3>
      <a:accent4>
        <a:srgbClr val="F29A5E"/>
      </a:accent4>
      <a:accent5>
        <a:srgbClr val="9A9A9A"/>
      </a:accent5>
      <a:accent6>
        <a:srgbClr val="C7C7C7"/>
      </a:accent6>
      <a:hlink>
        <a:srgbClr val="E8641B"/>
      </a:hlink>
      <a:folHlink>
        <a:srgbClr val="5F5F5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8006</Words>
  <Application>Microsoft Office PowerPoint</Application>
  <PresentationFormat>Personalizado</PresentationFormat>
  <Paragraphs>1604</Paragraphs>
  <Slides>51</Slides>
  <Notes>51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3</vt:i4>
      </vt:variant>
      <vt:variant>
        <vt:lpstr>Títulos de diapositiva</vt:lpstr>
      </vt:variant>
      <vt:variant>
        <vt:i4>51</vt:i4>
      </vt:variant>
    </vt:vector>
  </HeadingPairs>
  <TitlesOfParts>
    <vt:vector size="58" baseType="lpstr">
      <vt:lpstr>Arial</vt:lpstr>
      <vt:lpstr>Inter</vt:lpstr>
      <vt:lpstr>Inter Light</vt:lpstr>
      <vt:lpstr>Inter SemiBold</vt:lpstr>
      <vt:lpstr>Office Theme</vt:lpstr>
      <vt:lpstr>Office Theme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Patricio Henriquez</dc:creator>
  <cp:lastModifiedBy>Patricio Henríquez Tapia</cp:lastModifiedBy>
  <cp:revision>2</cp:revision>
  <dcterms:created xsi:type="dcterms:W3CDTF">2006-08-16T00:00:00Z</dcterms:created>
  <dcterms:modified xsi:type="dcterms:W3CDTF">2026-10-22T04:56:45Z</dcterms:modified>
</cp:coreProperties>
</file>