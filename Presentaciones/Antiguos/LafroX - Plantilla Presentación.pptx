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elegraf" charset="1" panose="00000500000000000000"/>
      <p:regular r:id="rId16"/>
    </p:embeddedFont>
    <p:embeddedFont>
      <p:font typeface="Telegraf Heavy" charset="1" panose="00000A00000000000000"/>
      <p:regular r:id="rId17"/>
    </p:embeddedFont>
    <p:embeddedFont>
      <p:font typeface="Open Sans" charset="1" panose="00000000000000000000"/>
      <p:regular r:id="rId18"/>
    </p:embeddedFont>
    <p:embeddedFont>
      <p:font typeface="Open Sans Bold" charset="1" panose="00000000000000000000"/>
      <p:regular r:id="rId19"/>
    </p:embeddedFont>
    <p:embeddedFont>
      <p:font typeface="Telegraf Bold" charset="1" panose="00000800000000000000"/>
      <p:regular r:id="rId20"/>
    </p:embeddedFont>
    <p:embeddedFont>
      <p:font typeface="Telegraf Extra-Light" charset="1" panose="000003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ype="http://schemas.openxmlformats.org/officeDocument/2006/relationships/image" Target="../media/lafrox_iso_naranja.png"/></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 Id="rId10" Type="http://schemas.openxmlformats.org/officeDocument/2006/relationships/image" Target="../media/lafrox_iso_negro.png"/></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8.png" Type="http://schemas.openxmlformats.org/officeDocument/2006/relationships/image"/><Relationship Id="rId13" Target="../media/image9.svg" Type="http://schemas.openxmlformats.org/officeDocument/2006/relationships/image"/><Relationship Id="rId14" Target="../media/image4.png" Type="http://schemas.openxmlformats.org/officeDocument/2006/relationships/image"/><Relationship Id="rId15" Target="../media/image5.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ype="http://schemas.openxmlformats.org/officeDocument/2006/relationships/image" Target="../media/lafrox_iso_negro.png"/></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38.jpeg" Type="http://schemas.openxmlformats.org/officeDocument/2006/relationships/image"/><Relationship Id="rId5" Target="../media/image39.jpeg" Type="http://schemas.openxmlformats.org/officeDocument/2006/relationships/image"/><Relationship Id="rId6" Target="../media/image40.jpe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4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4.png" Type="http://schemas.openxmlformats.org/officeDocument/2006/relationships/image"/><Relationship Id="rId14" Target="../media/image5.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17" Target="../media/image2.png" Type="http://schemas.openxmlformats.org/officeDocument/2006/relationships/image"/><Relationship Id="rId18" Target="../media/image3.svg" Type="http://schemas.openxmlformats.org/officeDocument/2006/relationships/image"/><Relationship Id="rId2" Target="../media/image1.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 Id="rId19" Type="http://schemas.openxmlformats.org/officeDocument/2006/relationships/image" Target="../media/lafrox_iso_naranja.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0" r="0" b="-18444"/>
            </a:stretch>
          </a:blipFill>
        </p:spPr>
      </p:sp>
      <p:sp>
        <p:nvSpPr>
          <p:cNvPr name="Freeform 3" id="3"/>
          <p:cNvSpPr/>
          <p:nvPr/>
        </p:nvSpPr>
        <p:spPr>
          <a:xfrm flipH="false" flipV="false" rot="0">
            <a:off x="6091994" y="-6797913"/>
            <a:ext cx="22093321" cy="11046661"/>
          </a:xfrm>
          <a:custGeom>
            <a:avLst/>
            <a:gdLst/>
            <a:ahLst/>
            <a:cxnLst/>
            <a:rect r="r" b="b" t="t" l="l"/>
            <a:pathLst>
              <a:path h="11046661" w="22093321">
                <a:moveTo>
                  <a:pt x="0" y="0"/>
                </a:moveTo>
                <a:lnTo>
                  <a:pt x="22093321" y="0"/>
                </a:lnTo>
                <a:lnTo>
                  <a:pt x="22093321" y="11046660"/>
                </a:lnTo>
                <a:lnTo>
                  <a:pt x="0" y="110466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7574342" y="898768"/>
            <a:ext cx="22093321" cy="11046661"/>
          </a:xfrm>
          <a:custGeom>
            <a:avLst/>
            <a:gdLst/>
            <a:ahLst/>
            <a:cxnLst/>
            <a:rect r="r" b="b" t="t" l="l"/>
            <a:pathLst>
              <a:path h="11046661" w="22093321">
                <a:moveTo>
                  <a:pt x="0" y="11046661"/>
                </a:moveTo>
                <a:lnTo>
                  <a:pt x="22093322" y="11046661"/>
                </a:lnTo>
                <a:lnTo>
                  <a:pt x="22093322" y="0"/>
                </a:lnTo>
                <a:lnTo>
                  <a:pt x="0" y="0"/>
                </a:lnTo>
                <a:lnTo>
                  <a:pt x="0" y="11046661"/>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7055578" y="8954933"/>
            <a:ext cx="203722" cy="338129"/>
          </a:xfrm>
          <a:custGeom>
            <a:avLst/>
            <a:gdLst/>
            <a:ahLst/>
            <a:cxnLst/>
            <a:rect r="r" b="b" t="t" l="l"/>
            <a:pathLst>
              <a:path h="338129" w="203722">
                <a:moveTo>
                  <a:pt x="203722" y="0"/>
                </a:moveTo>
                <a:lnTo>
                  <a:pt x="0" y="0"/>
                </a:lnTo>
                <a:lnTo>
                  <a:pt x="0" y="338129"/>
                </a:lnTo>
                <a:lnTo>
                  <a:pt x="203722" y="338129"/>
                </a:lnTo>
                <a:lnTo>
                  <a:pt x="203722"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16902895" y="8954933"/>
            <a:ext cx="203722" cy="338129"/>
          </a:xfrm>
          <a:custGeom>
            <a:avLst/>
            <a:gdLst/>
            <a:ahLst/>
            <a:cxnLst/>
            <a:rect r="r" b="b" t="t" l="l"/>
            <a:pathLst>
              <a:path h="338129" w="203722">
                <a:moveTo>
                  <a:pt x="203723" y="0"/>
                </a:moveTo>
                <a:lnTo>
                  <a:pt x="0" y="0"/>
                </a:lnTo>
                <a:lnTo>
                  <a:pt x="0" y="338129"/>
                </a:lnTo>
                <a:lnTo>
                  <a:pt x="203723" y="338129"/>
                </a:lnTo>
                <a:lnTo>
                  <a:pt x="20372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428123" y="2520990"/>
            <a:ext cx="12946574" cy="1939598"/>
          </a:xfrm>
          <a:prstGeom prst="rect">
            <a:avLst/>
          </a:prstGeom>
        </p:spPr>
        <p:txBody>
          <a:bodyPr anchor="t" rtlCol="false" tIns="0" lIns="0" bIns="0" rIns="0">
            <a:spAutoFit/>
          </a:bodyPr>
          <a:lstStyle/>
          <a:p>
            <a:pPr algn="l">
              <a:lnSpc>
                <a:spcPts val="14970"/>
              </a:lnSpc>
            </a:pPr>
            <a:r>
              <a:rPr lang="en-US" sz="10693">
                <a:solidFill>
                  <a:srgbClr val="FFFFFF"/>
                </a:solidFill>
                <a:latin typeface="Inter"/>
                <a:ea typeface="Inter"/>
                <a:cs typeface="Inter"/>
                <a:sym typeface="Inter"/>
              </a:rPr>
              <a:t>Presentación</a:t>
            </a:r>
          </a:p>
        </p:txBody>
      </p:sp>
      <p:sp>
        <p:nvSpPr>
          <p:cNvPr name="TextBox 8" id="8"/>
          <p:cNvSpPr txBox="true"/>
          <p:nvPr/>
        </p:nvSpPr>
        <p:spPr>
          <a:xfrm rot="0">
            <a:off x="1428123" y="3820932"/>
            <a:ext cx="12950077" cy="2374011"/>
          </a:xfrm>
          <a:prstGeom prst="rect">
            <a:avLst/>
          </a:prstGeom>
        </p:spPr>
        <p:txBody>
          <a:bodyPr anchor="t" rtlCol="false" tIns="0" lIns="0" bIns="0" rIns="0">
            <a:spAutoFit/>
          </a:bodyPr>
          <a:lstStyle/>
          <a:p>
            <a:pPr algn="l">
              <a:lnSpc>
                <a:spcPts val="18366"/>
              </a:lnSpc>
            </a:pPr>
            <a:r>
              <a:rPr lang="en-US" sz="10494" b="true">
                <a:solidFill>
                  <a:srgbClr val="FFFFFF"/>
                </a:solidFill>
                <a:latin typeface="Inter SemiBold"/>
                <a:ea typeface="Inter SemiBold"/>
                <a:cs typeface="Inter SemiBold"/>
                <a:sym typeface="Inter SemiBold"/>
              </a:rPr>
              <a:t>Corporativa</a:t>
            </a:r>
          </a:p>
        </p:txBody>
      </p:sp>
      <p:sp>
        <p:nvSpPr>
          <p:cNvPr name="TextBox 9" id="9"/>
          <p:cNvSpPr txBox="true"/>
          <p:nvPr/>
        </p:nvSpPr>
        <p:spPr>
          <a:xfrm rot="0">
            <a:off x="1428123" y="6162459"/>
            <a:ext cx="8734851" cy="654669"/>
          </a:xfrm>
          <a:prstGeom prst="rect">
            <a:avLst/>
          </a:prstGeom>
        </p:spPr>
        <p:txBody>
          <a:bodyPr anchor="t" rtlCol="false" tIns="0" lIns="0" bIns="0" rIns="0">
            <a:spAutoFit/>
          </a:bodyPr>
          <a:lstStyle/>
          <a:p>
            <a:pPr algn="just">
              <a:lnSpc>
                <a:spcPts val="2665"/>
              </a:lnSpc>
            </a:pPr>
            <a:r>
              <a:rPr lang="en-US" sz="1903">
                <a:solidFill>
                  <a:srgbClr val="FFFFFF"/>
                </a:solidFill>
                <a:latin typeface="Inter"/>
                <a:ea typeface="Inter"/>
                <a:cs typeface="Inter"/>
                <a:sym typeface="Inter"/>
              </a:rPr>
              <a:t>Lorem ipsum dolor sit amet, consectetur adipiscing elit, sed do eiusmod tempor incididunt ut labore et dolore magna aliqua.</a:t>
            </a:r>
          </a:p>
        </p:txBody>
      </p:sp>
      <p:sp>
        <p:nvSpPr>
          <p:cNvPr name="TextBox 10" id="10"/>
          <p:cNvSpPr txBox="true"/>
          <p:nvPr/>
        </p:nvSpPr>
        <p:spPr>
          <a:xfrm rot="0">
            <a:off x="1475324" y="8961120"/>
            <a:ext cx="4041891" cy="297180"/>
          </a:xfrm>
          <a:prstGeom prst="rect">
            <a:avLst/>
          </a:prstGeom>
        </p:spPr>
        <p:txBody>
          <a:bodyPr anchor="t" rtlCol="false" tIns="0" lIns="0" bIns="0" rIns="0">
            <a:spAutoFit/>
          </a:bodyPr>
          <a:lstStyle/>
          <a:p>
            <a:pPr algn="just">
              <a:lnSpc>
                <a:spcPts val="2520"/>
              </a:lnSpc>
            </a:pPr>
            <a:r>
              <a:rPr lang="en-US" sz="1800">
                <a:solidFill>
                  <a:srgbClr val="FFFFFF"/>
                </a:solidFill>
                <a:latin typeface="Inter"/>
                <a:ea typeface="Inter"/>
                <a:cs typeface="Inter"/>
                <a:sym typeface="Inter"/>
              </a:rPr>
              <a:t>www.lafrox.cl</a:t>
            </a:r>
          </a:p>
        </p:txBody>
      </p:sp>
      <p:sp>
        <p:nvSpPr>
          <p:cNvPr name="TextBox 11" id="11"/>
          <p:cNvSpPr txBox="true"/>
          <p:nvPr/>
        </p:nvSpPr>
        <p:spPr>
          <a:xfrm rot="0">
            <a:off x="2188556" y="1000125"/>
            <a:ext cx="3328659" cy="297180"/>
          </a:xfrm>
          <a:prstGeom prst="rect">
            <a:avLst/>
          </a:prstGeom>
        </p:spPr>
        <p:txBody>
          <a:bodyPr anchor="t" rtlCol="false" tIns="0" lIns="0" bIns="0" rIns="0">
            <a:spAutoFit/>
          </a:bodyPr>
          <a:lstStyle/>
          <a:p>
            <a:pPr algn="just">
              <a:lnSpc>
                <a:spcPts val="2520"/>
              </a:lnSpc>
            </a:pPr>
            <a:r>
              <a:rPr lang="en-US" sz="1800" b="true">
                <a:solidFill>
                  <a:srgbClr val="FFFFFF"/>
                </a:solidFill>
                <a:latin typeface="Inter SemiBold"/>
                <a:ea typeface="Inter SemiBold"/>
                <a:cs typeface="Inter SemiBold"/>
                <a:sym typeface="Inter SemiBold"/>
              </a:rPr>
              <a:t>LafroX SpA</a:t>
            </a:r>
          </a:p>
        </p:txBody>
      </p:sp>
      <p:sp>
        <p:nvSpPr>
          <p:cNvPr name="TextBox 12" id="12"/>
          <p:cNvSpPr txBox="true"/>
          <p:nvPr/>
        </p:nvSpPr>
        <p:spPr>
          <a:xfrm rot="0">
            <a:off x="12763761" y="8961120"/>
            <a:ext cx="4041891" cy="297180"/>
          </a:xfrm>
          <a:prstGeom prst="rect">
            <a:avLst/>
          </a:prstGeom>
        </p:spPr>
        <p:txBody>
          <a:bodyPr anchor="t" rtlCol="false" tIns="0" lIns="0" bIns="0" rIns="0">
            <a:spAutoFit/>
          </a:bodyPr>
          <a:lstStyle/>
          <a:p>
            <a:pPr algn="r">
              <a:lnSpc>
                <a:spcPts val="2520"/>
              </a:lnSpc>
            </a:pPr>
            <a:r>
              <a:rPr lang="en-US" sz="1800">
                <a:solidFill>
                  <a:srgbClr val="FFFFFF"/>
                </a:solidFill>
                <a:latin typeface="Inter"/>
                <a:ea typeface="Inter"/>
                <a:cs typeface="Inter"/>
                <a:sym typeface="Inter"/>
              </a:rPr>
              <a:t>Siguiente</a:t>
            </a:r>
          </a:p>
        </p:txBody>
      </p:sp>
      <p:pic>
        <p:nvPicPr>
          <p:cNvPr id="13" name="LafroX Isotipo" descr="Isotipo LafroX"/>
          <p:cNvPicPr>
            <a:picLocks noChangeAspect="1"/>
          </p:cNvPicPr>
          <p:nvPr/>
        </p:nvPicPr>
        <p:blipFill>
          <a:blip r:embed="rId9"/>
          <a:stretch>
            <a:fillRect/>
          </a:stretch>
        </p:blipFill>
        <p:spPr>
          <a:xfrm>
            <a:off x="1472184" y="850392"/>
            <a:ext cx="551723" cy="566928"/>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409758" y="6975062"/>
            <a:ext cx="11109212" cy="5554606"/>
          </a:xfrm>
          <a:custGeom>
            <a:avLst/>
            <a:gdLst/>
            <a:ahLst/>
            <a:cxnLst/>
            <a:rect r="r" b="b" t="t" l="l"/>
            <a:pathLst>
              <a:path h="5554606" w="11109212">
                <a:moveTo>
                  <a:pt x="0" y="5554607"/>
                </a:moveTo>
                <a:lnTo>
                  <a:pt x="11109212" y="5554607"/>
                </a:lnTo>
                <a:lnTo>
                  <a:pt x="11109212" y="0"/>
                </a:lnTo>
                <a:lnTo>
                  <a:pt x="0" y="0"/>
                </a:lnTo>
                <a:lnTo>
                  <a:pt x="0" y="555460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04926" y="5717771"/>
            <a:ext cx="10236981" cy="10236981"/>
          </a:xfrm>
          <a:custGeom>
            <a:avLst/>
            <a:gdLst/>
            <a:ahLst/>
            <a:cxnLst/>
            <a:rect r="r" b="b" t="t" l="l"/>
            <a:pathLst>
              <a:path h="10236981" w="10236981">
                <a:moveTo>
                  <a:pt x="0" y="0"/>
                </a:moveTo>
                <a:lnTo>
                  <a:pt x="10236981" y="0"/>
                </a:lnTo>
                <a:lnTo>
                  <a:pt x="10236981" y="10236981"/>
                </a:lnTo>
                <a:lnTo>
                  <a:pt x="0" y="10236981"/>
                </a:lnTo>
                <a:lnTo>
                  <a:pt x="0" y="0"/>
                </a:lnTo>
                <a:close/>
              </a:path>
            </a:pathLst>
          </a:custGeom>
          <a:blipFill>
            <a:blip r:embed="rId4">
              <a:alphaModFix amt="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7055578" y="8954933"/>
            <a:ext cx="203722" cy="338129"/>
          </a:xfrm>
          <a:custGeom>
            <a:avLst/>
            <a:gdLst/>
            <a:ahLst/>
            <a:cxnLst/>
            <a:rect r="r" b="b" t="t" l="l"/>
            <a:pathLst>
              <a:path h="338129" w="203722">
                <a:moveTo>
                  <a:pt x="203722" y="0"/>
                </a:moveTo>
                <a:lnTo>
                  <a:pt x="0" y="0"/>
                </a:lnTo>
                <a:lnTo>
                  <a:pt x="0" y="338129"/>
                </a:lnTo>
                <a:lnTo>
                  <a:pt x="203722" y="338129"/>
                </a:lnTo>
                <a:lnTo>
                  <a:pt x="2037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6902895" y="8954933"/>
            <a:ext cx="203722" cy="338129"/>
          </a:xfrm>
          <a:custGeom>
            <a:avLst/>
            <a:gdLst/>
            <a:ahLst/>
            <a:cxnLst/>
            <a:rect r="r" b="b" t="t" l="l"/>
            <a:pathLst>
              <a:path h="338129" w="203722">
                <a:moveTo>
                  <a:pt x="203723" y="0"/>
                </a:moveTo>
                <a:lnTo>
                  <a:pt x="0" y="0"/>
                </a:lnTo>
                <a:lnTo>
                  <a:pt x="0" y="338129"/>
                </a:lnTo>
                <a:lnTo>
                  <a:pt x="203723" y="338129"/>
                </a:lnTo>
                <a:lnTo>
                  <a:pt x="20372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117519" y="-2801973"/>
            <a:ext cx="6415501" cy="6415501"/>
          </a:xfrm>
          <a:custGeom>
            <a:avLst/>
            <a:gdLst/>
            <a:ahLst/>
            <a:cxnLst/>
            <a:rect r="r" b="b" t="t" l="l"/>
            <a:pathLst>
              <a:path h="6415501" w="6415501">
                <a:moveTo>
                  <a:pt x="0" y="0"/>
                </a:moveTo>
                <a:lnTo>
                  <a:pt x="6415501" y="0"/>
                </a:lnTo>
                <a:lnTo>
                  <a:pt x="6415501" y="6415500"/>
                </a:lnTo>
                <a:lnTo>
                  <a:pt x="0" y="64155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475324" y="2747712"/>
            <a:ext cx="7668676" cy="2833585"/>
          </a:xfrm>
          <a:prstGeom prst="rect">
            <a:avLst/>
          </a:prstGeom>
        </p:spPr>
        <p:txBody>
          <a:bodyPr anchor="t" rtlCol="false" tIns="0" lIns="0" bIns="0" rIns="0">
            <a:spAutoFit/>
          </a:bodyPr>
          <a:lstStyle/>
          <a:p>
            <a:pPr algn="l">
              <a:lnSpc>
                <a:spcPts val="10651"/>
              </a:lnSpc>
            </a:pPr>
            <a:r>
              <a:rPr lang="en-US" sz="8115" b="true">
                <a:solidFill>
                  <a:srgbClr val="111111"/>
                </a:solidFill>
                <a:latin typeface="Inter SemiBold"/>
                <a:ea typeface="Inter SemiBold"/>
                <a:cs typeface="Inter SemiBold"/>
                <a:sym typeface="Inter SemiBold"/>
              </a:rPr>
              <a:t>Problemática</a:t>
            </a:r>
          </a:p>
        </p:txBody>
      </p:sp>
      <p:sp>
        <p:nvSpPr>
          <p:cNvPr name="TextBox 8" id="8"/>
          <p:cNvSpPr txBox="true"/>
          <p:nvPr/>
        </p:nvSpPr>
        <p:spPr>
          <a:xfrm rot="0">
            <a:off x="9633110" y="2544903"/>
            <a:ext cx="4890307" cy="28914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9" id="9"/>
          <p:cNvSpPr txBox="true"/>
          <p:nvPr/>
        </p:nvSpPr>
        <p:spPr>
          <a:xfrm rot="0">
            <a:off x="9633110" y="6020331"/>
            <a:ext cx="4890307" cy="28914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0" id="10"/>
          <p:cNvSpPr txBox="true"/>
          <p:nvPr/>
        </p:nvSpPr>
        <p:spPr>
          <a:xfrm rot="0">
            <a:off x="14856791" y="8961120"/>
            <a:ext cx="1948860" cy="297180"/>
          </a:xfrm>
          <a:prstGeom prst="rect">
            <a:avLst/>
          </a:prstGeom>
        </p:spPr>
        <p:txBody>
          <a:bodyPr anchor="t" rtlCol="false" tIns="0" lIns="0" bIns="0" rIns="0">
            <a:spAutoFit/>
          </a:bodyPr>
          <a:lstStyle/>
          <a:p>
            <a:pPr algn="r">
              <a:lnSpc>
                <a:spcPts val="2520"/>
              </a:lnSpc>
            </a:pPr>
            <a:r>
              <a:rPr lang="en-US" sz="1800">
                <a:solidFill>
                  <a:srgbClr val="000000"/>
                </a:solidFill>
                <a:latin typeface="Inter"/>
                <a:ea typeface="Inter"/>
                <a:cs typeface="Inter"/>
                <a:sym typeface="Inter"/>
              </a:rPr>
              <a:t>Siguiente</a:t>
            </a:r>
          </a:p>
        </p:txBody>
      </p:sp>
      <p:sp>
        <p:nvSpPr>
          <p:cNvPr name="TextBox 11" id="11"/>
          <p:cNvSpPr txBox="true"/>
          <p:nvPr/>
        </p:nvSpPr>
        <p:spPr>
          <a:xfrm rot="0">
            <a:off x="2188556" y="1000125"/>
            <a:ext cx="3328659" cy="297180"/>
          </a:xfrm>
          <a:prstGeom prst="rect">
            <a:avLst/>
          </a:prstGeom>
        </p:spPr>
        <p:txBody>
          <a:bodyPr anchor="t" rtlCol="false" tIns="0" lIns="0" bIns="0" rIns="0">
            <a:spAutoFit/>
          </a:bodyPr>
          <a:lstStyle/>
          <a:p>
            <a:pPr algn="just">
              <a:lnSpc>
                <a:spcPts val="2520"/>
              </a:lnSpc>
            </a:pPr>
            <a:r>
              <a:rPr lang="en-US" sz="1800" b="true">
                <a:solidFill>
                  <a:srgbClr val="000000"/>
                </a:solidFill>
                <a:latin typeface="Inter SemiBold"/>
                <a:ea typeface="Inter SemiBold"/>
                <a:cs typeface="Inter SemiBold"/>
                <a:sym typeface="Inter SemiBold"/>
              </a:rPr>
              <a:t>LafroX SpA</a:t>
            </a:r>
          </a:p>
        </p:txBody>
      </p:sp>
      <p:pic>
        <p:nvPicPr>
          <p:cNvPr id="12" name="LafroX Isotipo" descr="Isotipo LafroX"/>
          <p:cNvPicPr>
            <a:picLocks noChangeAspect="1"/>
          </p:cNvPicPr>
          <p:nvPr/>
        </p:nvPicPr>
        <p:blipFill>
          <a:blip r:embed="rId10"/>
          <a:stretch>
            <a:fillRect/>
          </a:stretch>
        </p:blipFill>
        <p:spPr>
          <a:xfrm>
            <a:off x="1472184" y="850392"/>
            <a:ext cx="551723" cy="566928"/>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25509" y="-8090895"/>
            <a:ext cx="10236981" cy="10236981"/>
          </a:xfrm>
          <a:custGeom>
            <a:avLst/>
            <a:gdLst/>
            <a:ahLst/>
            <a:cxnLst/>
            <a:rect r="r" b="b" t="t" l="l"/>
            <a:pathLst>
              <a:path h="10236981" w="10236981">
                <a:moveTo>
                  <a:pt x="0" y="0"/>
                </a:moveTo>
                <a:lnTo>
                  <a:pt x="10236982" y="0"/>
                </a:lnTo>
                <a:lnTo>
                  <a:pt x="10236982" y="10236981"/>
                </a:lnTo>
                <a:lnTo>
                  <a:pt x="0" y="10236981"/>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92402" y="798726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5965602" y="798726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1619980"/>
            <a:ext cx="5153525" cy="5344669"/>
            <a:chOff x="0" y="0"/>
            <a:chExt cx="1357307" cy="1407650"/>
          </a:xfrm>
        </p:grpSpPr>
        <p:sp>
          <p:nvSpPr>
            <p:cNvPr name="Freeform 6" id="6"/>
            <p:cNvSpPr/>
            <p:nvPr/>
          </p:nvSpPr>
          <p:spPr>
            <a:xfrm flipH="false" flipV="false" rot="0">
              <a:off x="0" y="0"/>
              <a:ext cx="1357307" cy="1407650"/>
            </a:xfrm>
            <a:custGeom>
              <a:avLst/>
              <a:gdLst/>
              <a:ahLst/>
              <a:cxnLst/>
              <a:rect r="r" b="b" t="t" l="l"/>
              <a:pathLst>
                <a:path h="1407650" w="1357307">
                  <a:moveTo>
                    <a:pt x="61593" y="0"/>
                  </a:moveTo>
                  <a:lnTo>
                    <a:pt x="1295714" y="0"/>
                  </a:lnTo>
                  <a:cubicBezTo>
                    <a:pt x="1329731" y="0"/>
                    <a:pt x="1357307" y="27576"/>
                    <a:pt x="1357307" y="61593"/>
                  </a:cubicBezTo>
                  <a:lnTo>
                    <a:pt x="1357307" y="1346057"/>
                  </a:lnTo>
                  <a:cubicBezTo>
                    <a:pt x="1357307" y="1362392"/>
                    <a:pt x="1350818" y="1378059"/>
                    <a:pt x="1339267" y="1389610"/>
                  </a:cubicBezTo>
                  <a:cubicBezTo>
                    <a:pt x="1327716" y="1401160"/>
                    <a:pt x="1312050" y="1407650"/>
                    <a:pt x="1295714" y="1407650"/>
                  </a:cubicBezTo>
                  <a:lnTo>
                    <a:pt x="61593" y="1407650"/>
                  </a:lnTo>
                  <a:cubicBezTo>
                    <a:pt x="45257" y="1407650"/>
                    <a:pt x="29591" y="1401160"/>
                    <a:pt x="18040" y="1389610"/>
                  </a:cubicBezTo>
                  <a:cubicBezTo>
                    <a:pt x="6489" y="1378059"/>
                    <a:pt x="0" y="1362392"/>
                    <a:pt x="0" y="1346057"/>
                  </a:cubicBezTo>
                  <a:lnTo>
                    <a:pt x="0" y="61593"/>
                  </a:lnTo>
                  <a:cubicBezTo>
                    <a:pt x="0" y="45257"/>
                    <a:pt x="6489" y="29591"/>
                    <a:pt x="18040" y="18040"/>
                  </a:cubicBezTo>
                  <a:cubicBezTo>
                    <a:pt x="29591" y="6489"/>
                    <a:pt x="45257" y="0"/>
                    <a:pt x="61593" y="0"/>
                  </a:cubicBezTo>
                  <a:close/>
                </a:path>
              </a:pathLst>
            </a:custGeom>
            <a:ln w="114300" cap="rnd">
              <a:solidFill>
                <a:srgbClr val="141414"/>
              </a:solidFill>
              <a:prstDash val="solid"/>
              <a:round/>
            </a:ln>
          </p:spPr>
        </p:sp>
        <p:sp>
          <p:nvSpPr>
            <p:cNvPr name="TextBox 7" id="7"/>
            <p:cNvSpPr txBox="true"/>
            <p:nvPr/>
          </p:nvSpPr>
          <p:spPr>
            <a:xfrm>
              <a:off x="0" y="-47625"/>
              <a:ext cx="1357307" cy="1455275"/>
            </a:xfrm>
            <a:prstGeom prst="rect">
              <a:avLst/>
            </a:prstGeom>
          </p:spPr>
          <p:txBody>
            <a:bodyPr anchor="ctr" rtlCol="false" tIns="50800" lIns="50800" bIns="50800" rIns="50800"/>
            <a:lstStyle/>
            <a:p>
              <a:pPr algn="ctr">
                <a:lnSpc>
                  <a:spcPts val="3499"/>
                </a:lnSpc>
              </a:pPr>
            </a:p>
          </p:txBody>
        </p:sp>
      </p:grpSp>
      <p:sp>
        <p:nvSpPr>
          <p:cNvPr name="TextBox 8" id="8"/>
          <p:cNvSpPr txBox="true"/>
          <p:nvPr/>
        </p:nvSpPr>
        <p:spPr>
          <a:xfrm rot="0">
            <a:off x="5370156" y="7182945"/>
            <a:ext cx="7547688" cy="2075355"/>
          </a:xfrm>
          <a:prstGeom prst="rect">
            <a:avLst/>
          </a:prstGeom>
        </p:spPr>
        <p:txBody>
          <a:bodyPr anchor="t" rtlCol="false" tIns="0" lIns="0" bIns="0" rIns="0">
            <a:spAutoFit/>
          </a:bodyPr>
          <a:lstStyle/>
          <a:p>
            <a:pPr algn="ctr">
              <a:lnSpc>
                <a:spcPts val="14639"/>
              </a:lnSpc>
            </a:pPr>
            <a:r>
              <a:rPr lang="en-US" sz="11153" b="true">
                <a:solidFill>
                  <a:srgbClr val="111111"/>
                </a:solidFill>
                <a:latin typeface="Inter SemiBold"/>
                <a:ea typeface="Inter SemiBold"/>
                <a:cs typeface="Inter SemiBold"/>
                <a:sym typeface="Inter SemiBold"/>
              </a:rPr>
              <a:t>Objetivos</a:t>
            </a:r>
          </a:p>
        </p:txBody>
      </p:sp>
      <p:grpSp>
        <p:nvGrpSpPr>
          <p:cNvPr name="Group 9" id="9"/>
          <p:cNvGrpSpPr/>
          <p:nvPr/>
        </p:nvGrpSpPr>
        <p:grpSpPr>
          <a:xfrm rot="0">
            <a:off x="12105775" y="1619980"/>
            <a:ext cx="5153525" cy="5344669"/>
            <a:chOff x="0" y="0"/>
            <a:chExt cx="1357307" cy="1407650"/>
          </a:xfrm>
        </p:grpSpPr>
        <p:sp>
          <p:nvSpPr>
            <p:cNvPr name="Freeform 10" id="10"/>
            <p:cNvSpPr/>
            <p:nvPr/>
          </p:nvSpPr>
          <p:spPr>
            <a:xfrm flipH="false" flipV="false" rot="0">
              <a:off x="0" y="0"/>
              <a:ext cx="1357307" cy="1407650"/>
            </a:xfrm>
            <a:custGeom>
              <a:avLst/>
              <a:gdLst/>
              <a:ahLst/>
              <a:cxnLst/>
              <a:rect r="r" b="b" t="t" l="l"/>
              <a:pathLst>
                <a:path h="1407650" w="1357307">
                  <a:moveTo>
                    <a:pt x="61593" y="0"/>
                  </a:moveTo>
                  <a:lnTo>
                    <a:pt x="1295714" y="0"/>
                  </a:lnTo>
                  <a:cubicBezTo>
                    <a:pt x="1329731" y="0"/>
                    <a:pt x="1357307" y="27576"/>
                    <a:pt x="1357307" y="61593"/>
                  </a:cubicBezTo>
                  <a:lnTo>
                    <a:pt x="1357307" y="1346057"/>
                  </a:lnTo>
                  <a:cubicBezTo>
                    <a:pt x="1357307" y="1362392"/>
                    <a:pt x="1350818" y="1378059"/>
                    <a:pt x="1339267" y="1389610"/>
                  </a:cubicBezTo>
                  <a:cubicBezTo>
                    <a:pt x="1327716" y="1401160"/>
                    <a:pt x="1312050" y="1407650"/>
                    <a:pt x="1295714" y="1407650"/>
                  </a:cubicBezTo>
                  <a:lnTo>
                    <a:pt x="61593" y="1407650"/>
                  </a:lnTo>
                  <a:cubicBezTo>
                    <a:pt x="45257" y="1407650"/>
                    <a:pt x="29591" y="1401160"/>
                    <a:pt x="18040" y="1389610"/>
                  </a:cubicBezTo>
                  <a:cubicBezTo>
                    <a:pt x="6489" y="1378059"/>
                    <a:pt x="0" y="1362392"/>
                    <a:pt x="0" y="1346057"/>
                  </a:cubicBezTo>
                  <a:lnTo>
                    <a:pt x="0" y="61593"/>
                  </a:lnTo>
                  <a:cubicBezTo>
                    <a:pt x="0" y="45257"/>
                    <a:pt x="6489" y="29591"/>
                    <a:pt x="18040" y="18040"/>
                  </a:cubicBezTo>
                  <a:cubicBezTo>
                    <a:pt x="29591" y="6489"/>
                    <a:pt x="45257" y="0"/>
                    <a:pt x="61593" y="0"/>
                  </a:cubicBezTo>
                  <a:close/>
                </a:path>
              </a:pathLst>
            </a:custGeom>
            <a:ln w="114300" cap="rnd">
              <a:solidFill>
                <a:srgbClr val="E8641B"/>
              </a:solidFill>
              <a:prstDash val="solid"/>
              <a:round/>
            </a:ln>
          </p:spPr>
        </p:sp>
        <p:sp>
          <p:nvSpPr>
            <p:cNvPr name="TextBox 11" id="11"/>
            <p:cNvSpPr txBox="true"/>
            <p:nvPr/>
          </p:nvSpPr>
          <p:spPr>
            <a:xfrm>
              <a:off x="0" y="-47625"/>
              <a:ext cx="1357307" cy="1455275"/>
            </a:xfrm>
            <a:prstGeom prst="rect">
              <a:avLst/>
            </a:prstGeom>
          </p:spPr>
          <p:txBody>
            <a:bodyPr anchor="ctr" rtlCol="false" tIns="50800" lIns="50800" bIns="50800" rIns="50800"/>
            <a:lstStyle/>
            <a:p>
              <a:pPr algn="ctr">
                <a:lnSpc>
                  <a:spcPts val="3499"/>
                </a:lnSpc>
              </a:pPr>
            </a:p>
          </p:txBody>
        </p:sp>
      </p:grpSp>
      <p:sp>
        <p:nvSpPr>
          <p:cNvPr name="TextBox 12" id="12"/>
          <p:cNvSpPr txBox="true"/>
          <p:nvPr/>
        </p:nvSpPr>
        <p:spPr>
          <a:xfrm rot="0">
            <a:off x="7001050" y="2894964"/>
            <a:ext cx="4285901" cy="325335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3" id="13"/>
          <p:cNvSpPr txBox="true"/>
          <p:nvPr/>
        </p:nvSpPr>
        <p:spPr>
          <a:xfrm rot="0">
            <a:off x="1983067" y="2460411"/>
            <a:ext cx="3244790" cy="705730"/>
          </a:xfrm>
          <a:prstGeom prst="rect">
            <a:avLst/>
          </a:prstGeom>
        </p:spPr>
        <p:txBody>
          <a:bodyPr anchor="t" rtlCol="false" tIns="0" lIns="0" bIns="0" rIns="0">
            <a:spAutoFit/>
          </a:bodyPr>
          <a:lstStyle/>
          <a:p>
            <a:pPr algn="ctr">
              <a:lnSpc>
                <a:spcPts val="4997"/>
              </a:lnSpc>
            </a:pPr>
            <a:r>
              <a:rPr lang="en-US" sz="3807" b="true">
                <a:solidFill>
                  <a:srgbClr val="111111"/>
                </a:solidFill>
                <a:latin typeface="Inter SemiBold"/>
                <a:ea typeface="Inter SemiBold"/>
                <a:cs typeface="Inter SemiBold"/>
                <a:sym typeface="Inter SemiBold"/>
              </a:rPr>
              <a:t>Objetivo 01</a:t>
            </a:r>
          </a:p>
        </p:txBody>
      </p:sp>
      <p:sp>
        <p:nvSpPr>
          <p:cNvPr name="TextBox 14" id="14"/>
          <p:cNvSpPr txBox="true"/>
          <p:nvPr/>
        </p:nvSpPr>
        <p:spPr>
          <a:xfrm rot="0">
            <a:off x="13060143" y="2460411"/>
            <a:ext cx="3244790" cy="705730"/>
          </a:xfrm>
          <a:prstGeom prst="rect">
            <a:avLst/>
          </a:prstGeom>
        </p:spPr>
        <p:txBody>
          <a:bodyPr anchor="t" rtlCol="false" tIns="0" lIns="0" bIns="0" rIns="0">
            <a:spAutoFit/>
          </a:bodyPr>
          <a:lstStyle/>
          <a:p>
            <a:pPr algn="ctr">
              <a:lnSpc>
                <a:spcPts val="4997"/>
              </a:lnSpc>
            </a:pPr>
            <a:r>
              <a:rPr lang="en-US" sz="3807" b="true">
                <a:solidFill>
                  <a:srgbClr val="111111"/>
                </a:solidFill>
                <a:latin typeface="Inter SemiBold"/>
                <a:ea typeface="Inter SemiBold"/>
                <a:cs typeface="Inter SemiBold"/>
                <a:sym typeface="Inter SemiBold"/>
              </a:rPr>
              <a:t>Objetivo 02</a:t>
            </a:r>
          </a:p>
        </p:txBody>
      </p:sp>
      <p:sp>
        <p:nvSpPr>
          <p:cNvPr name="TextBox 15" id="15"/>
          <p:cNvSpPr txBox="true"/>
          <p:nvPr/>
        </p:nvSpPr>
        <p:spPr>
          <a:xfrm rot="0">
            <a:off x="1651640" y="3875794"/>
            <a:ext cx="3907644" cy="252945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a:t>
            </a:r>
          </a:p>
        </p:txBody>
      </p:sp>
      <p:sp>
        <p:nvSpPr>
          <p:cNvPr name="TextBox 16" id="16"/>
          <p:cNvSpPr txBox="true"/>
          <p:nvPr/>
        </p:nvSpPr>
        <p:spPr>
          <a:xfrm rot="0">
            <a:off x="12728715" y="3875794"/>
            <a:ext cx="3907644" cy="252945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a:t>
            </a:r>
          </a:p>
        </p:txBody>
      </p:sp>
      <p:sp>
        <p:nvSpPr>
          <p:cNvPr name="Freeform 17" id="17"/>
          <p:cNvSpPr/>
          <p:nvPr/>
        </p:nvSpPr>
        <p:spPr>
          <a:xfrm flipH="true" flipV="false" rot="0">
            <a:off x="2322398" y="798726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1850802" y="798726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67698" y="2206112"/>
            <a:ext cx="943170" cy="943170"/>
          </a:xfrm>
          <a:custGeom>
            <a:avLst/>
            <a:gdLst/>
            <a:ahLst/>
            <a:cxnLst/>
            <a:rect r="r" b="b" t="t" l="l"/>
            <a:pathLst>
              <a:path h="943170" w="943170">
                <a:moveTo>
                  <a:pt x="0" y="0"/>
                </a:moveTo>
                <a:lnTo>
                  <a:pt x="943169" y="0"/>
                </a:lnTo>
                <a:lnTo>
                  <a:pt x="943169" y="943170"/>
                </a:lnTo>
                <a:lnTo>
                  <a:pt x="0" y="943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767698" y="4622176"/>
            <a:ext cx="943170" cy="1078469"/>
          </a:xfrm>
          <a:custGeom>
            <a:avLst/>
            <a:gdLst/>
            <a:ahLst/>
            <a:cxnLst/>
            <a:rect r="r" b="b" t="t" l="l"/>
            <a:pathLst>
              <a:path h="1078469" w="943170">
                <a:moveTo>
                  <a:pt x="0" y="0"/>
                </a:moveTo>
                <a:lnTo>
                  <a:pt x="943169" y="0"/>
                </a:lnTo>
                <a:lnTo>
                  <a:pt x="943169" y="1078468"/>
                </a:lnTo>
                <a:lnTo>
                  <a:pt x="0" y="1078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767698" y="7177019"/>
            <a:ext cx="943170" cy="907857"/>
          </a:xfrm>
          <a:custGeom>
            <a:avLst/>
            <a:gdLst/>
            <a:ahLst/>
            <a:cxnLst/>
            <a:rect r="r" b="b" t="t" l="l"/>
            <a:pathLst>
              <a:path h="907857" w="943170">
                <a:moveTo>
                  <a:pt x="0" y="0"/>
                </a:moveTo>
                <a:lnTo>
                  <a:pt x="943169" y="0"/>
                </a:lnTo>
                <a:lnTo>
                  <a:pt x="943169" y="907857"/>
                </a:lnTo>
                <a:lnTo>
                  <a:pt x="0" y="9078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498225" y="8434217"/>
            <a:ext cx="3290311" cy="3290311"/>
          </a:xfrm>
          <a:custGeom>
            <a:avLst/>
            <a:gdLst/>
            <a:ahLst/>
            <a:cxnLst/>
            <a:rect r="r" b="b" t="t" l="l"/>
            <a:pathLst>
              <a:path h="3290311" w="3290311">
                <a:moveTo>
                  <a:pt x="0" y="0"/>
                </a:moveTo>
                <a:lnTo>
                  <a:pt x="3290311" y="0"/>
                </a:lnTo>
                <a:lnTo>
                  <a:pt x="3290311" y="3290311"/>
                </a:lnTo>
                <a:lnTo>
                  <a:pt x="0" y="32903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42265" y="8434217"/>
            <a:ext cx="3290311" cy="3290311"/>
          </a:xfrm>
          <a:custGeom>
            <a:avLst/>
            <a:gdLst/>
            <a:ahLst/>
            <a:cxnLst/>
            <a:rect r="r" b="b" t="t" l="l"/>
            <a:pathLst>
              <a:path h="3290311" w="3290311">
                <a:moveTo>
                  <a:pt x="0" y="0"/>
                </a:moveTo>
                <a:lnTo>
                  <a:pt x="3290311" y="0"/>
                </a:lnTo>
                <a:lnTo>
                  <a:pt x="3290311" y="3290311"/>
                </a:lnTo>
                <a:lnTo>
                  <a:pt x="0" y="3290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1493952" y="4574551"/>
            <a:ext cx="4890307" cy="14436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8" id="8"/>
          <p:cNvSpPr txBox="true"/>
          <p:nvPr/>
        </p:nvSpPr>
        <p:spPr>
          <a:xfrm rot="0">
            <a:off x="11493952" y="6990614"/>
            <a:ext cx="4890307" cy="14436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Freeform 9" id="9"/>
          <p:cNvSpPr/>
          <p:nvPr/>
        </p:nvSpPr>
        <p:spPr>
          <a:xfrm flipH="false" flipV="false" rot="0">
            <a:off x="12959547" y="3602090"/>
            <a:ext cx="10236981" cy="10236981"/>
          </a:xfrm>
          <a:custGeom>
            <a:avLst/>
            <a:gdLst/>
            <a:ahLst/>
            <a:cxnLst/>
            <a:rect r="r" b="b" t="t" l="l"/>
            <a:pathLst>
              <a:path h="10236981" w="10236981">
                <a:moveTo>
                  <a:pt x="0" y="0"/>
                </a:moveTo>
                <a:lnTo>
                  <a:pt x="10236981" y="0"/>
                </a:lnTo>
                <a:lnTo>
                  <a:pt x="10236981" y="10236981"/>
                </a:lnTo>
                <a:lnTo>
                  <a:pt x="0" y="10236981"/>
                </a:lnTo>
                <a:lnTo>
                  <a:pt x="0" y="0"/>
                </a:lnTo>
                <a:close/>
              </a:path>
            </a:pathLst>
          </a:custGeom>
          <a:blipFill>
            <a:blip r:embed="rId12">
              <a:alphaModFix amt="5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4972526" y="-2876909"/>
            <a:ext cx="11109212" cy="5554606"/>
          </a:xfrm>
          <a:custGeom>
            <a:avLst/>
            <a:gdLst/>
            <a:ahLst/>
            <a:cxnLst/>
            <a:rect r="r" b="b" t="t" l="l"/>
            <a:pathLst>
              <a:path h="5554606" w="11109212">
                <a:moveTo>
                  <a:pt x="0" y="0"/>
                </a:moveTo>
                <a:lnTo>
                  <a:pt x="11109213" y="0"/>
                </a:lnTo>
                <a:lnTo>
                  <a:pt x="11109213" y="5554606"/>
                </a:lnTo>
                <a:lnTo>
                  <a:pt x="0" y="555460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1431044" y="1908274"/>
            <a:ext cx="8336653" cy="2790501"/>
          </a:xfrm>
          <a:prstGeom prst="rect">
            <a:avLst/>
          </a:prstGeom>
        </p:spPr>
        <p:txBody>
          <a:bodyPr anchor="t" rtlCol="false" tIns="0" lIns="0" bIns="0" rIns="0">
            <a:spAutoFit/>
          </a:bodyPr>
          <a:lstStyle/>
          <a:p>
            <a:pPr algn="l">
              <a:lnSpc>
                <a:spcPts val="10404"/>
              </a:lnSpc>
            </a:pPr>
            <a:r>
              <a:rPr lang="en-US" sz="7926" b="true">
                <a:solidFill>
                  <a:srgbClr val="111111"/>
                </a:solidFill>
                <a:latin typeface="Inter SemiBold"/>
                <a:ea typeface="Inter SemiBold"/>
                <a:cs typeface="Inter SemiBold"/>
                <a:sym typeface="Inter SemiBold"/>
              </a:rPr>
              <a:t>Solución o Estrategia</a:t>
            </a:r>
          </a:p>
        </p:txBody>
      </p:sp>
      <p:sp>
        <p:nvSpPr>
          <p:cNvPr name="TextBox 12" id="12"/>
          <p:cNvSpPr txBox="true"/>
          <p:nvPr/>
        </p:nvSpPr>
        <p:spPr>
          <a:xfrm rot="0">
            <a:off x="11493952" y="2158487"/>
            <a:ext cx="4890307" cy="14436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83713" y="-8222307"/>
            <a:ext cx="10236981" cy="10236981"/>
          </a:xfrm>
          <a:custGeom>
            <a:avLst/>
            <a:gdLst/>
            <a:ahLst/>
            <a:cxnLst/>
            <a:rect r="r" b="b" t="t" l="l"/>
            <a:pathLst>
              <a:path h="10236981" w="10236981">
                <a:moveTo>
                  <a:pt x="0" y="0"/>
                </a:moveTo>
                <a:lnTo>
                  <a:pt x="10236982" y="0"/>
                </a:lnTo>
                <a:lnTo>
                  <a:pt x="10236982" y="10236982"/>
                </a:lnTo>
                <a:lnTo>
                  <a:pt x="0" y="1023698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427790" y="1275183"/>
            <a:ext cx="8873900" cy="8722608"/>
          </a:xfrm>
          <a:prstGeom prst="rect">
            <a:avLst/>
          </a:prstGeom>
        </p:spPr>
      </p:pic>
      <p:sp>
        <p:nvSpPr>
          <p:cNvPr name="Freeform 4" id="4"/>
          <p:cNvSpPr/>
          <p:nvPr/>
        </p:nvSpPr>
        <p:spPr>
          <a:xfrm flipH="false" flipV="false" rot="0">
            <a:off x="14926022" y="3069031"/>
            <a:ext cx="4308206" cy="8647858"/>
          </a:xfrm>
          <a:custGeom>
            <a:avLst/>
            <a:gdLst/>
            <a:ahLst/>
            <a:cxnLst/>
            <a:rect r="r" b="b" t="t" l="l"/>
            <a:pathLst>
              <a:path h="8647858" w="4308206">
                <a:moveTo>
                  <a:pt x="0" y="0"/>
                </a:moveTo>
                <a:lnTo>
                  <a:pt x="4308206" y="0"/>
                </a:lnTo>
                <a:lnTo>
                  <a:pt x="4308206" y="8647858"/>
                </a:lnTo>
                <a:lnTo>
                  <a:pt x="0" y="86478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9389512" y="7392960"/>
            <a:ext cx="1934559" cy="593921"/>
            <a:chOff x="0" y="0"/>
            <a:chExt cx="609449" cy="187104"/>
          </a:xfrm>
        </p:grpSpPr>
        <p:sp>
          <p:nvSpPr>
            <p:cNvPr name="Freeform 6" id="6"/>
            <p:cNvSpPr/>
            <p:nvPr/>
          </p:nvSpPr>
          <p:spPr>
            <a:xfrm flipH="false" flipV="false" rot="0">
              <a:off x="0" y="0"/>
              <a:ext cx="609449" cy="187104"/>
            </a:xfrm>
            <a:custGeom>
              <a:avLst/>
              <a:gdLst/>
              <a:ahLst/>
              <a:cxnLst/>
              <a:rect r="r" b="b" t="t" l="l"/>
              <a:pathLst>
                <a:path h="187104" w="609449">
                  <a:moveTo>
                    <a:pt x="93552" y="0"/>
                  </a:moveTo>
                  <a:lnTo>
                    <a:pt x="515897" y="0"/>
                  </a:lnTo>
                  <a:cubicBezTo>
                    <a:pt x="567564" y="0"/>
                    <a:pt x="609449" y="41885"/>
                    <a:pt x="609449" y="93552"/>
                  </a:cubicBezTo>
                  <a:lnTo>
                    <a:pt x="609449" y="93552"/>
                  </a:lnTo>
                  <a:cubicBezTo>
                    <a:pt x="609449" y="118364"/>
                    <a:pt x="599593" y="142159"/>
                    <a:pt x="582048" y="159704"/>
                  </a:cubicBezTo>
                  <a:cubicBezTo>
                    <a:pt x="564504" y="177248"/>
                    <a:pt x="540708" y="187104"/>
                    <a:pt x="515897" y="187104"/>
                  </a:cubicBezTo>
                  <a:lnTo>
                    <a:pt x="93552" y="187104"/>
                  </a:lnTo>
                  <a:cubicBezTo>
                    <a:pt x="68741" y="187104"/>
                    <a:pt x="44945" y="177248"/>
                    <a:pt x="27401" y="159704"/>
                  </a:cubicBezTo>
                  <a:cubicBezTo>
                    <a:pt x="9856" y="142159"/>
                    <a:pt x="0" y="118364"/>
                    <a:pt x="0" y="93552"/>
                  </a:cubicBezTo>
                  <a:lnTo>
                    <a:pt x="0" y="93552"/>
                  </a:lnTo>
                  <a:cubicBezTo>
                    <a:pt x="0" y="68741"/>
                    <a:pt x="9856" y="44945"/>
                    <a:pt x="27401" y="27401"/>
                  </a:cubicBezTo>
                  <a:cubicBezTo>
                    <a:pt x="44945" y="9856"/>
                    <a:pt x="68741" y="0"/>
                    <a:pt x="93552" y="0"/>
                  </a:cubicBezTo>
                  <a:close/>
                </a:path>
              </a:pathLst>
            </a:custGeom>
            <a:solidFill>
              <a:srgbClr val="E8641B"/>
            </a:solidFill>
          </p:spPr>
        </p:sp>
        <p:sp>
          <p:nvSpPr>
            <p:cNvPr name="TextBox 7" id="7"/>
            <p:cNvSpPr txBox="true"/>
            <p:nvPr/>
          </p:nvSpPr>
          <p:spPr>
            <a:xfrm>
              <a:off x="0" y="-47625"/>
              <a:ext cx="609449" cy="234729"/>
            </a:xfrm>
            <a:prstGeom prst="rect">
              <a:avLst/>
            </a:prstGeom>
          </p:spPr>
          <p:txBody>
            <a:bodyPr anchor="ctr" rtlCol="false" tIns="50800" lIns="50800" bIns="50800" rIns="50800"/>
            <a:lstStyle/>
            <a:p>
              <a:pPr algn="ctr">
                <a:lnSpc>
                  <a:spcPts val="3499"/>
                </a:lnSpc>
              </a:pPr>
            </a:p>
          </p:txBody>
        </p:sp>
      </p:grpSp>
      <p:sp>
        <p:nvSpPr>
          <p:cNvPr name="TextBox 8" id="8"/>
          <p:cNvSpPr txBox="true"/>
          <p:nvPr/>
        </p:nvSpPr>
        <p:spPr>
          <a:xfrm rot="0">
            <a:off x="9389512" y="1838609"/>
            <a:ext cx="6118286" cy="1567056"/>
          </a:xfrm>
          <a:prstGeom prst="rect">
            <a:avLst/>
          </a:prstGeom>
        </p:spPr>
        <p:txBody>
          <a:bodyPr anchor="t" rtlCol="false" tIns="0" lIns="0" bIns="0" rIns="0">
            <a:spAutoFit/>
          </a:bodyPr>
          <a:lstStyle/>
          <a:p>
            <a:pPr algn="l">
              <a:lnSpc>
                <a:spcPts val="11104"/>
              </a:lnSpc>
            </a:pPr>
            <a:r>
              <a:rPr lang="en-US" sz="8460" b="true">
                <a:solidFill>
                  <a:srgbClr val="111111"/>
                </a:solidFill>
                <a:latin typeface="Inter SemiBold"/>
                <a:ea typeface="Inter SemiBold"/>
                <a:cs typeface="Inter SemiBold"/>
                <a:sym typeface="Inter SemiBold"/>
              </a:rPr>
              <a:t>Análisis</a:t>
            </a:r>
          </a:p>
        </p:txBody>
      </p:sp>
      <p:sp>
        <p:nvSpPr>
          <p:cNvPr name="TextBox 9" id="9"/>
          <p:cNvSpPr txBox="true"/>
          <p:nvPr/>
        </p:nvSpPr>
        <p:spPr>
          <a:xfrm rot="0">
            <a:off x="9389512" y="3862865"/>
            <a:ext cx="4879823" cy="28914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0" id="10"/>
          <p:cNvSpPr txBox="true"/>
          <p:nvPr/>
        </p:nvSpPr>
        <p:spPr>
          <a:xfrm rot="0">
            <a:off x="9497338" y="7531243"/>
            <a:ext cx="1718907" cy="288782"/>
          </a:xfrm>
          <a:prstGeom prst="rect">
            <a:avLst/>
          </a:prstGeom>
        </p:spPr>
        <p:txBody>
          <a:bodyPr anchor="t" rtlCol="false" tIns="0" lIns="0" bIns="0" rIns="0">
            <a:spAutoFit/>
          </a:bodyPr>
          <a:lstStyle/>
          <a:p>
            <a:pPr algn="ctr">
              <a:lnSpc>
                <a:spcPts val="2457"/>
              </a:lnSpc>
            </a:pPr>
            <a:r>
              <a:rPr lang="en-US" b="true" sz="1755" spc="-57">
                <a:solidFill>
                  <a:srgbClr val="FFFFFF"/>
                </a:solidFill>
                <a:latin typeface="Inter SemiBold"/>
                <a:ea typeface="Inter SemiBold"/>
                <a:cs typeface="Inter SemiBold"/>
                <a:sym typeface="Inter SemiBold"/>
              </a:rPr>
              <a:t>Ver más</a:t>
            </a:r>
          </a:p>
        </p:txBody>
      </p:sp>
      <p:sp>
        <p:nvSpPr>
          <p:cNvPr name="TextBox 11" id="11"/>
          <p:cNvSpPr txBox="true"/>
          <p:nvPr/>
        </p:nvSpPr>
        <p:spPr>
          <a:xfrm rot="0">
            <a:off x="13217409" y="1000125"/>
            <a:ext cx="3328659" cy="297180"/>
          </a:xfrm>
          <a:prstGeom prst="rect">
            <a:avLst/>
          </a:prstGeom>
        </p:spPr>
        <p:txBody>
          <a:bodyPr anchor="t" rtlCol="false" tIns="0" lIns="0" bIns="0" rIns="0">
            <a:spAutoFit/>
          </a:bodyPr>
          <a:lstStyle/>
          <a:p>
            <a:pPr algn="r">
              <a:lnSpc>
                <a:spcPts val="2520"/>
              </a:lnSpc>
            </a:pPr>
            <a:r>
              <a:rPr lang="en-US" sz="1800" b="true">
                <a:solidFill>
                  <a:srgbClr val="000000"/>
                </a:solidFill>
                <a:latin typeface="Inter SemiBold"/>
                <a:ea typeface="Inter SemiBold"/>
                <a:cs typeface="Inter SemiBold"/>
                <a:sym typeface="Inter SemiBold"/>
              </a:rPr>
              <a:t>LafroX SpA</a:t>
            </a:r>
          </a:p>
        </p:txBody>
      </p:sp>
      <p:pic>
        <p:nvPicPr>
          <p:cNvPr id="12" name="LafroX Isotipo" descr="Isotipo LafroX"/>
          <p:cNvPicPr>
            <a:picLocks noChangeAspect="1"/>
          </p:cNvPicPr>
          <p:nvPr/>
        </p:nvPicPr>
        <p:blipFill>
          <a:blip r:embed="rId7"/>
          <a:stretch>
            <a:fillRect/>
          </a:stretch>
        </p:blipFill>
        <p:spPr>
          <a:xfrm>
            <a:off x="16706088" y="850392"/>
            <a:ext cx="551723" cy="566928"/>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3192" y="-1969519"/>
            <a:ext cx="7495547" cy="5996438"/>
          </a:xfrm>
          <a:custGeom>
            <a:avLst/>
            <a:gdLst/>
            <a:ahLst/>
            <a:cxnLst/>
            <a:rect r="r" b="b" t="t" l="l"/>
            <a:pathLst>
              <a:path h="5996438" w="7495547">
                <a:moveTo>
                  <a:pt x="0" y="0"/>
                </a:moveTo>
                <a:lnTo>
                  <a:pt x="7495547" y="0"/>
                </a:lnTo>
                <a:lnTo>
                  <a:pt x="7495547" y="5996438"/>
                </a:lnTo>
                <a:lnTo>
                  <a:pt x="0" y="5996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318360"/>
            <a:ext cx="8326675" cy="2579594"/>
          </a:xfrm>
          <a:prstGeom prst="rect">
            <a:avLst/>
          </a:prstGeom>
        </p:spPr>
        <p:txBody>
          <a:bodyPr anchor="t" rtlCol="false" tIns="0" lIns="0" bIns="0" rIns="0">
            <a:spAutoFit/>
          </a:bodyPr>
          <a:lstStyle/>
          <a:p>
            <a:pPr algn="l">
              <a:lnSpc>
                <a:spcPts val="9625"/>
              </a:lnSpc>
            </a:pPr>
            <a:r>
              <a:rPr lang="en-US" sz="7333" b="true">
                <a:solidFill>
                  <a:srgbClr val="111111"/>
                </a:solidFill>
                <a:latin typeface="Inter SemiBold"/>
                <a:ea typeface="Inter SemiBold"/>
                <a:cs typeface="Inter SemiBold"/>
                <a:sym typeface="Inter SemiBold"/>
              </a:rPr>
              <a:t>Plan Financiero o Ingresos</a:t>
            </a:r>
          </a:p>
        </p:txBody>
      </p:sp>
      <p:sp>
        <p:nvSpPr>
          <p:cNvPr name="TextBox 4" id="4"/>
          <p:cNvSpPr txBox="true"/>
          <p:nvPr/>
        </p:nvSpPr>
        <p:spPr>
          <a:xfrm rot="0">
            <a:off x="12091830" y="1535307"/>
            <a:ext cx="4848379" cy="470535"/>
          </a:xfrm>
          <a:prstGeom prst="rect">
            <a:avLst/>
          </a:prstGeom>
        </p:spPr>
        <p:txBody>
          <a:bodyPr anchor="t" rtlCol="false" tIns="0" lIns="0" bIns="0" rIns="0">
            <a:spAutoFit/>
          </a:bodyPr>
          <a:lstStyle/>
          <a:p>
            <a:pPr algn="l">
              <a:lnSpc>
                <a:spcPts val="3359"/>
              </a:lnSpc>
            </a:pPr>
            <a:r>
              <a:rPr lang="en-US" sz="2559" b="true">
                <a:solidFill>
                  <a:srgbClr val="111111"/>
                </a:solidFill>
                <a:latin typeface="Inter SemiBold"/>
                <a:ea typeface="Inter SemiBold"/>
                <a:cs typeface="Inter SemiBold"/>
                <a:sym typeface="Inter SemiBold"/>
              </a:rPr>
              <a:t>Evaluación financiera</a:t>
            </a:r>
          </a:p>
        </p:txBody>
      </p:sp>
      <p:sp>
        <p:nvSpPr>
          <p:cNvPr name="TextBox 5" id="5"/>
          <p:cNvSpPr txBox="true"/>
          <p:nvPr/>
        </p:nvSpPr>
        <p:spPr>
          <a:xfrm rot="0">
            <a:off x="12091830" y="2182470"/>
            <a:ext cx="5167470" cy="14436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6" id="6"/>
          <p:cNvSpPr txBox="true"/>
          <p:nvPr/>
        </p:nvSpPr>
        <p:spPr>
          <a:xfrm rot="0">
            <a:off x="12091830" y="4199738"/>
            <a:ext cx="5123166" cy="470535"/>
          </a:xfrm>
          <a:prstGeom prst="rect">
            <a:avLst/>
          </a:prstGeom>
        </p:spPr>
        <p:txBody>
          <a:bodyPr anchor="t" rtlCol="false" tIns="0" lIns="0" bIns="0" rIns="0">
            <a:spAutoFit/>
          </a:bodyPr>
          <a:lstStyle/>
          <a:p>
            <a:pPr algn="l">
              <a:lnSpc>
                <a:spcPts val="3359"/>
              </a:lnSpc>
            </a:pPr>
            <a:r>
              <a:rPr lang="en-US" sz="2559" b="true">
                <a:solidFill>
                  <a:srgbClr val="111111"/>
                </a:solidFill>
                <a:latin typeface="Inter SemiBold"/>
                <a:ea typeface="Inter SemiBold"/>
                <a:cs typeface="Inter SemiBold"/>
                <a:sym typeface="Inter SemiBold"/>
              </a:rPr>
              <a:t>Logro de objetivos</a:t>
            </a:r>
          </a:p>
        </p:txBody>
      </p:sp>
      <p:sp>
        <p:nvSpPr>
          <p:cNvPr name="TextBox 7" id="7"/>
          <p:cNvSpPr txBox="true"/>
          <p:nvPr/>
        </p:nvSpPr>
        <p:spPr>
          <a:xfrm rot="0">
            <a:off x="12091830" y="4846900"/>
            <a:ext cx="5167470" cy="14436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8" id="8"/>
          <p:cNvSpPr txBox="true"/>
          <p:nvPr/>
        </p:nvSpPr>
        <p:spPr>
          <a:xfrm rot="0">
            <a:off x="12091830" y="6864168"/>
            <a:ext cx="5123166" cy="470535"/>
          </a:xfrm>
          <a:prstGeom prst="rect">
            <a:avLst/>
          </a:prstGeom>
        </p:spPr>
        <p:txBody>
          <a:bodyPr anchor="t" rtlCol="false" tIns="0" lIns="0" bIns="0" rIns="0">
            <a:spAutoFit/>
          </a:bodyPr>
          <a:lstStyle/>
          <a:p>
            <a:pPr algn="l">
              <a:lnSpc>
                <a:spcPts val="3359"/>
              </a:lnSpc>
            </a:pPr>
            <a:r>
              <a:rPr lang="en-US" sz="2559" b="true">
                <a:solidFill>
                  <a:srgbClr val="111111"/>
                </a:solidFill>
                <a:latin typeface="Inter SemiBold"/>
                <a:ea typeface="Inter SemiBold"/>
                <a:cs typeface="Inter SemiBold"/>
                <a:sym typeface="Inter SemiBold"/>
              </a:rPr>
              <a:t>Control financiero</a:t>
            </a:r>
          </a:p>
        </p:txBody>
      </p:sp>
      <p:sp>
        <p:nvSpPr>
          <p:cNvPr name="TextBox 9" id="9"/>
          <p:cNvSpPr txBox="true"/>
          <p:nvPr/>
        </p:nvSpPr>
        <p:spPr>
          <a:xfrm rot="0">
            <a:off x="12091830" y="7511331"/>
            <a:ext cx="5167470" cy="144360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10" id="10"/>
          <p:cNvSpPr txBox="true"/>
          <p:nvPr/>
        </p:nvSpPr>
        <p:spPr>
          <a:xfrm rot="0">
            <a:off x="10447629" y="1354243"/>
            <a:ext cx="1808784" cy="1331774"/>
          </a:xfrm>
          <a:prstGeom prst="rect">
            <a:avLst/>
          </a:prstGeom>
        </p:spPr>
        <p:txBody>
          <a:bodyPr anchor="t" rtlCol="false" tIns="0" lIns="0" bIns="0" rIns="0">
            <a:spAutoFit/>
          </a:bodyPr>
          <a:lstStyle/>
          <a:p>
            <a:pPr algn="l">
              <a:lnSpc>
                <a:spcPts val="9521"/>
              </a:lnSpc>
            </a:pPr>
            <a:r>
              <a:rPr lang="en-US" sz="7253" b="true">
                <a:solidFill>
                  <a:srgbClr val="111111">
                    <a:alpha val="9804"/>
                  </a:srgbClr>
                </a:solidFill>
                <a:latin typeface="Inter SemiBold"/>
                <a:ea typeface="Inter SemiBold"/>
                <a:cs typeface="Inter SemiBold"/>
                <a:sym typeface="Inter SemiBold"/>
              </a:rPr>
              <a:t>01</a:t>
            </a:r>
          </a:p>
        </p:txBody>
      </p:sp>
      <p:sp>
        <p:nvSpPr>
          <p:cNvPr name="TextBox 11" id="11"/>
          <p:cNvSpPr txBox="true"/>
          <p:nvPr/>
        </p:nvSpPr>
        <p:spPr>
          <a:xfrm rot="0">
            <a:off x="10447629" y="4260740"/>
            <a:ext cx="1808784" cy="1331774"/>
          </a:xfrm>
          <a:prstGeom prst="rect">
            <a:avLst/>
          </a:prstGeom>
        </p:spPr>
        <p:txBody>
          <a:bodyPr anchor="t" rtlCol="false" tIns="0" lIns="0" bIns="0" rIns="0">
            <a:spAutoFit/>
          </a:bodyPr>
          <a:lstStyle/>
          <a:p>
            <a:pPr algn="l">
              <a:lnSpc>
                <a:spcPts val="9521"/>
              </a:lnSpc>
            </a:pPr>
            <a:r>
              <a:rPr lang="en-US" sz="7253" b="true">
                <a:solidFill>
                  <a:srgbClr val="111111">
                    <a:alpha val="9804"/>
                  </a:srgbClr>
                </a:solidFill>
                <a:latin typeface="Inter SemiBold"/>
                <a:ea typeface="Inter SemiBold"/>
                <a:cs typeface="Inter SemiBold"/>
                <a:sym typeface="Inter SemiBold"/>
              </a:rPr>
              <a:t>02</a:t>
            </a:r>
          </a:p>
        </p:txBody>
      </p:sp>
      <p:sp>
        <p:nvSpPr>
          <p:cNvPr name="TextBox 12" id="12"/>
          <p:cNvSpPr txBox="true"/>
          <p:nvPr/>
        </p:nvSpPr>
        <p:spPr>
          <a:xfrm rot="0">
            <a:off x="10447629" y="7167238"/>
            <a:ext cx="1808784" cy="1331774"/>
          </a:xfrm>
          <a:prstGeom prst="rect">
            <a:avLst/>
          </a:prstGeom>
        </p:spPr>
        <p:txBody>
          <a:bodyPr anchor="t" rtlCol="false" tIns="0" lIns="0" bIns="0" rIns="0">
            <a:spAutoFit/>
          </a:bodyPr>
          <a:lstStyle/>
          <a:p>
            <a:pPr algn="l">
              <a:lnSpc>
                <a:spcPts val="9521"/>
              </a:lnSpc>
            </a:pPr>
            <a:r>
              <a:rPr lang="en-US" sz="7253" b="true">
                <a:solidFill>
                  <a:srgbClr val="111111">
                    <a:alpha val="9804"/>
                  </a:srgbClr>
                </a:solidFill>
                <a:latin typeface="Inter SemiBold"/>
                <a:ea typeface="Inter SemiBold"/>
                <a:cs typeface="Inter SemiBold"/>
                <a:sym typeface="Inter SemiBold"/>
              </a:rPr>
              <a:t>03</a:t>
            </a:r>
          </a:p>
        </p:txBody>
      </p:sp>
      <p:sp>
        <p:nvSpPr>
          <p:cNvPr name="Freeform 13" id="13"/>
          <p:cNvSpPr/>
          <p:nvPr/>
        </p:nvSpPr>
        <p:spPr>
          <a:xfrm flipH="false" flipV="false" rot="0">
            <a:off x="1663864" y="8249107"/>
            <a:ext cx="10236981" cy="10236981"/>
          </a:xfrm>
          <a:custGeom>
            <a:avLst/>
            <a:gdLst/>
            <a:ahLst/>
            <a:cxnLst/>
            <a:rect r="r" b="b" t="t" l="l"/>
            <a:pathLst>
              <a:path h="10236981" w="10236981">
                <a:moveTo>
                  <a:pt x="0" y="0"/>
                </a:moveTo>
                <a:lnTo>
                  <a:pt x="10236982" y="0"/>
                </a:lnTo>
                <a:lnTo>
                  <a:pt x="10236982" y="10236981"/>
                </a:lnTo>
                <a:lnTo>
                  <a:pt x="0" y="10236981"/>
                </a:lnTo>
                <a:lnTo>
                  <a:pt x="0" y="0"/>
                </a:lnTo>
                <a:close/>
              </a:path>
            </a:pathLst>
          </a:custGeom>
          <a:blipFill>
            <a:blip r:embed="rId4">
              <a:alphaModFix amt="5000"/>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true" flipV="false" rot="0">
            <a:off x="2365909" y="8920171"/>
            <a:ext cx="203722" cy="338129"/>
          </a:xfrm>
          <a:custGeom>
            <a:avLst/>
            <a:gdLst/>
            <a:ahLst/>
            <a:cxnLst/>
            <a:rect r="r" b="b" t="t" l="l"/>
            <a:pathLst>
              <a:path h="338129" w="203722">
                <a:moveTo>
                  <a:pt x="203723" y="0"/>
                </a:moveTo>
                <a:lnTo>
                  <a:pt x="0" y="0"/>
                </a:lnTo>
                <a:lnTo>
                  <a:pt x="0" y="338129"/>
                </a:lnTo>
                <a:lnTo>
                  <a:pt x="203723" y="338129"/>
                </a:lnTo>
                <a:lnTo>
                  <a:pt x="20372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false" rot="0">
            <a:off x="2213227" y="8920171"/>
            <a:ext cx="203722" cy="338129"/>
          </a:xfrm>
          <a:custGeom>
            <a:avLst/>
            <a:gdLst/>
            <a:ahLst/>
            <a:cxnLst/>
            <a:rect r="r" b="b" t="t" l="l"/>
            <a:pathLst>
              <a:path h="338129" w="203722">
                <a:moveTo>
                  <a:pt x="203722" y="0"/>
                </a:moveTo>
                <a:lnTo>
                  <a:pt x="0" y="0"/>
                </a:lnTo>
                <a:lnTo>
                  <a:pt x="0" y="338129"/>
                </a:lnTo>
                <a:lnTo>
                  <a:pt x="203722" y="338129"/>
                </a:lnTo>
                <a:lnTo>
                  <a:pt x="2037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543274" y="8926358"/>
            <a:ext cx="1572710" cy="297180"/>
          </a:xfrm>
          <a:prstGeom prst="rect">
            <a:avLst/>
          </a:prstGeom>
        </p:spPr>
        <p:txBody>
          <a:bodyPr anchor="t" rtlCol="false" tIns="0" lIns="0" bIns="0" rIns="0">
            <a:spAutoFit/>
          </a:bodyPr>
          <a:lstStyle/>
          <a:p>
            <a:pPr algn="r">
              <a:lnSpc>
                <a:spcPts val="2520"/>
              </a:lnSpc>
            </a:pPr>
            <a:r>
              <a:rPr lang="en-US" sz="1800">
                <a:solidFill>
                  <a:srgbClr val="000000"/>
                </a:solidFill>
                <a:latin typeface="Inter"/>
                <a:ea typeface="Inter"/>
                <a:cs typeface="Inter"/>
                <a:sym typeface="Inter"/>
              </a:rPr>
              <a:t>Siguiente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03838" y="1791145"/>
            <a:ext cx="6643896" cy="2579594"/>
          </a:xfrm>
          <a:prstGeom prst="rect">
            <a:avLst/>
          </a:prstGeom>
        </p:spPr>
        <p:txBody>
          <a:bodyPr anchor="t" rtlCol="false" tIns="0" lIns="0" bIns="0" rIns="0">
            <a:spAutoFit/>
          </a:bodyPr>
          <a:lstStyle/>
          <a:p>
            <a:pPr algn="l">
              <a:lnSpc>
                <a:spcPts val="9625"/>
              </a:lnSpc>
            </a:pPr>
            <a:r>
              <a:rPr lang="en-US" sz="7333" b="true">
                <a:solidFill>
                  <a:srgbClr val="111111"/>
                </a:solidFill>
                <a:latin typeface="Inter SemiBold"/>
                <a:ea typeface="Inter SemiBold"/>
                <a:cs typeface="Inter SemiBold"/>
                <a:sym typeface="Inter SemiBold"/>
              </a:rPr>
              <a:t>Datos Clave</a:t>
            </a:r>
          </a:p>
        </p:txBody>
      </p:sp>
      <p:grpSp>
        <p:nvGrpSpPr>
          <p:cNvPr name="Group 3" id="3"/>
          <p:cNvGrpSpPr/>
          <p:nvPr/>
        </p:nvGrpSpPr>
        <p:grpSpPr>
          <a:xfrm rot="0">
            <a:off x="1503838" y="8664379"/>
            <a:ext cx="2044438" cy="593921"/>
            <a:chOff x="0" y="0"/>
            <a:chExt cx="644064" cy="187104"/>
          </a:xfrm>
        </p:grpSpPr>
        <p:sp>
          <p:nvSpPr>
            <p:cNvPr name="Freeform 4" id="4"/>
            <p:cNvSpPr/>
            <p:nvPr/>
          </p:nvSpPr>
          <p:spPr>
            <a:xfrm flipH="false" flipV="false" rot="0">
              <a:off x="0" y="0"/>
              <a:ext cx="644064" cy="187104"/>
            </a:xfrm>
            <a:custGeom>
              <a:avLst/>
              <a:gdLst/>
              <a:ahLst/>
              <a:cxnLst/>
              <a:rect r="r" b="b" t="t" l="l"/>
              <a:pathLst>
                <a:path h="187104" w="644064">
                  <a:moveTo>
                    <a:pt x="93552" y="0"/>
                  </a:moveTo>
                  <a:lnTo>
                    <a:pt x="550512" y="0"/>
                  </a:lnTo>
                  <a:cubicBezTo>
                    <a:pt x="575324" y="0"/>
                    <a:pt x="599119" y="9856"/>
                    <a:pt x="616664" y="27401"/>
                  </a:cubicBezTo>
                  <a:cubicBezTo>
                    <a:pt x="634208" y="44945"/>
                    <a:pt x="644064" y="68741"/>
                    <a:pt x="644064" y="93552"/>
                  </a:cubicBezTo>
                  <a:lnTo>
                    <a:pt x="644064" y="93552"/>
                  </a:lnTo>
                  <a:cubicBezTo>
                    <a:pt x="644064" y="118364"/>
                    <a:pt x="634208" y="142159"/>
                    <a:pt x="616664" y="159704"/>
                  </a:cubicBezTo>
                  <a:cubicBezTo>
                    <a:pt x="599119" y="177248"/>
                    <a:pt x="575324" y="187104"/>
                    <a:pt x="550512" y="187104"/>
                  </a:cubicBezTo>
                  <a:lnTo>
                    <a:pt x="93552" y="187104"/>
                  </a:lnTo>
                  <a:cubicBezTo>
                    <a:pt x="68741" y="187104"/>
                    <a:pt x="44945" y="177248"/>
                    <a:pt x="27401" y="159704"/>
                  </a:cubicBezTo>
                  <a:cubicBezTo>
                    <a:pt x="9856" y="142159"/>
                    <a:pt x="0" y="118364"/>
                    <a:pt x="0" y="93552"/>
                  </a:cubicBezTo>
                  <a:lnTo>
                    <a:pt x="0" y="93552"/>
                  </a:lnTo>
                  <a:cubicBezTo>
                    <a:pt x="0" y="68741"/>
                    <a:pt x="9856" y="44945"/>
                    <a:pt x="27401" y="27401"/>
                  </a:cubicBezTo>
                  <a:cubicBezTo>
                    <a:pt x="44945" y="9856"/>
                    <a:pt x="68741" y="0"/>
                    <a:pt x="93552" y="0"/>
                  </a:cubicBezTo>
                  <a:close/>
                </a:path>
              </a:pathLst>
            </a:custGeom>
            <a:solidFill>
              <a:srgbClr val="E8641B"/>
            </a:solidFill>
          </p:spPr>
        </p:sp>
        <p:sp>
          <p:nvSpPr>
            <p:cNvPr name="TextBox 5" id="5"/>
            <p:cNvSpPr txBox="true"/>
            <p:nvPr/>
          </p:nvSpPr>
          <p:spPr>
            <a:xfrm>
              <a:off x="0" y="-47625"/>
              <a:ext cx="644064" cy="234729"/>
            </a:xfrm>
            <a:prstGeom prst="rect">
              <a:avLst/>
            </a:prstGeom>
          </p:spPr>
          <p:txBody>
            <a:bodyPr anchor="ctr" rtlCol="false" tIns="50800" lIns="50800" bIns="50800" rIns="50800"/>
            <a:lstStyle/>
            <a:p>
              <a:pPr algn="ctr">
                <a:lnSpc>
                  <a:spcPts val="3499"/>
                </a:lnSpc>
              </a:pPr>
            </a:p>
          </p:txBody>
        </p:sp>
      </p:grpSp>
      <p:sp>
        <p:nvSpPr>
          <p:cNvPr name="TextBox 6" id="6"/>
          <p:cNvSpPr txBox="true"/>
          <p:nvPr/>
        </p:nvSpPr>
        <p:spPr>
          <a:xfrm rot="0">
            <a:off x="1503838" y="4736969"/>
            <a:ext cx="5156986" cy="2529453"/>
          </a:xfrm>
          <a:prstGeom prst="rect">
            <a:avLst/>
          </a:prstGeom>
        </p:spPr>
        <p:txBody>
          <a:bodyPr anchor="t" rtlCol="false" tIns="0" lIns="0" bIns="0" rIns="0">
            <a:spAutoFit/>
          </a:bodyPr>
          <a:lstStyle/>
          <a:p>
            <a:pPr algn="just">
              <a:lnSpc>
                <a:spcPts val="2856"/>
              </a:lnSpc>
            </a:pPr>
            <a:r>
              <a:rPr lang="en-US" sz="2040">
                <a:solidFill>
                  <a:srgbClr val="000000"/>
                </a:solidFill>
                <a:latin typeface="Inter"/>
                <a:ea typeface="Inter"/>
                <a:cs typeface="Inter"/>
                <a:sym typeface="Inter"/>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7" id="7"/>
          <p:cNvSpPr txBox="true"/>
          <p:nvPr/>
        </p:nvSpPr>
        <p:spPr>
          <a:xfrm rot="0">
            <a:off x="1617788" y="8802661"/>
            <a:ext cx="1816537" cy="288782"/>
          </a:xfrm>
          <a:prstGeom prst="rect">
            <a:avLst/>
          </a:prstGeom>
        </p:spPr>
        <p:txBody>
          <a:bodyPr anchor="t" rtlCol="false" tIns="0" lIns="0" bIns="0" rIns="0">
            <a:spAutoFit/>
          </a:bodyPr>
          <a:lstStyle/>
          <a:p>
            <a:pPr algn="ctr">
              <a:lnSpc>
                <a:spcPts val="2457"/>
              </a:lnSpc>
            </a:pPr>
            <a:r>
              <a:rPr lang="en-US" b="true" sz="1755" spc="-57">
                <a:solidFill>
                  <a:srgbClr val="FFFFFF"/>
                </a:solidFill>
                <a:latin typeface="Inter SemiBold"/>
                <a:ea typeface="Inter SemiBold"/>
                <a:cs typeface="Inter SemiBold"/>
                <a:sym typeface="Inter SemiBold"/>
              </a:rPr>
              <a:t>Ver más</a:t>
            </a:r>
          </a:p>
        </p:txBody>
      </p:sp>
      <p:grpSp>
        <p:nvGrpSpPr>
          <p:cNvPr name="Group 8" id="8"/>
          <p:cNvGrpSpPr/>
          <p:nvPr/>
        </p:nvGrpSpPr>
        <p:grpSpPr>
          <a:xfrm rot="0">
            <a:off x="8266518" y="515339"/>
            <a:ext cx="9256321" cy="92563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471" t="0" r="-25471" b="0"/>
              </a:stretch>
            </a:blipFill>
          </p:spPr>
        </p:sp>
      </p:grpSp>
      <p:sp>
        <p:nvSpPr>
          <p:cNvPr name="Freeform 10" id="10"/>
          <p:cNvSpPr/>
          <p:nvPr/>
        </p:nvSpPr>
        <p:spPr>
          <a:xfrm flipH="false" flipV="false" rot="0">
            <a:off x="15064864" y="4481036"/>
            <a:ext cx="5706684" cy="7117180"/>
          </a:xfrm>
          <a:custGeom>
            <a:avLst/>
            <a:gdLst/>
            <a:ahLst/>
            <a:cxnLst/>
            <a:rect r="r" b="b" t="t" l="l"/>
            <a:pathLst>
              <a:path h="7117180" w="5706684">
                <a:moveTo>
                  <a:pt x="0" y="0"/>
                </a:moveTo>
                <a:lnTo>
                  <a:pt x="5706685" y="0"/>
                </a:lnTo>
                <a:lnTo>
                  <a:pt x="5706685" y="7117180"/>
                </a:lnTo>
                <a:lnTo>
                  <a:pt x="0" y="7117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730695" y="-7442573"/>
            <a:ext cx="10236981" cy="10236981"/>
          </a:xfrm>
          <a:custGeom>
            <a:avLst/>
            <a:gdLst/>
            <a:ahLst/>
            <a:cxnLst/>
            <a:rect r="r" b="b" t="t" l="l"/>
            <a:pathLst>
              <a:path h="10236981" w="10236981">
                <a:moveTo>
                  <a:pt x="0" y="0"/>
                </a:moveTo>
                <a:lnTo>
                  <a:pt x="10236982" y="0"/>
                </a:lnTo>
                <a:lnTo>
                  <a:pt x="10236982" y="10236981"/>
                </a:lnTo>
                <a:lnTo>
                  <a:pt x="0" y="10236981"/>
                </a:lnTo>
                <a:lnTo>
                  <a:pt x="0" y="0"/>
                </a:lnTo>
                <a:close/>
              </a:path>
            </a:pathLst>
          </a:custGeom>
          <a:blipFill>
            <a:blip r:embed="rId5">
              <a:alphaModFix amt="5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1131" y="5377797"/>
            <a:ext cx="19756744" cy="0"/>
          </a:xfrm>
          <a:prstGeom prst="line">
            <a:avLst/>
          </a:prstGeom>
          <a:ln cap="flat" w="76200">
            <a:solidFill>
              <a:srgbClr val="000000"/>
            </a:solidFill>
            <a:prstDash val="solid"/>
            <a:headEnd type="none" len="sm" w="sm"/>
            <a:tailEnd type="none" len="sm" w="sm"/>
          </a:ln>
        </p:spPr>
      </p:sp>
      <p:grpSp>
        <p:nvGrpSpPr>
          <p:cNvPr name="Group 3" id="3"/>
          <p:cNvGrpSpPr/>
          <p:nvPr/>
        </p:nvGrpSpPr>
        <p:grpSpPr>
          <a:xfrm rot="0">
            <a:off x="9046339" y="5230464"/>
            <a:ext cx="294667" cy="29466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5724391" y="5211414"/>
            <a:ext cx="294667" cy="29466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2402443" y="5192364"/>
            <a:ext cx="294667" cy="2946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2368287" y="5230464"/>
            <a:ext cx="294667" cy="29466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5690235" y="5230464"/>
            <a:ext cx="294667" cy="29466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1189989" y="5829931"/>
            <a:ext cx="2719575" cy="2347765"/>
            <a:chOff x="0" y="0"/>
            <a:chExt cx="716267" cy="618341"/>
          </a:xfrm>
        </p:grpSpPr>
        <p:sp>
          <p:nvSpPr>
            <p:cNvPr name="Freeform 19" id="19"/>
            <p:cNvSpPr/>
            <p:nvPr/>
          </p:nvSpPr>
          <p:spPr>
            <a:xfrm flipH="false" flipV="false" rot="0">
              <a:off x="0" y="0"/>
              <a:ext cx="716267" cy="618341"/>
            </a:xfrm>
            <a:custGeom>
              <a:avLst/>
              <a:gdLst/>
              <a:ahLst/>
              <a:cxnLst/>
              <a:rect r="r" b="b" t="t" l="l"/>
              <a:pathLst>
                <a:path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name="TextBox 20" id="20"/>
            <p:cNvSpPr txBox="true"/>
            <p:nvPr/>
          </p:nvSpPr>
          <p:spPr>
            <a:xfrm>
              <a:off x="0" y="-47625"/>
              <a:ext cx="716267" cy="665966"/>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1328825" y="6148634"/>
            <a:ext cx="2421977" cy="1645285"/>
          </a:xfrm>
          <a:prstGeom prst="rect">
            <a:avLst/>
          </a:prstGeom>
        </p:spPr>
        <p:txBody>
          <a:bodyPr anchor="t" rtlCol="false" tIns="0" lIns="0" bIns="0" rIns="0">
            <a:spAutoFit/>
          </a:bodyPr>
          <a:lstStyle/>
          <a:p>
            <a:pPr algn="ctr">
              <a:lnSpc>
                <a:spcPts val="2239"/>
              </a:lnSpc>
            </a:pPr>
            <a:r>
              <a:rPr lang="en-US" sz="1599">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22" id="22"/>
          <p:cNvSpPr txBox="true"/>
          <p:nvPr/>
        </p:nvSpPr>
        <p:spPr>
          <a:xfrm rot="0">
            <a:off x="4655754" y="6148634"/>
            <a:ext cx="2421977" cy="1645285"/>
          </a:xfrm>
          <a:prstGeom prst="rect">
            <a:avLst/>
          </a:prstGeom>
        </p:spPr>
        <p:txBody>
          <a:bodyPr anchor="t" rtlCol="false" tIns="0" lIns="0" bIns="0" rIns="0">
            <a:spAutoFit/>
          </a:bodyPr>
          <a:lstStyle/>
          <a:p>
            <a:pPr algn="ctr">
              <a:lnSpc>
                <a:spcPts val="2239"/>
              </a:lnSpc>
            </a:pPr>
            <a:r>
              <a:rPr lang="en-US" sz="1599">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23" id="23"/>
          <p:cNvSpPr txBox="true"/>
          <p:nvPr/>
        </p:nvSpPr>
        <p:spPr>
          <a:xfrm rot="0">
            <a:off x="7982684" y="6148634"/>
            <a:ext cx="2421977" cy="1645285"/>
          </a:xfrm>
          <a:prstGeom prst="rect">
            <a:avLst/>
          </a:prstGeom>
        </p:spPr>
        <p:txBody>
          <a:bodyPr anchor="t" rtlCol="false" tIns="0" lIns="0" bIns="0" rIns="0">
            <a:spAutoFit/>
          </a:bodyPr>
          <a:lstStyle/>
          <a:p>
            <a:pPr algn="ctr">
              <a:lnSpc>
                <a:spcPts val="2239"/>
              </a:lnSpc>
            </a:pPr>
            <a:r>
              <a:rPr lang="en-US" sz="1599">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24" id="24"/>
          <p:cNvSpPr txBox="true"/>
          <p:nvPr/>
        </p:nvSpPr>
        <p:spPr>
          <a:xfrm rot="0">
            <a:off x="11304632" y="6166883"/>
            <a:ext cx="2421977" cy="1645285"/>
          </a:xfrm>
          <a:prstGeom prst="rect">
            <a:avLst/>
          </a:prstGeom>
        </p:spPr>
        <p:txBody>
          <a:bodyPr anchor="t" rtlCol="false" tIns="0" lIns="0" bIns="0" rIns="0">
            <a:spAutoFit/>
          </a:bodyPr>
          <a:lstStyle/>
          <a:p>
            <a:pPr algn="ctr">
              <a:lnSpc>
                <a:spcPts val="2239"/>
              </a:lnSpc>
            </a:pPr>
            <a:r>
              <a:rPr lang="en-US" sz="1599">
                <a:solidFill>
                  <a:srgbClr val="000000"/>
                </a:solidFill>
                <a:latin typeface="Inter"/>
                <a:ea typeface="Inter"/>
                <a:cs typeface="Inter"/>
                <a:sym typeface="Inter"/>
              </a:rPr>
              <a:t>Lorem ipsum dolor sit amet, consectetur adipiscing elit. Quisque molestie nisl eu sem tristique, sit amet convallis ex aliquam. </a:t>
            </a:r>
          </a:p>
        </p:txBody>
      </p:sp>
      <p:sp>
        <p:nvSpPr>
          <p:cNvPr name="TextBox 25" id="25"/>
          <p:cNvSpPr txBox="true"/>
          <p:nvPr/>
        </p:nvSpPr>
        <p:spPr>
          <a:xfrm rot="0">
            <a:off x="14631484" y="6166883"/>
            <a:ext cx="2421977" cy="1645285"/>
          </a:xfrm>
          <a:prstGeom prst="rect">
            <a:avLst/>
          </a:prstGeom>
        </p:spPr>
        <p:txBody>
          <a:bodyPr anchor="t" rtlCol="false" tIns="0" lIns="0" bIns="0" rIns="0">
            <a:spAutoFit/>
          </a:bodyPr>
          <a:lstStyle/>
          <a:p>
            <a:pPr algn="ctr">
              <a:lnSpc>
                <a:spcPts val="2239"/>
              </a:lnSpc>
            </a:pPr>
            <a:r>
              <a:rPr lang="en-US" sz="1599">
                <a:solidFill>
                  <a:srgbClr val="000000"/>
                </a:solidFill>
                <a:latin typeface="Inter"/>
                <a:ea typeface="Inter"/>
                <a:cs typeface="Inter"/>
                <a:sym typeface="Inter"/>
              </a:rPr>
              <a:t>Lorem ipsum dolor sit amet, consectetur adipiscing elit. Quisque molestie nisl eu sem tristique, sit amet convallis ex aliquam. </a:t>
            </a:r>
          </a:p>
        </p:txBody>
      </p:sp>
      <p:grpSp>
        <p:nvGrpSpPr>
          <p:cNvPr name="Group 26" id="26"/>
          <p:cNvGrpSpPr/>
          <p:nvPr/>
        </p:nvGrpSpPr>
        <p:grpSpPr>
          <a:xfrm rot="0">
            <a:off x="4511937" y="5811682"/>
            <a:ext cx="2719575" cy="2347765"/>
            <a:chOff x="0" y="0"/>
            <a:chExt cx="716267" cy="618341"/>
          </a:xfrm>
        </p:grpSpPr>
        <p:sp>
          <p:nvSpPr>
            <p:cNvPr name="Freeform 27" id="27"/>
            <p:cNvSpPr/>
            <p:nvPr/>
          </p:nvSpPr>
          <p:spPr>
            <a:xfrm flipH="false" flipV="false" rot="0">
              <a:off x="0" y="0"/>
              <a:ext cx="716267" cy="618341"/>
            </a:xfrm>
            <a:custGeom>
              <a:avLst/>
              <a:gdLst/>
              <a:ahLst/>
              <a:cxnLst/>
              <a:rect r="r" b="b" t="t" l="l"/>
              <a:pathLst>
                <a:path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name="TextBox 28" id="28"/>
            <p:cNvSpPr txBox="true"/>
            <p:nvPr/>
          </p:nvSpPr>
          <p:spPr>
            <a:xfrm>
              <a:off x="0" y="-47625"/>
              <a:ext cx="716267" cy="665966"/>
            </a:xfrm>
            <a:prstGeom prst="rect">
              <a:avLst/>
            </a:prstGeom>
          </p:spPr>
          <p:txBody>
            <a:bodyPr anchor="ctr" rtlCol="false" tIns="50800" lIns="50800" bIns="50800" rIns="50800"/>
            <a:lstStyle/>
            <a:p>
              <a:pPr algn="ctr">
                <a:lnSpc>
                  <a:spcPts val="3499"/>
                </a:lnSpc>
              </a:pPr>
            </a:p>
          </p:txBody>
        </p:sp>
      </p:grpSp>
      <p:grpSp>
        <p:nvGrpSpPr>
          <p:cNvPr name="Group 29" id="29"/>
          <p:cNvGrpSpPr/>
          <p:nvPr/>
        </p:nvGrpSpPr>
        <p:grpSpPr>
          <a:xfrm rot="0">
            <a:off x="7833885" y="5793433"/>
            <a:ext cx="2719575" cy="2347765"/>
            <a:chOff x="0" y="0"/>
            <a:chExt cx="716267" cy="618341"/>
          </a:xfrm>
        </p:grpSpPr>
        <p:sp>
          <p:nvSpPr>
            <p:cNvPr name="Freeform 30" id="30"/>
            <p:cNvSpPr/>
            <p:nvPr/>
          </p:nvSpPr>
          <p:spPr>
            <a:xfrm flipH="false" flipV="false" rot="0">
              <a:off x="0" y="0"/>
              <a:ext cx="716267" cy="618341"/>
            </a:xfrm>
            <a:custGeom>
              <a:avLst/>
              <a:gdLst/>
              <a:ahLst/>
              <a:cxnLst/>
              <a:rect r="r" b="b" t="t" l="l"/>
              <a:pathLst>
                <a:path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name="TextBox 31" id="31"/>
            <p:cNvSpPr txBox="true"/>
            <p:nvPr/>
          </p:nvSpPr>
          <p:spPr>
            <a:xfrm>
              <a:off x="0" y="-47625"/>
              <a:ext cx="716267" cy="665966"/>
            </a:xfrm>
            <a:prstGeom prst="rect">
              <a:avLst/>
            </a:prstGeom>
          </p:spPr>
          <p:txBody>
            <a:bodyPr anchor="ctr" rtlCol="false" tIns="50800" lIns="50800" bIns="50800" rIns="50800"/>
            <a:lstStyle/>
            <a:p>
              <a:pPr algn="ctr">
                <a:lnSpc>
                  <a:spcPts val="3499"/>
                </a:lnSpc>
              </a:pPr>
            </a:p>
          </p:txBody>
        </p:sp>
      </p:grpSp>
      <p:grpSp>
        <p:nvGrpSpPr>
          <p:cNvPr name="Group 32" id="32"/>
          <p:cNvGrpSpPr/>
          <p:nvPr/>
        </p:nvGrpSpPr>
        <p:grpSpPr>
          <a:xfrm rot="0">
            <a:off x="11155833" y="5775184"/>
            <a:ext cx="2719575" cy="2347765"/>
            <a:chOff x="0" y="0"/>
            <a:chExt cx="716267" cy="618341"/>
          </a:xfrm>
        </p:grpSpPr>
        <p:sp>
          <p:nvSpPr>
            <p:cNvPr name="Freeform 33" id="33"/>
            <p:cNvSpPr/>
            <p:nvPr/>
          </p:nvSpPr>
          <p:spPr>
            <a:xfrm flipH="false" flipV="false" rot="0">
              <a:off x="0" y="0"/>
              <a:ext cx="716267" cy="618341"/>
            </a:xfrm>
            <a:custGeom>
              <a:avLst/>
              <a:gdLst/>
              <a:ahLst/>
              <a:cxnLst/>
              <a:rect r="r" b="b" t="t" l="l"/>
              <a:pathLst>
                <a:path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name="TextBox 34" id="34"/>
            <p:cNvSpPr txBox="true"/>
            <p:nvPr/>
          </p:nvSpPr>
          <p:spPr>
            <a:xfrm>
              <a:off x="0" y="-47625"/>
              <a:ext cx="716267" cy="665966"/>
            </a:xfrm>
            <a:prstGeom prst="rect">
              <a:avLst/>
            </a:prstGeom>
          </p:spPr>
          <p:txBody>
            <a:bodyPr anchor="ctr" rtlCol="false" tIns="50800" lIns="50800" bIns="50800" rIns="50800"/>
            <a:lstStyle/>
            <a:p>
              <a:pPr algn="ctr">
                <a:lnSpc>
                  <a:spcPts val="3499"/>
                </a:lnSpc>
              </a:pPr>
            </a:p>
          </p:txBody>
        </p:sp>
      </p:grpSp>
      <p:grpSp>
        <p:nvGrpSpPr>
          <p:cNvPr name="Group 35" id="35"/>
          <p:cNvGrpSpPr/>
          <p:nvPr/>
        </p:nvGrpSpPr>
        <p:grpSpPr>
          <a:xfrm rot="0">
            <a:off x="14477781" y="5756936"/>
            <a:ext cx="2719575" cy="2347765"/>
            <a:chOff x="0" y="0"/>
            <a:chExt cx="716267" cy="618341"/>
          </a:xfrm>
        </p:grpSpPr>
        <p:sp>
          <p:nvSpPr>
            <p:cNvPr name="Freeform 36" id="36"/>
            <p:cNvSpPr/>
            <p:nvPr/>
          </p:nvSpPr>
          <p:spPr>
            <a:xfrm flipH="false" flipV="false" rot="0">
              <a:off x="0" y="0"/>
              <a:ext cx="716267" cy="618341"/>
            </a:xfrm>
            <a:custGeom>
              <a:avLst/>
              <a:gdLst/>
              <a:ahLst/>
              <a:cxnLst/>
              <a:rect r="r" b="b" t="t" l="l"/>
              <a:pathLst>
                <a:path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name="TextBox 37" id="37"/>
            <p:cNvSpPr txBox="true"/>
            <p:nvPr/>
          </p:nvSpPr>
          <p:spPr>
            <a:xfrm>
              <a:off x="0" y="-47625"/>
              <a:ext cx="716267" cy="665966"/>
            </a:xfrm>
            <a:prstGeom prst="rect">
              <a:avLst/>
            </a:prstGeom>
          </p:spPr>
          <p:txBody>
            <a:bodyPr anchor="ctr" rtlCol="false" tIns="50800" lIns="50800" bIns="50800" rIns="50800"/>
            <a:lstStyle/>
            <a:p>
              <a:pPr algn="ctr">
                <a:lnSpc>
                  <a:spcPts val="3499"/>
                </a:lnSpc>
              </a:pPr>
            </a:p>
          </p:txBody>
        </p:sp>
      </p:grpSp>
      <p:sp>
        <p:nvSpPr>
          <p:cNvPr name="Freeform 38" id="38"/>
          <p:cNvSpPr/>
          <p:nvPr/>
        </p:nvSpPr>
        <p:spPr>
          <a:xfrm flipH="false" flipV="false" rot="0">
            <a:off x="-778247" y="-147854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9" id="39"/>
          <p:cNvSpPr txBox="true"/>
          <p:nvPr/>
        </p:nvSpPr>
        <p:spPr>
          <a:xfrm rot="0">
            <a:off x="5512515" y="1226844"/>
            <a:ext cx="7262971" cy="1476088"/>
          </a:xfrm>
          <a:prstGeom prst="rect">
            <a:avLst/>
          </a:prstGeom>
        </p:spPr>
        <p:txBody>
          <a:bodyPr anchor="t" rtlCol="false" tIns="0" lIns="0" bIns="0" rIns="0">
            <a:spAutoFit/>
          </a:bodyPr>
          <a:lstStyle/>
          <a:p>
            <a:pPr algn="ctr">
              <a:lnSpc>
                <a:spcPts val="10522"/>
              </a:lnSpc>
            </a:pPr>
            <a:r>
              <a:rPr lang="en-US" sz="8016" b="true">
                <a:solidFill>
                  <a:srgbClr val="111111"/>
                </a:solidFill>
                <a:latin typeface="Inter SemiBold"/>
                <a:ea typeface="Inter SemiBold"/>
                <a:cs typeface="Inter SemiBold"/>
                <a:sym typeface="Inter SemiBold"/>
              </a:rPr>
              <a:t>Cronograma</a:t>
            </a:r>
          </a:p>
        </p:txBody>
      </p:sp>
      <p:sp>
        <p:nvSpPr>
          <p:cNvPr name="TextBox 40" id="40"/>
          <p:cNvSpPr txBox="true"/>
          <p:nvPr/>
        </p:nvSpPr>
        <p:spPr>
          <a:xfrm rot="0">
            <a:off x="1338788" y="4251679"/>
            <a:ext cx="2421977" cy="602050"/>
          </a:xfrm>
          <a:prstGeom prst="rect">
            <a:avLst/>
          </a:prstGeom>
        </p:spPr>
        <p:txBody>
          <a:bodyPr anchor="t" rtlCol="false" tIns="0" lIns="0" bIns="0" rIns="0">
            <a:spAutoFit/>
          </a:bodyPr>
          <a:lstStyle/>
          <a:p>
            <a:pPr algn="ctr">
              <a:lnSpc>
                <a:spcPts val="4280"/>
              </a:lnSpc>
            </a:pPr>
            <a:r>
              <a:rPr lang="en-US" sz="3260" b="true">
                <a:solidFill>
                  <a:srgbClr val="111111"/>
                </a:solidFill>
                <a:latin typeface="Inter SemiBold"/>
                <a:ea typeface="Inter SemiBold"/>
                <a:cs typeface="Inter SemiBold"/>
                <a:sym typeface="Inter SemiBold"/>
              </a:rPr>
              <a:t>2026</a:t>
            </a:r>
          </a:p>
        </p:txBody>
      </p:sp>
      <p:sp>
        <p:nvSpPr>
          <p:cNvPr name="TextBox 41" id="41"/>
          <p:cNvSpPr txBox="true"/>
          <p:nvPr/>
        </p:nvSpPr>
        <p:spPr>
          <a:xfrm rot="0">
            <a:off x="4660736" y="4251679"/>
            <a:ext cx="2421977" cy="602050"/>
          </a:xfrm>
          <a:prstGeom prst="rect">
            <a:avLst/>
          </a:prstGeom>
        </p:spPr>
        <p:txBody>
          <a:bodyPr anchor="t" rtlCol="false" tIns="0" lIns="0" bIns="0" rIns="0">
            <a:spAutoFit/>
          </a:bodyPr>
          <a:lstStyle/>
          <a:p>
            <a:pPr algn="ctr">
              <a:lnSpc>
                <a:spcPts val="4280"/>
              </a:lnSpc>
            </a:pPr>
            <a:r>
              <a:rPr lang="en-US" sz="3260" b="true">
                <a:solidFill>
                  <a:srgbClr val="111111"/>
                </a:solidFill>
                <a:latin typeface="Inter SemiBold"/>
                <a:ea typeface="Inter SemiBold"/>
                <a:cs typeface="Inter SemiBold"/>
                <a:sym typeface="Inter SemiBold"/>
              </a:rPr>
              <a:t>2027</a:t>
            </a:r>
          </a:p>
        </p:txBody>
      </p:sp>
      <p:sp>
        <p:nvSpPr>
          <p:cNvPr name="TextBox 42" id="42"/>
          <p:cNvSpPr txBox="true"/>
          <p:nvPr/>
        </p:nvSpPr>
        <p:spPr>
          <a:xfrm rot="0">
            <a:off x="7982684" y="4251679"/>
            <a:ext cx="2421977" cy="602050"/>
          </a:xfrm>
          <a:prstGeom prst="rect">
            <a:avLst/>
          </a:prstGeom>
        </p:spPr>
        <p:txBody>
          <a:bodyPr anchor="t" rtlCol="false" tIns="0" lIns="0" bIns="0" rIns="0">
            <a:spAutoFit/>
          </a:bodyPr>
          <a:lstStyle/>
          <a:p>
            <a:pPr algn="ctr">
              <a:lnSpc>
                <a:spcPts val="4280"/>
              </a:lnSpc>
            </a:pPr>
            <a:r>
              <a:rPr lang="en-US" sz="3260" b="true">
                <a:solidFill>
                  <a:srgbClr val="111111"/>
                </a:solidFill>
                <a:latin typeface="Inter SemiBold"/>
                <a:ea typeface="Inter SemiBold"/>
                <a:cs typeface="Inter SemiBold"/>
                <a:sym typeface="Inter SemiBold"/>
              </a:rPr>
              <a:t>2028</a:t>
            </a:r>
          </a:p>
        </p:txBody>
      </p:sp>
      <p:sp>
        <p:nvSpPr>
          <p:cNvPr name="TextBox 43" id="43"/>
          <p:cNvSpPr txBox="true"/>
          <p:nvPr/>
        </p:nvSpPr>
        <p:spPr>
          <a:xfrm rot="0">
            <a:off x="11304632" y="4251679"/>
            <a:ext cx="2421977" cy="602050"/>
          </a:xfrm>
          <a:prstGeom prst="rect">
            <a:avLst/>
          </a:prstGeom>
        </p:spPr>
        <p:txBody>
          <a:bodyPr anchor="t" rtlCol="false" tIns="0" lIns="0" bIns="0" rIns="0">
            <a:spAutoFit/>
          </a:bodyPr>
          <a:lstStyle/>
          <a:p>
            <a:pPr algn="ctr">
              <a:lnSpc>
                <a:spcPts val="4280"/>
              </a:lnSpc>
            </a:pPr>
            <a:r>
              <a:rPr lang="en-US" sz="3260" b="true">
                <a:solidFill>
                  <a:srgbClr val="111111"/>
                </a:solidFill>
                <a:latin typeface="Inter SemiBold"/>
                <a:ea typeface="Inter SemiBold"/>
                <a:cs typeface="Inter SemiBold"/>
                <a:sym typeface="Inter SemiBold"/>
              </a:rPr>
              <a:t>2029</a:t>
            </a:r>
          </a:p>
        </p:txBody>
      </p:sp>
      <p:sp>
        <p:nvSpPr>
          <p:cNvPr name="TextBox 44" id="44"/>
          <p:cNvSpPr txBox="true"/>
          <p:nvPr/>
        </p:nvSpPr>
        <p:spPr>
          <a:xfrm rot="0">
            <a:off x="14626580" y="4251679"/>
            <a:ext cx="2421977" cy="602050"/>
          </a:xfrm>
          <a:prstGeom prst="rect">
            <a:avLst/>
          </a:prstGeom>
        </p:spPr>
        <p:txBody>
          <a:bodyPr anchor="t" rtlCol="false" tIns="0" lIns="0" bIns="0" rIns="0">
            <a:spAutoFit/>
          </a:bodyPr>
          <a:lstStyle/>
          <a:p>
            <a:pPr algn="ctr">
              <a:lnSpc>
                <a:spcPts val="4280"/>
              </a:lnSpc>
            </a:pPr>
            <a:r>
              <a:rPr lang="en-US" sz="3260" b="true">
                <a:solidFill>
                  <a:srgbClr val="111111"/>
                </a:solidFill>
                <a:latin typeface="Inter SemiBold"/>
                <a:ea typeface="Inter SemiBold"/>
                <a:cs typeface="Inter SemiBold"/>
                <a:sym typeface="Inter SemiBold"/>
              </a:rPr>
              <a:t>2030</a:t>
            </a:r>
          </a:p>
        </p:txBody>
      </p:sp>
      <p:sp>
        <p:nvSpPr>
          <p:cNvPr name="Freeform 45" id="45"/>
          <p:cNvSpPr/>
          <p:nvPr/>
        </p:nvSpPr>
        <p:spPr>
          <a:xfrm flipH="false" flipV="false" rot="0">
            <a:off x="14951973" y="-147854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6" id="46"/>
          <p:cNvSpPr/>
          <p:nvPr/>
        </p:nvSpPr>
        <p:spPr>
          <a:xfrm flipH="false" flipV="false" rot="0">
            <a:off x="-2254297" y="8863496"/>
            <a:ext cx="10236981" cy="10236981"/>
          </a:xfrm>
          <a:custGeom>
            <a:avLst/>
            <a:gdLst/>
            <a:ahLst/>
            <a:cxnLst/>
            <a:rect r="r" b="b" t="t" l="l"/>
            <a:pathLst>
              <a:path h="10236981" w="10236981">
                <a:moveTo>
                  <a:pt x="0" y="0"/>
                </a:moveTo>
                <a:lnTo>
                  <a:pt x="10236981" y="0"/>
                </a:lnTo>
                <a:lnTo>
                  <a:pt x="10236981" y="10236981"/>
                </a:lnTo>
                <a:lnTo>
                  <a:pt x="0" y="10236981"/>
                </a:lnTo>
                <a:lnTo>
                  <a:pt x="0" y="0"/>
                </a:lnTo>
                <a:close/>
              </a:path>
            </a:pathLst>
          </a:custGeom>
          <a:blipFill>
            <a:blip r:embed="rId4">
              <a:alphaModFix amt="5000"/>
              <a:extLst>
                <a:ext uri="{96DAC541-7B7A-43D3-8B79-37D633B846F1}">
                  <asvg:svgBlip xmlns:asvg="http://schemas.microsoft.com/office/drawing/2016/SVG/main" r:embed="rId5"/>
                </a:ext>
              </a:extLst>
            </a:blip>
            <a:stretch>
              <a:fillRect l="0" t="0" r="0" b="0"/>
            </a:stretch>
          </a:blipFill>
        </p:spPr>
      </p:sp>
      <p:sp>
        <p:nvSpPr>
          <p:cNvPr name="Freeform 47" id="47"/>
          <p:cNvSpPr/>
          <p:nvPr/>
        </p:nvSpPr>
        <p:spPr>
          <a:xfrm flipH="true" flipV="false" rot="0">
            <a:off x="17055578" y="8954933"/>
            <a:ext cx="203722" cy="338129"/>
          </a:xfrm>
          <a:custGeom>
            <a:avLst/>
            <a:gdLst/>
            <a:ahLst/>
            <a:cxnLst/>
            <a:rect r="r" b="b" t="t" l="l"/>
            <a:pathLst>
              <a:path h="338129" w="203722">
                <a:moveTo>
                  <a:pt x="203722" y="0"/>
                </a:moveTo>
                <a:lnTo>
                  <a:pt x="0" y="0"/>
                </a:lnTo>
                <a:lnTo>
                  <a:pt x="0" y="338129"/>
                </a:lnTo>
                <a:lnTo>
                  <a:pt x="203722" y="338129"/>
                </a:lnTo>
                <a:lnTo>
                  <a:pt x="2037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8" id="48"/>
          <p:cNvSpPr/>
          <p:nvPr/>
        </p:nvSpPr>
        <p:spPr>
          <a:xfrm flipH="true" flipV="false" rot="0">
            <a:off x="16902895" y="8954933"/>
            <a:ext cx="203722" cy="338129"/>
          </a:xfrm>
          <a:custGeom>
            <a:avLst/>
            <a:gdLst/>
            <a:ahLst/>
            <a:cxnLst/>
            <a:rect r="r" b="b" t="t" l="l"/>
            <a:pathLst>
              <a:path h="338129" w="203722">
                <a:moveTo>
                  <a:pt x="203723" y="0"/>
                </a:moveTo>
                <a:lnTo>
                  <a:pt x="0" y="0"/>
                </a:lnTo>
                <a:lnTo>
                  <a:pt x="0" y="338129"/>
                </a:lnTo>
                <a:lnTo>
                  <a:pt x="203723" y="338129"/>
                </a:lnTo>
                <a:lnTo>
                  <a:pt x="20372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9" id="49"/>
          <p:cNvSpPr txBox="true"/>
          <p:nvPr/>
        </p:nvSpPr>
        <p:spPr>
          <a:xfrm rot="0">
            <a:off x="14856791" y="8961120"/>
            <a:ext cx="1948860" cy="297180"/>
          </a:xfrm>
          <a:prstGeom prst="rect">
            <a:avLst/>
          </a:prstGeom>
        </p:spPr>
        <p:txBody>
          <a:bodyPr anchor="t" rtlCol="false" tIns="0" lIns="0" bIns="0" rIns="0">
            <a:spAutoFit/>
          </a:bodyPr>
          <a:lstStyle/>
          <a:p>
            <a:pPr algn="r">
              <a:lnSpc>
                <a:spcPts val="2520"/>
              </a:lnSpc>
            </a:pPr>
            <a:r>
              <a:rPr lang="en-US" sz="1800">
                <a:solidFill>
                  <a:srgbClr val="000000"/>
                </a:solidFill>
                <a:latin typeface="Inter"/>
                <a:ea typeface="Inter"/>
                <a:cs typeface="Inter"/>
                <a:sym typeface="Inter"/>
              </a:rPr>
              <a:t>Siguiente</a:t>
            </a:r>
          </a:p>
        </p:txBody>
      </p:sp>
      <p:sp>
        <p:nvSpPr>
          <p:cNvPr name="TextBox 50" id="50"/>
          <p:cNvSpPr txBox="true"/>
          <p:nvPr/>
        </p:nvSpPr>
        <p:spPr>
          <a:xfrm rot="0">
            <a:off x="4488422" y="2579477"/>
            <a:ext cx="9311155" cy="611505"/>
          </a:xfrm>
          <a:prstGeom prst="rect">
            <a:avLst/>
          </a:prstGeom>
        </p:spPr>
        <p:txBody>
          <a:bodyPr anchor="t" rtlCol="false" tIns="0" lIns="0" bIns="0" rIns="0">
            <a:spAutoFit/>
          </a:bodyPr>
          <a:lstStyle/>
          <a:p>
            <a:pPr algn="ctr">
              <a:lnSpc>
                <a:spcPts val="2520"/>
              </a:lnSpc>
            </a:pPr>
            <a:r>
              <a:rPr lang="en-US" sz="1800">
                <a:solidFill>
                  <a:srgbClr val="000000"/>
                </a:solidFill>
                <a:latin typeface="Inter"/>
                <a:ea typeface="Inter"/>
                <a:cs typeface="Inter"/>
                <a:sym typeface="Inter"/>
              </a:rPr>
              <a:t>Lorem ipsum dolor sit amet, consectetur adipiscing elit. Quisque molestie nisl eu sem tristique, sit amet convallis ex aliquam.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911956" y="761746"/>
            <a:ext cx="8752087" cy="8752087"/>
          </a:xfrm>
          <a:custGeom>
            <a:avLst/>
            <a:gdLst/>
            <a:ahLst/>
            <a:cxnLst/>
            <a:rect r="r" b="b" t="t" l="l"/>
            <a:pathLst>
              <a:path h="8752087" w="8752087">
                <a:moveTo>
                  <a:pt x="0" y="0"/>
                </a:moveTo>
                <a:lnTo>
                  <a:pt x="8752088" y="0"/>
                </a:lnTo>
                <a:lnTo>
                  <a:pt x="8752088" y="8752087"/>
                </a:lnTo>
                <a:lnTo>
                  <a:pt x="0" y="8752087"/>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610981" y="1028700"/>
            <a:ext cx="5380606" cy="2127660"/>
            <a:chOff x="0" y="0"/>
            <a:chExt cx="1417114" cy="560371"/>
          </a:xfrm>
        </p:grpSpPr>
        <p:sp>
          <p:nvSpPr>
            <p:cNvPr name="Freeform 4" id="4"/>
            <p:cNvSpPr/>
            <p:nvPr/>
          </p:nvSpPr>
          <p:spPr>
            <a:xfrm flipH="false" flipV="false" rot="0">
              <a:off x="0" y="0"/>
              <a:ext cx="1417114" cy="560372"/>
            </a:xfrm>
            <a:custGeom>
              <a:avLst/>
              <a:gdLst/>
              <a:ahLst/>
              <a:cxnLst/>
              <a:rect r="r" b="b" t="t" l="l"/>
              <a:pathLst>
                <a:path h="560372" w="1417114">
                  <a:moveTo>
                    <a:pt x="56115" y="0"/>
                  </a:moveTo>
                  <a:lnTo>
                    <a:pt x="1360999" y="0"/>
                  </a:lnTo>
                  <a:cubicBezTo>
                    <a:pt x="1375882" y="0"/>
                    <a:pt x="1390155" y="5912"/>
                    <a:pt x="1400678" y="16436"/>
                  </a:cubicBezTo>
                  <a:cubicBezTo>
                    <a:pt x="1411202" y="26960"/>
                    <a:pt x="1417114" y="41233"/>
                    <a:pt x="1417114" y="56115"/>
                  </a:cubicBezTo>
                  <a:lnTo>
                    <a:pt x="1417114" y="504256"/>
                  </a:lnTo>
                  <a:cubicBezTo>
                    <a:pt x="1417114" y="519139"/>
                    <a:pt x="1411202" y="533412"/>
                    <a:pt x="1400678" y="543936"/>
                  </a:cubicBezTo>
                  <a:cubicBezTo>
                    <a:pt x="1390155" y="554459"/>
                    <a:pt x="1375882" y="560372"/>
                    <a:pt x="1360999" y="560372"/>
                  </a:cubicBezTo>
                  <a:lnTo>
                    <a:pt x="56115" y="560372"/>
                  </a:lnTo>
                  <a:cubicBezTo>
                    <a:pt x="41233" y="560372"/>
                    <a:pt x="26960" y="554459"/>
                    <a:pt x="16436" y="543936"/>
                  </a:cubicBezTo>
                  <a:cubicBezTo>
                    <a:pt x="5912" y="533412"/>
                    <a:pt x="0" y="519139"/>
                    <a:pt x="0" y="504256"/>
                  </a:cubicBezTo>
                  <a:lnTo>
                    <a:pt x="0" y="56115"/>
                  </a:lnTo>
                  <a:cubicBezTo>
                    <a:pt x="0" y="41233"/>
                    <a:pt x="5912" y="26960"/>
                    <a:pt x="16436" y="16436"/>
                  </a:cubicBezTo>
                  <a:cubicBezTo>
                    <a:pt x="26960" y="5912"/>
                    <a:pt x="41233" y="0"/>
                    <a:pt x="56115" y="0"/>
                  </a:cubicBezTo>
                  <a:close/>
                </a:path>
              </a:pathLst>
            </a:custGeom>
            <a:solidFill>
              <a:srgbClr val="141414"/>
            </a:solidFill>
          </p:spPr>
        </p:sp>
        <p:sp>
          <p:nvSpPr>
            <p:cNvPr name="TextBox 5" id="5"/>
            <p:cNvSpPr txBox="true"/>
            <p:nvPr/>
          </p:nvSpPr>
          <p:spPr>
            <a:xfrm>
              <a:off x="0" y="-47625"/>
              <a:ext cx="1417114" cy="607996"/>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1610981" y="4079670"/>
            <a:ext cx="5380606" cy="2127660"/>
            <a:chOff x="0" y="0"/>
            <a:chExt cx="1417114" cy="560371"/>
          </a:xfrm>
        </p:grpSpPr>
        <p:sp>
          <p:nvSpPr>
            <p:cNvPr name="Freeform 7" id="7"/>
            <p:cNvSpPr/>
            <p:nvPr/>
          </p:nvSpPr>
          <p:spPr>
            <a:xfrm flipH="false" flipV="false" rot="0">
              <a:off x="0" y="0"/>
              <a:ext cx="1417114" cy="560372"/>
            </a:xfrm>
            <a:custGeom>
              <a:avLst/>
              <a:gdLst/>
              <a:ahLst/>
              <a:cxnLst/>
              <a:rect r="r" b="b" t="t" l="l"/>
              <a:pathLst>
                <a:path h="560372" w="1417114">
                  <a:moveTo>
                    <a:pt x="56115" y="0"/>
                  </a:moveTo>
                  <a:lnTo>
                    <a:pt x="1360999" y="0"/>
                  </a:lnTo>
                  <a:cubicBezTo>
                    <a:pt x="1375882" y="0"/>
                    <a:pt x="1390155" y="5912"/>
                    <a:pt x="1400678" y="16436"/>
                  </a:cubicBezTo>
                  <a:cubicBezTo>
                    <a:pt x="1411202" y="26960"/>
                    <a:pt x="1417114" y="41233"/>
                    <a:pt x="1417114" y="56115"/>
                  </a:cubicBezTo>
                  <a:lnTo>
                    <a:pt x="1417114" y="504256"/>
                  </a:lnTo>
                  <a:cubicBezTo>
                    <a:pt x="1417114" y="519139"/>
                    <a:pt x="1411202" y="533412"/>
                    <a:pt x="1400678" y="543936"/>
                  </a:cubicBezTo>
                  <a:cubicBezTo>
                    <a:pt x="1390155" y="554459"/>
                    <a:pt x="1375882" y="560372"/>
                    <a:pt x="1360999" y="560372"/>
                  </a:cubicBezTo>
                  <a:lnTo>
                    <a:pt x="56115" y="560372"/>
                  </a:lnTo>
                  <a:cubicBezTo>
                    <a:pt x="41233" y="560372"/>
                    <a:pt x="26960" y="554459"/>
                    <a:pt x="16436" y="543936"/>
                  </a:cubicBezTo>
                  <a:cubicBezTo>
                    <a:pt x="5912" y="533412"/>
                    <a:pt x="0" y="519139"/>
                    <a:pt x="0" y="504256"/>
                  </a:cubicBezTo>
                  <a:lnTo>
                    <a:pt x="0" y="56115"/>
                  </a:lnTo>
                  <a:cubicBezTo>
                    <a:pt x="0" y="41233"/>
                    <a:pt x="5912" y="26960"/>
                    <a:pt x="16436" y="16436"/>
                  </a:cubicBezTo>
                  <a:cubicBezTo>
                    <a:pt x="26960" y="5912"/>
                    <a:pt x="41233" y="0"/>
                    <a:pt x="56115" y="0"/>
                  </a:cubicBezTo>
                  <a:close/>
                </a:path>
              </a:pathLst>
            </a:custGeom>
            <a:solidFill>
              <a:srgbClr val="141414"/>
            </a:solidFill>
          </p:spPr>
        </p:sp>
        <p:sp>
          <p:nvSpPr>
            <p:cNvPr name="TextBox 8" id="8"/>
            <p:cNvSpPr txBox="true"/>
            <p:nvPr/>
          </p:nvSpPr>
          <p:spPr>
            <a:xfrm>
              <a:off x="0" y="-47625"/>
              <a:ext cx="1417114" cy="607996"/>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1610981" y="7130640"/>
            <a:ext cx="5380606" cy="2127660"/>
            <a:chOff x="0" y="0"/>
            <a:chExt cx="1417114" cy="560371"/>
          </a:xfrm>
        </p:grpSpPr>
        <p:sp>
          <p:nvSpPr>
            <p:cNvPr name="Freeform 10" id="10"/>
            <p:cNvSpPr/>
            <p:nvPr/>
          </p:nvSpPr>
          <p:spPr>
            <a:xfrm flipH="false" flipV="false" rot="0">
              <a:off x="0" y="0"/>
              <a:ext cx="1417114" cy="560372"/>
            </a:xfrm>
            <a:custGeom>
              <a:avLst/>
              <a:gdLst/>
              <a:ahLst/>
              <a:cxnLst/>
              <a:rect r="r" b="b" t="t" l="l"/>
              <a:pathLst>
                <a:path h="560372" w="1417114">
                  <a:moveTo>
                    <a:pt x="56115" y="0"/>
                  </a:moveTo>
                  <a:lnTo>
                    <a:pt x="1360999" y="0"/>
                  </a:lnTo>
                  <a:cubicBezTo>
                    <a:pt x="1375882" y="0"/>
                    <a:pt x="1390155" y="5912"/>
                    <a:pt x="1400678" y="16436"/>
                  </a:cubicBezTo>
                  <a:cubicBezTo>
                    <a:pt x="1411202" y="26960"/>
                    <a:pt x="1417114" y="41233"/>
                    <a:pt x="1417114" y="56115"/>
                  </a:cubicBezTo>
                  <a:lnTo>
                    <a:pt x="1417114" y="504256"/>
                  </a:lnTo>
                  <a:cubicBezTo>
                    <a:pt x="1417114" y="519139"/>
                    <a:pt x="1411202" y="533412"/>
                    <a:pt x="1400678" y="543936"/>
                  </a:cubicBezTo>
                  <a:cubicBezTo>
                    <a:pt x="1390155" y="554459"/>
                    <a:pt x="1375882" y="560372"/>
                    <a:pt x="1360999" y="560372"/>
                  </a:cubicBezTo>
                  <a:lnTo>
                    <a:pt x="56115" y="560372"/>
                  </a:lnTo>
                  <a:cubicBezTo>
                    <a:pt x="41233" y="560372"/>
                    <a:pt x="26960" y="554459"/>
                    <a:pt x="16436" y="543936"/>
                  </a:cubicBezTo>
                  <a:cubicBezTo>
                    <a:pt x="5912" y="533412"/>
                    <a:pt x="0" y="519139"/>
                    <a:pt x="0" y="504256"/>
                  </a:cubicBezTo>
                  <a:lnTo>
                    <a:pt x="0" y="56115"/>
                  </a:lnTo>
                  <a:cubicBezTo>
                    <a:pt x="0" y="41233"/>
                    <a:pt x="5912" y="26960"/>
                    <a:pt x="16436" y="16436"/>
                  </a:cubicBezTo>
                  <a:cubicBezTo>
                    <a:pt x="26960" y="5912"/>
                    <a:pt x="41233" y="0"/>
                    <a:pt x="56115" y="0"/>
                  </a:cubicBezTo>
                  <a:close/>
                </a:path>
              </a:pathLst>
            </a:custGeom>
            <a:solidFill>
              <a:srgbClr val="141414"/>
            </a:solidFill>
          </p:spPr>
        </p:sp>
        <p:sp>
          <p:nvSpPr>
            <p:cNvPr name="TextBox 11" id="11"/>
            <p:cNvSpPr txBox="true"/>
            <p:nvPr/>
          </p:nvSpPr>
          <p:spPr>
            <a:xfrm>
              <a:off x="0" y="-47625"/>
              <a:ext cx="1417114" cy="607996"/>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9804793" y="767456"/>
            <a:ext cx="2618927" cy="261892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05231" t="-16185" r="-37104" b="-38000"/>
              </a:stretch>
            </a:blipFill>
          </p:spPr>
        </p:sp>
      </p:grpSp>
      <p:grpSp>
        <p:nvGrpSpPr>
          <p:cNvPr name="Group 14" id="14"/>
          <p:cNvGrpSpPr/>
          <p:nvPr/>
        </p:nvGrpSpPr>
        <p:grpSpPr>
          <a:xfrm rot="0">
            <a:off x="9804793" y="3834059"/>
            <a:ext cx="2618927" cy="261892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8454" t="0" r="-21639" b="0"/>
              </a:stretch>
            </a:blipFill>
          </p:spPr>
        </p:sp>
      </p:grpSp>
      <p:grpSp>
        <p:nvGrpSpPr>
          <p:cNvPr name="Group 16" id="16"/>
          <p:cNvGrpSpPr/>
          <p:nvPr/>
        </p:nvGrpSpPr>
        <p:grpSpPr>
          <a:xfrm rot="0">
            <a:off x="9804793" y="6900616"/>
            <a:ext cx="2618927" cy="261892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40181" t="-1703" r="-113730" b="-67465"/>
              </a:stretch>
            </a:blipFill>
          </p:spPr>
        </p:sp>
      </p:grpSp>
      <p:sp>
        <p:nvSpPr>
          <p:cNvPr name="TextBox 18" id="18"/>
          <p:cNvSpPr txBox="true"/>
          <p:nvPr/>
        </p:nvSpPr>
        <p:spPr>
          <a:xfrm rot="0">
            <a:off x="1231420" y="4072951"/>
            <a:ext cx="7960220" cy="1632652"/>
          </a:xfrm>
          <a:prstGeom prst="rect">
            <a:avLst/>
          </a:prstGeom>
        </p:spPr>
        <p:txBody>
          <a:bodyPr anchor="t" rtlCol="false" tIns="0" lIns="0" bIns="0" rIns="0">
            <a:spAutoFit/>
          </a:bodyPr>
          <a:lstStyle/>
          <a:p>
            <a:pPr algn="l">
              <a:lnSpc>
                <a:spcPts val="11532"/>
              </a:lnSpc>
            </a:pPr>
            <a:r>
              <a:rPr lang="en-US" sz="8786" b="true">
                <a:solidFill>
                  <a:srgbClr val="111111"/>
                </a:solidFill>
                <a:latin typeface="Inter SemiBold"/>
                <a:ea typeface="Inter SemiBold"/>
                <a:cs typeface="Inter SemiBold"/>
                <a:sym typeface="Inter SemiBold"/>
              </a:rPr>
              <a:t>El Equipo</a:t>
            </a:r>
          </a:p>
        </p:txBody>
      </p:sp>
      <p:sp>
        <p:nvSpPr>
          <p:cNvPr name="TextBox 19" id="19"/>
          <p:cNvSpPr txBox="true"/>
          <p:nvPr/>
        </p:nvSpPr>
        <p:spPr>
          <a:xfrm rot="0">
            <a:off x="13177972" y="1385810"/>
            <a:ext cx="2769684" cy="424815"/>
          </a:xfrm>
          <a:prstGeom prst="rect">
            <a:avLst/>
          </a:prstGeom>
        </p:spPr>
        <p:txBody>
          <a:bodyPr anchor="t" rtlCol="false" tIns="0" lIns="0" bIns="0" rIns="0">
            <a:spAutoFit/>
          </a:bodyPr>
          <a:lstStyle/>
          <a:p>
            <a:pPr algn="ctr">
              <a:lnSpc>
                <a:spcPts val="2939"/>
              </a:lnSpc>
            </a:pPr>
            <a:r>
              <a:rPr lang="en-US" sz="2239" b="true">
                <a:solidFill>
                  <a:srgbClr val="FFFFFF"/>
                </a:solidFill>
                <a:latin typeface="Inter SemiBold"/>
                <a:ea typeface="Inter SemiBold"/>
                <a:cs typeface="Inter SemiBold"/>
                <a:sym typeface="Inter SemiBold"/>
              </a:rPr>
              <a:t>Nombre Apellido</a:t>
            </a:r>
          </a:p>
        </p:txBody>
      </p:sp>
      <p:sp>
        <p:nvSpPr>
          <p:cNvPr name="TextBox 20" id="20"/>
          <p:cNvSpPr txBox="true"/>
          <p:nvPr/>
        </p:nvSpPr>
        <p:spPr>
          <a:xfrm rot="0">
            <a:off x="13177972" y="4493899"/>
            <a:ext cx="2769684" cy="424815"/>
          </a:xfrm>
          <a:prstGeom prst="rect">
            <a:avLst/>
          </a:prstGeom>
        </p:spPr>
        <p:txBody>
          <a:bodyPr anchor="t" rtlCol="false" tIns="0" lIns="0" bIns="0" rIns="0">
            <a:spAutoFit/>
          </a:bodyPr>
          <a:lstStyle/>
          <a:p>
            <a:pPr algn="ctr">
              <a:lnSpc>
                <a:spcPts val="2939"/>
              </a:lnSpc>
            </a:pPr>
            <a:r>
              <a:rPr lang="en-US" sz="2239" b="true">
                <a:solidFill>
                  <a:srgbClr val="FFFFFF"/>
                </a:solidFill>
                <a:latin typeface="Inter SemiBold"/>
                <a:ea typeface="Inter SemiBold"/>
                <a:cs typeface="Inter SemiBold"/>
                <a:sym typeface="Inter SemiBold"/>
              </a:rPr>
              <a:t>Nombre Apellido</a:t>
            </a:r>
          </a:p>
        </p:txBody>
      </p:sp>
      <p:sp>
        <p:nvSpPr>
          <p:cNvPr name="TextBox 21" id="21"/>
          <p:cNvSpPr txBox="true"/>
          <p:nvPr/>
        </p:nvSpPr>
        <p:spPr>
          <a:xfrm rot="0">
            <a:off x="13177972" y="7540830"/>
            <a:ext cx="2769684" cy="424815"/>
          </a:xfrm>
          <a:prstGeom prst="rect">
            <a:avLst/>
          </a:prstGeom>
        </p:spPr>
        <p:txBody>
          <a:bodyPr anchor="t" rtlCol="false" tIns="0" lIns="0" bIns="0" rIns="0">
            <a:spAutoFit/>
          </a:bodyPr>
          <a:lstStyle/>
          <a:p>
            <a:pPr algn="ctr">
              <a:lnSpc>
                <a:spcPts val="2939"/>
              </a:lnSpc>
            </a:pPr>
            <a:r>
              <a:rPr lang="en-US" sz="2239" b="true">
                <a:solidFill>
                  <a:srgbClr val="FFFFFF"/>
                </a:solidFill>
                <a:latin typeface="Inter SemiBold"/>
                <a:ea typeface="Inter SemiBold"/>
                <a:cs typeface="Inter SemiBold"/>
                <a:sym typeface="Inter SemiBold"/>
              </a:rPr>
              <a:t>Nombre Apellido</a:t>
            </a:r>
          </a:p>
        </p:txBody>
      </p:sp>
      <p:sp>
        <p:nvSpPr>
          <p:cNvPr name="TextBox 22" id="22"/>
          <p:cNvSpPr txBox="true"/>
          <p:nvPr/>
        </p:nvSpPr>
        <p:spPr>
          <a:xfrm rot="0">
            <a:off x="12813707" y="2001125"/>
            <a:ext cx="3498214" cy="617220"/>
          </a:xfrm>
          <a:prstGeom prst="rect">
            <a:avLst/>
          </a:prstGeom>
        </p:spPr>
        <p:txBody>
          <a:bodyPr anchor="t" rtlCol="false" tIns="0" lIns="0" bIns="0" rIns="0">
            <a:spAutoFit/>
          </a:bodyPr>
          <a:lstStyle/>
          <a:p>
            <a:pPr algn="just">
              <a:lnSpc>
                <a:spcPts val="1680"/>
              </a:lnSpc>
            </a:pPr>
            <a:r>
              <a:rPr lang="en-US" sz="1200">
                <a:solidFill>
                  <a:srgbClr val="FFFFFF"/>
                </a:solidFill>
                <a:latin typeface="Inter"/>
                <a:ea typeface="Inter"/>
                <a:cs typeface="Inter"/>
                <a:sym typeface="Inter"/>
              </a:rPr>
              <a:t>Lorem ipsum dolor sit amet, consectetur adipiscing elit. Quisque molestie nisl eu sem tristique, sit amet convallis ex aliquam. </a:t>
            </a:r>
          </a:p>
        </p:txBody>
      </p:sp>
      <p:sp>
        <p:nvSpPr>
          <p:cNvPr name="TextBox 23" id="23"/>
          <p:cNvSpPr txBox="true"/>
          <p:nvPr/>
        </p:nvSpPr>
        <p:spPr>
          <a:xfrm rot="0">
            <a:off x="12813707" y="5118739"/>
            <a:ext cx="3498214" cy="617220"/>
          </a:xfrm>
          <a:prstGeom prst="rect">
            <a:avLst/>
          </a:prstGeom>
        </p:spPr>
        <p:txBody>
          <a:bodyPr anchor="t" rtlCol="false" tIns="0" lIns="0" bIns="0" rIns="0">
            <a:spAutoFit/>
          </a:bodyPr>
          <a:lstStyle/>
          <a:p>
            <a:pPr algn="just">
              <a:lnSpc>
                <a:spcPts val="1680"/>
              </a:lnSpc>
            </a:pPr>
            <a:r>
              <a:rPr lang="en-US" sz="1200">
                <a:solidFill>
                  <a:srgbClr val="FFFFFF"/>
                </a:solidFill>
                <a:latin typeface="Inter"/>
                <a:ea typeface="Inter"/>
                <a:cs typeface="Inter"/>
                <a:sym typeface="Inter"/>
              </a:rPr>
              <a:t>Lorem ipsum dolor sit amet, consectetur adipiscing elit. Quisque molestie nisl eu sem tristique, sit amet convallis ex aliquam. </a:t>
            </a:r>
          </a:p>
        </p:txBody>
      </p:sp>
      <p:sp>
        <p:nvSpPr>
          <p:cNvPr name="TextBox 24" id="24"/>
          <p:cNvSpPr txBox="true"/>
          <p:nvPr/>
        </p:nvSpPr>
        <p:spPr>
          <a:xfrm rot="0">
            <a:off x="12813707" y="8191030"/>
            <a:ext cx="3498214" cy="617220"/>
          </a:xfrm>
          <a:prstGeom prst="rect">
            <a:avLst/>
          </a:prstGeom>
        </p:spPr>
        <p:txBody>
          <a:bodyPr anchor="t" rtlCol="false" tIns="0" lIns="0" bIns="0" rIns="0">
            <a:spAutoFit/>
          </a:bodyPr>
          <a:lstStyle/>
          <a:p>
            <a:pPr algn="just">
              <a:lnSpc>
                <a:spcPts val="1680"/>
              </a:lnSpc>
            </a:pPr>
            <a:r>
              <a:rPr lang="en-US" sz="1200">
                <a:solidFill>
                  <a:srgbClr val="FFFFFF"/>
                </a:solidFill>
                <a:latin typeface="Inter"/>
                <a:ea typeface="Inter"/>
                <a:cs typeface="Inter"/>
                <a:sym typeface="Inter"/>
              </a:rPr>
              <a:t>Lorem ipsum dolor sit amet, consectetur adipiscing elit. Quisque molestie nisl eu sem tristique, sit amet convallis ex aliquam. </a:t>
            </a:r>
          </a:p>
        </p:txBody>
      </p:sp>
      <p:sp>
        <p:nvSpPr>
          <p:cNvPr name="Freeform 25" id="25"/>
          <p:cNvSpPr/>
          <p:nvPr/>
        </p:nvSpPr>
        <p:spPr>
          <a:xfrm flipH="true" flipV="true" rot="0">
            <a:off x="2876576" y="-1904501"/>
            <a:ext cx="3290311" cy="3290311"/>
          </a:xfrm>
          <a:custGeom>
            <a:avLst/>
            <a:gdLst/>
            <a:ahLst/>
            <a:cxnLst/>
            <a:rect r="r" b="b" t="t" l="l"/>
            <a:pathLst>
              <a:path h="3290311" w="3290311">
                <a:moveTo>
                  <a:pt x="3290311" y="3290311"/>
                </a:moveTo>
                <a:lnTo>
                  <a:pt x="0" y="3290311"/>
                </a:lnTo>
                <a:lnTo>
                  <a:pt x="0" y="0"/>
                </a:lnTo>
                <a:lnTo>
                  <a:pt x="3290311" y="0"/>
                </a:lnTo>
                <a:lnTo>
                  <a:pt x="3290311" y="3290311"/>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true" flipV="true" rot="0">
            <a:off x="-413735" y="-1904501"/>
            <a:ext cx="3290311" cy="3290311"/>
          </a:xfrm>
          <a:custGeom>
            <a:avLst/>
            <a:gdLst/>
            <a:ahLst/>
            <a:cxnLst/>
            <a:rect r="r" b="b" t="t" l="l"/>
            <a:pathLst>
              <a:path h="3290311" w="3290311">
                <a:moveTo>
                  <a:pt x="3290311" y="3290311"/>
                </a:moveTo>
                <a:lnTo>
                  <a:pt x="0" y="3290311"/>
                </a:lnTo>
                <a:lnTo>
                  <a:pt x="0" y="0"/>
                </a:lnTo>
                <a:lnTo>
                  <a:pt x="3290311" y="0"/>
                </a:lnTo>
                <a:lnTo>
                  <a:pt x="3290311" y="3290311"/>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true" rot="-1072477">
            <a:off x="118443" y="7662818"/>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8" id="28"/>
          <p:cNvSpPr txBox="true"/>
          <p:nvPr/>
        </p:nvSpPr>
        <p:spPr>
          <a:xfrm rot="0">
            <a:off x="1231420" y="5657978"/>
            <a:ext cx="6865981" cy="1081757"/>
          </a:xfrm>
          <a:prstGeom prst="rect">
            <a:avLst/>
          </a:prstGeom>
        </p:spPr>
        <p:txBody>
          <a:bodyPr anchor="t" rtlCol="false" tIns="0" lIns="0" bIns="0" rIns="0">
            <a:spAutoFit/>
          </a:bodyPr>
          <a:lstStyle/>
          <a:p>
            <a:pPr algn="just">
              <a:lnSpc>
                <a:spcPts val="2850"/>
              </a:lnSpc>
            </a:pPr>
            <a:r>
              <a:rPr lang="en-US" sz="2036">
                <a:solidFill>
                  <a:srgbClr val="000000"/>
                </a:solidFill>
                <a:latin typeface="Inter"/>
                <a:ea typeface="Inter"/>
                <a:cs typeface="Inter"/>
                <a:sym typeface="Inter"/>
              </a:rPr>
              <a:t>Lorem ipsum dolor sit amet, consectetur adipiscing elit. Quisque molestie nisl eu sem tristique, sit amet convallis ex aliquam.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0" r="0" b="-18444"/>
            </a:stretch>
          </a:blipFill>
        </p:spPr>
      </p:sp>
      <p:sp>
        <p:nvSpPr>
          <p:cNvPr name="TextBox 3" id="3"/>
          <p:cNvSpPr txBox="true"/>
          <p:nvPr/>
        </p:nvSpPr>
        <p:spPr>
          <a:xfrm rot="0">
            <a:off x="6290620" y="2240954"/>
            <a:ext cx="5706759" cy="2231037"/>
          </a:xfrm>
          <a:prstGeom prst="rect">
            <a:avLst/>
          </a:prstGeom>
        </p:spPr>
        <p:txBody>
          <a:bodyPr anchor="t" rtlCol="false" tIns="0" lIns="0" bIns="0" rIns="0">
            <a:spAutoFit/>
          </a:bodyPr>
          <a:lstStyle/>
          <a:p>
            <a:pPr algn="ctr">
              <a:lnSpc>
                <a:spcPts val="17204"/>
              </a:lnSpc>
            </a:pPr>
            <a:r>
              <a:rPr lang="en-US" sz="9830">
                <a:solidFill>
                  <a:srgbClr val="FFFFFF"/>
                </a:solidFill>
                <a:latin typeface="Inter Light"/>
                <a:ea typeface="Inter Light"/>
                <a:cs typeface="Inter Light"/>
                <a:sym typeface="Inter Light"/>
              </a:rPr>
              <a:t>Ponte en</a:t>
            </a:r>
            <a:r>
              <a:rPr lang="en-US" sz="9830">
                <a:solidFill>
                  <a:srgbClr val="FFFFFF"/>
                </a:solidFill>
                <a:latin typeface="Inter Light"/>
                <a:ea typeface="Inter Light"/>
                <a:cs typeface="Inter Light"/>
                <a:sym typeface="Inter Light"/>
              </a:rPr>
              <a:t> </a:t>
            </a:r>
          </a:p>
        </p:txBody>
      </p:sp>
      <p:sp>
        <p:nvSpPr>
          <p:cNvPr name="TextBox 4" id="4"/>
          <p:cNvSpPr txBox="true"/>
          <p:nvPr/>
        </p:nvSpPr>
        <p:spPr>
          <a:xfrm rot="0">
            <a:off x="2944587" y="2926409"/>
            <a:ext cx="12398826" cy="3817462"/>
          </a:xfrm>
          <a:prstGeom prst="rect">
            <a:avLst/>
          </a:prstGeom>
        </p:spPr>
        <p:txBody>
          <a:bodyPr anchor="t" rtlCol="false" tIns="0" lIns="0" bIns="0" rIns="0">
            <a:spAutoFit/>
          </a:bodyPr>
          <a:lstStyle/>
          <a:p>
            <a:pPr algn="ctr">
              <a:lnSpc>
                <a:spcPts val="29513"/>
              </a:lnSpc>
            </a:pPr>
            <a:r>
              <a:rPr lang="en-US" sz="16864" b="true">
                <a:solidFill>
                  <a:srgbClr val="FFFFFF"/>
                </a:solidFill>
                <a:latin typeface="Inter SemiBold"/>
                <a:ea typeface="Inter SemiBold"/>
                <a:cs typeface="Inter SemiBold"/>
                <a:sym typeface="Inter SemiBold"/>
              </a:rPr>
              <a:t>Contacto</a:t>
            </a:r>
          </a:p>
        </p:txBody>
      </p:sp>
      <p:sp>
        <p:nvSpPr>
          <p:cNvPr name="Freeform 5" id="5"/>
          <p:cNvSpPr/>
          <p:nvPr/>
        </p:nvSpPr>
        <p:spPr>
          <a:xfrm flipH="false" flipV="false" rot="0">
            <a:off x="1747827" y="1028700"/>
            <a:ext cx="806235" cy="201559"/>
          </a:xfrm>
          <a:custGeom>
            <a:avLst/>
            <a:gdLst/>
            <a:ahLst/>
            <a:cxnLst/>
            <a:rect r="r" b="b" t="t" l="l"/>
            <a:pathLst>
              <a:path h="201559" w="806235">
                <a:moveTo>
                  <a:pt x="0" y="0"/>
                </a:moveTo>
                <a:lnTo>
                  <a:pt x="806235" y="0"/>
                </a:lnTo>
                <a:lnTo>
                  <a:pt x="806235" y="201559"/>
                </a:lnTo>
                <a:lnTo>
                  <a:pt x="0" y="2015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762513" y="9056741"/>
            <a:ext cx="806235" cy="201559"/>
          </a:xfrm>
          <a:custGeom>
            <a:avLst/>
            <a:gdLst/>
            <a:ahLst/>
            <a:cxnLst/>
            <a:rect r="r" b="b" t="t" l="l"/>
            <a:pathLst>
              <a:path h="201559" w="806235">
                <a:moveTo>
                  <a:pt x="0" y="0"/>
                </a:moveTo>
                <a:lnTo>
                  <a:pt x="806235" y="0"/>
                </a:lnTo>
                <a:lnTo>
                  <a:pt x="806235" y="201559"/>
                </a:lnTo>
                <a:lnTo>
                  <a:pt x="0" y="2015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069298" y="7296286"/>
            <a:ext cx="387808" cy="387810"/>
          </a:xfrm>
          <a:custGeom>
            <a:avLst/>
            <a:gdLst/>
            <a:ahLst/>
            <a:cxnLst/>
            <a:rect r="r" b="b" t="t" l="l"/>
            <a:pathLst>
              <a:path h="387810" w="387808">
                <a:moveTo>
                  <a:pt x="0" y="0"/>
                </a:moveTo>
                <a:lnTo>
                  <a:pt x="387808" y="0"/>
                </a:lnTo>
                <a:lnTo>
                  <a:pt x="387808" y="387810"/>
                </a:lnTo>
                <a:lnTo>
                  <a:pt x="0" y="3878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747919" y="6690083"/>
            <a:ext cx="2794872" cy="293057"/>
          </a:xfrm>
          <a:prstGeom prst="rect">
            <a:avLst/>
          </a:prstGeom>
        </p:spPr>
        <p:txBody>
          <a:bodyPr anchor="t" rtlCol="false" tIns="0" lIns="0" bIns="0" rIns="0">
            <a:spAutoFit/>
          </a:bodyPr>
          <a:lstStyle/>
          <a:p>
            <a:pPr algn="l" marL="0" indent="0" lvl="0">
              <a:lnSpc>
                <a:spcPts val="2470"/>
              </a:lnSpc>
              <a:spcBef>
                <a:spcPct val="0"/>
              </a:spcBef>
            </a:pPr>
            <a:r>
              <a:rPr lang="en-US" sz="1764" spc="-61">
                <a:solidFill>
                  <a:srgbClr val="FFFFFF"/>
                </a:solidFill>
                <a:latin typeface="Inter"/>
                <a:ea typeface="Inter"/>
                <a:cs typeface="Inter"/>
                <a:sym typeface="Inter"/>
              </a:rPr>
              <a:t>contacto@lafrox.cl</a:t>
            </a:r>
          </a:p>
        </p:txBody>
      </p:sp>
      <p:sp>
        <p:nvSpPr>
          <p:cNvPr name="Freeform 9" id="9"/>
          <p:cNvSpPr/>
          <p:nvPr/>
        </p:nvSpPr>
        <p:spPr>
          <a:xfrm flipH="false" flipV="false" rot="0">
            <a:off x="10069298" y="6732646"/>
            <a:ext cx="325031" cy="325031"/>
          </a:xfrm>
          <a:custGeom>
            <a:avLst/>
            <a:gdLst/>
            <a:ahLst/>
            <a:cxnLst/>
            <a:rect r="r" b="b" t="t" l="l"/>
            <a:pathLst>
              <a:path h="325031" w="325031">
                <a:moveTo>
                  <a:pt x="0" y="0"/>
                </a:moveTo>
                <a:lnTo>
                  <a:pt x="325031" y="0"/>
                </a:lnTo>
                <a:lnTo>
                  <a:pt x="325031" y="325031"/>
                </a:lnTo>
                <a:lnTo>
                  <a:pt x="0" y="325031"/>
                </a:lnTo>
                <a:lnTo>
                  <a:pt x="0" y="0"/>
                </a:lnTo>
                <a:close/>
              </a:path>
            </a:pathLst>
          </a:custGeom>
          <a:blipFill>
            <a:blip r:embed="rId7">
              <a:extLst>
                <a:ext uri="{96DAC541-7B7A-43D3-8B79-37D633B846F1}">
                  <asvg:svgBlip xmlns:asvg="http://schemas.microsoft.com/office/drawing/2016/SVG/main" r:embed="rId8"/>
                </a:ext>
              </a:extLst>
            </a:blip>
            <a:stretch>
              <a:fillRect l="0" t="-800" r="0" b="-800"/>
            </a:stretch>
          </a:blipFill>
        </p:spPr>
      </p:sp>
      <p:sp>
        <p:nvSpPr>
          <p:cNvPr name="Freeform 10" id="10"/>
          <p:cNvSpPr/>
          <p:nvPr/>
        </p:nvSpPr>
        <p:spPr>
          <a:xfrm flipH="false" flipV="false" rot="0">
            <a:off x="5052380" y="7208371"/>
            <a:ext cx="308824" cy="441177"/>
          </a:xfrm>
          <a:custGeom>
            <a:avLst/>
            <a:gdLst/>
            <a:ahLst/>
            <a:cxnLst/>
            <a:rect r="r" b="b" t="t" l="l"/>
            <a:pathLst>
              <a:path h="441177" w="308824">
                <a:moveTo>
                  <a:pt x="0" y="0"/>
                </a:moveTo>
                <a:lnTo>
                  <a:pt x="308824" y="0"/>
                </a:lnTo>
                <a:lnTo>
                  <a:pt x="308824" y="441177"/>
                </a:lnTo>
                <a:lnTo>
                  <a:pt x="0" y="4411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5747919" y="7268144"/>
            <a:ext cx="2794872" cy="293057"/>
          </a:xfrm>
          <a:prstGeom prst="rect">
            <a:avLst/>
          </a:prstGeom>
        </p:spPr>
        <p:txBody>
          <a:bodyPr anchor="t" rtlCol="false" tIns="0" lIns="0" bIns="0" rIns="0">
            <a:spAutoFit/>
          </a:bodyPr>
          <a:lstStyle/>
          <a:p>
            <a:pPr algn="l" marL="0" indent="0" lvl="0">
              <a:lnSpc>
                <a:spcPts val="2470"/>
              </a:lnSpc>
              <a:spcBef>
                <a:spcPct val="0"/>
              </a:spcBef>
            </a:pPr>
            <a:r>
              <a:rPr lang="en-US" sz="1764" spc="-61">
                <a:solidFill>
                  <a:srgbClr val="FFFFFF"/>
                </a:solidFill>
                <a:latin typeface="Inter"/>
                <a:ea typeface="Inter"/>
                <a:cs typeface="Inter"/>
                <a:sym typeface="Inter"/>
              </a:rPr>
              <a:t>Av. Brasil 2241, Valparaíso</a:t>
            </a:r>
          </a:p>
        </p:txBody>
      </p:sp>
      <p:sp>
        <p:nvSpPr>
          <p:cNvPr name="TextBox 12" id="12"/>
          <p:cNvSpPr txBox="true"/>
          <p:nvPr/>
        </p:nvSpPr>
        <p:spPr>
          <a:xfrm rot="0">
            <a:off x="10736647" y="7329375"/>
            <a:ext cx="2823062" cy="293057"/>
          </a:xfrm>
          <a:prstGeom prst="rect">
            <a:avLst/>
          </a:prstGeom>
        </p:spPr>
        <p:txBody>
          <a:bodyPr anchor="t" rtlCol="false" tIns="0" lIns="0" bIns="0" rIns="0">
            <a:spAutoFit/>
          </a:bodyPr>
          <a:lstStyle/>
          <a:p>
            <a:pPr algn="l" marL="0" indent="0" lvl="0">
              <a:lnSpc>
                <a:spcPts val="2470"/>
              </a:lnSpc>
              <a:spcBef>
                <a:spcPct val="0"/>
              </a:spcBef>
            </a:pPr>
            <a:r>
              <a:rPr lang="en-US" sz="1764" spc="-61" u="none">
                <a:solidFill>
                  <a:srgbClr val="FFFFFF"/>
                </a:solidFill>
                <a:latin typeface="Inter"/>
                <a:ea typeface="Inter"/>
                <a:cs typeface="Inter"/>
                <a:sym typeface="Inter"/>
              </a:rPr>
              <a:t>www.lafrox.cl</a:t>
            </a:r>
          </a:p>
        </p:txBody>
      </p:sp>
      <p:sp>
        <p:nvSpPr>
          <p:cNvPr name="Freeform 13" id="13"/>
          <p:cNvSpPr/>
          <p:nvPr/>
        </p:nvSpPr>
        <p:spPr>
          <a:xfrm flipH="false" flipV="false" rot="0">
            <a:off x="4985939" y="6693491"/>
            <a:ext cx="441707" cy="314817"/>
          </a:xfrm>
          <a:custGeom>
            <a:avLst/>
            <a:gdLst/>
            <a:ahLst/>
            <a:cxnLst/>
            <a:rect r="r" b="b" t="t" l="l"/>
            <a:pathLst>
              <a:path h="314817" w="441707">
                <a:moveTo>
                  <a:pt x="0" y="0"/>
                </a:moveTo>
                <a:lnTo>
                  <a:pt x="441707" y="0"/>
                </a:lnTo>
                <a:lnTo>
                  <a:pt x="441707" y="314817"/>
                </a:lnTo>
                <a:lnTo>
                  <a:pt x="0" y="3148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10758453" y="6734346"/>
            <a:ext cx="2801256" cy="293057"/>
          </a:xfrm>
          <a:prstGeom prst="rect">
            <a:avLst/>
          </a:prstGeom>
        </p:spPr>
        <p:txBody>
          <a:bodyPr anchor="t" rtlCol="false" tIns="0" lIns="0" bIns="0" rIns="0">
            <a:spAutoFit/>
          </a:bodyPr>
          <a:lstStyle/>
          <a:p>
            <a:pPr algn="l" marL="0" indent="0" lvl="0">
              <a:lnSpc>
                <a:spcPts val="2470"/>
              </a:lnSpc>
              <a:spcBef>
                <a:spcPct val="0"/>
              </a:spcBef>
            </a:pPr>
            <a:r>
              <a:rPr lang="en-US" sz="1764" spc="-61" u="none">
                <a:solidFill>
                  <a:srgbClr val="FFFFFF"/>
                </a:solidFill>
                <a:latin typeface="Inter"/>
                <a:ea typeface="Inter"/>
                <a:cs typeface="Inter"/>
                <a:sym typeface="Inter"/>
              </a:rPr>
              <a:t>+56 32 250 4100</a:t>
            </a:r>
          </a:p>
        </p:txBody>
      </p:sp>
      <p:sp>
        <p:nvSpPr>
          <p:cNvPr name="Freeform 15" id="15"/>
          <p:cNvSpPr/>
          <p:nvPr/>
        </p:nvSpPr>
        <p:spPr>
          <a:xfrm flipH="false" flipV="false" rot="0">
            <a:off x="-9059637" y="2283886"/>
            <a:ext cx="11582237" cy="5791118"/>
          </a:xfrm>
          <a:custGeom>
            <a:avLst/>
            <a:gdLst/>
            <a:ahLst/>
            <a:cxnLst/>
            <a:rect r="r" b="b" t="t" l="l"/>
            <a:pathLst>
              <a:path h="5791118" w="11582237">
                <a:moveTo>
                  <a:pt x="0" y="0"/>
                </a:moveTo>
                <a:lnTo>
                  <a:pt x="11582237" y="0"/>
                </a:lnTo>
                <a:lnTo>
                  <a:pt x="11582237" y="5791118"/>
                </a:lnTo>
                <a:lnTo>
                  <a:pt x="0" y="579111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true" rot="0">
            <a:off x="-9028175" y="4664565"/>
            <a:ext cx="11582237" cy="5791118"/>
          </a:xfrm>
          <a:custGeom>
            <a:avLst/>
            <a:gdLst/>
            <a:ahLst/>
            <a:cxnLst/>
            <a:rect r="r" b="b" t="t" l="l"/>
            <a:pathLst>
              <a:path h="5791118" w="11582237">
                <a:moveTo>
                  <a:pt x="0" y="5791118"/>
                </a:moveTo>
                <a:lnTo>
                  <a:pt x="11582237" y="5791118"/>
                </a:lnTo>
                <a:lnTo>
                  <a:pt x="11582237" y="0"/>
                </a:lnTo>
                <a:lnTo>
                  <a:pt x="0" y="0"/>
                </a:lnTo>
                <a:lnTo>
                  <a:pt x="0" y="5791118"/>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true" rot="0">
            <a:off x="15793975" y="1769006"/>
            <a:ext cx="11582237" cy="5791118"/>
          </a:xfrm>
          <a:custGeom>
            <a:avLst/>
            <a:gdLst/>
            <a:ahLst/>
            <a:cxnLst/>
            <a:rect r="r" b="b" t="t" l="l"/>
            <a:pathLst>
              <a:path h="5791118" w="11582237">
                <a:moveTo>
                  <a:pt x="0" y="5791118"/>
                </a:moveTo>
                <a:lnTo>
                  <a:pt x="11582237" y="5791118"/>
                </a:lnTo>
                <a:lnTo>
                  <a:pt x="11582237" y="0"/>
                </a:lnTo>
                <a:lnTo>
                  <a:pt x="0" y="0"/>
                </a:lnTo>
                <a:lnTo>
                  <a:pt x="0" y="5791118"/>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8" id="18"/>
          <p:cNvSpPr/>
          <p:nvPr/>
        </p:nvSpPr>
        <p:spPr>
          <a:xfrm flipH="false" flipV="false" rot="0">
            <a:off x="15762513" y="-611673"/>
            <a:ext cx="11582237" cy="5791118"/>
          </a:xfrm>
          <a:custGeom>
            <a:avLst/>
            <a:gdLst/>
            <a:ahLst/>
            <a:cxnLst/>
            <a:rect r="r" b="b" t="t" l="l"/>
            <a:pathLst>
              <a:path h="5791118" w="11582237">
                <a:moveTo>
                  <a:pt x="0" y="0"/>
                </a:moveTo>
                <a:lnTo>
                  <a:pt x="11582237" y="0"/>
                </a:lnTo>
                <a:lnTo>
                  <a:pt x="11582237" y="5791118"/>
                </a:lnTo>
                <a:lnTo>
                  <a:pt x="0" y="579111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9" id="19"/>
          <p:cNvSpPr txBox="true"/>
          <p:nvPr/>
        </p:nvSpPr>
        <p:spPr>
          <a:xfrm rot="0">
            <a:off x="7123055" y="987552"/>
            <a:ext cx="4041891" cy="339725"/>
          </a:xfrm>
          <a:prstGeom prst="rect">
            <a:avLst/>
          </a:prstGeom>
        </p:spPr>
        <p:txBody>
          <a:bodyPr anchor="t" rtlCol="false" tIns="0" lIns="0" bIns="0" rIns="0">
            <a:spAutoFit/>
          </a:bodyPr>
          <a:lstStyle/>
          <a:p>
            <a:pPr algn="ctr">
              <a:lnSpc>
                <a:spcPts val="2799"/>
              </a:lnSpc>
            </a:pPr>
            <a:r>
              <a:rPr lang="en-US" sz="1999" b="true">
                <a:solidFill>
                  <a:srgbClr val="FFFFFF"/>
                </a:solidFill>
                <a:latin typeface="Inter SemiBold"/>
                <a:ea typeface="Inter SemiBold"/>
                <a:cs typeface="Inter SemiBold"/>
                <a:sym typeface="Inter SemiBold"/>
              </a:rPr>
              <a:t>LafroX SpA</a:t>
            </a:r>
          </a:p>
        </p:txBody>
      </p:sp>
      <p:sp>
        <p:nvSpPr>
          <p:cNvPr name="TextBox 20" id="20"/>
          <p:cNvSpPr txBox="true"/>
          <p:nvPr/>
        </p:nvSpPr>
        <p:spPr>
          <a:xfrm rot="0">
            <a:off x="6255917" y="8850630"/>
            <a:ext cx="5776167" cy="407670"/>
          </a:xfrm>
          <a:prstGeom prst="rect">
            <a:avLst/>
          </a:prstGeom>
        </p:spPr>
        <p:txBody>
          <a:bodyPr anchor="t" rtlCol="false" tIns="0" lIns="0" bIns="0" rIns="0">
            <a:spAutoFit/>
          </a:bodyPr>
          <a:lstStyle/>
          <a:p>
            <a:pPr algn="ctr">
              <a:lnSpc>
                <a:spcPts val="1679"/>
              </a:lnSpc>
            </a:pPr>
            <a:r>
              <a:rPr lang="en-US" sz="1200">
                <a:solidFill>
                  <a:srgbClr val="FFFFFF"/>
                </a:solidFill>
                <a:latin typeface="Inter"/>
                <a:ea typeface="Inter"/>
                <a:cs typeface="Inter"/>
                <a:sym typeface="Inter"/>
              </a:rPr>
              <a:t>Lorem ipsum dolor sit amet, consectetur adipiscing elit, sed do eiusmod tempor incididunt ut labore et dolore magna aliqua.</a:t>
            </a:r>
          </a:p>
        </p:txBody>
      </p:sp>
      <p:pic>
        <p:nvPicPr>
          <p:cNvPr id="21" name="LafroX Isotipo" descr="Isotipo LafroX"/>
          <p:cNvPicPr>
            <a:picLocks noChangeAspect="1"/>
          </p:cNvPicPr>
          <p:nvPr/>
        </p:nvPicPr>
        <p:blipFill>
          <a:blip r:embed="rId19"/>
          <a:stretch>
            <a:fillRect/>
          </a:stretch>
        </p:blipFill>
        <p:spPr>
          <a:xfrm>
            <a:off x="8814816" y="228600"/>
            <a:ext cx="658508" cy="676656"/>
          </a:xfrm>
          <a:prstGeom prst="rect">
            <a:avLst/>
          </a:prstGeom>
        </p:spPr>
      </p:pic>
    </p:spTree>
  </p:cSld>
  <p:clrMapOvr>
    <a:masterClrMapping/>
  </p:clrMapOvr>
</p:sld>
</file>

<file path=ppt/theme/theme1.xml><?xml version="1.0" encoding="utf-8"?>
<a:theme xmlns:a="http://schemas.openxmlformats.org/drawingml/2006/main" name="Office Theme">
  <a:themeElements>
    <a:clrScheme name="LafroX">
      <a:dk1>
        <a:srgbClr val="111111"/>
      </a:dk1>
      <a:lt1>
        <a:sysClr val="window" lastClr="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LafroX">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DAHYeykrAKU</dc:identifier>
  <dcterms:modified xsi:type="dcterms:W3CDTF">2011-08-01T06:04:30Z</dcterms:modified>
  <cp:revision>1</cp:revision>
  <dc:title>LafroX - Plantilla de Presentación</dc:title>
</cp:coreProperties>
</file>