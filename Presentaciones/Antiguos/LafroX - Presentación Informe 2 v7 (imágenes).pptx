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a:t>
            </a:r>
            <a:endParaRPr sz="1200">
              <a:solidFill>
                <a:schemeClr val="dk1"/>
              </a:solidFill>
              <a:latin typeface="Arial"/>
              <a:ea typeface="Arial"/>
              <a:cs typeface="Arial"/>
              <a:sym typeface="Arial"/>
            </a:endParaRP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La EDT ordena el trabajo en nueve fases, 49 cuentas de control y 222 paquetes. Las fases 1 a 4 se ejecutan una vez por etapa. Recorramos cada fase. (T-14 Tabla 7.1, T-15 Tabla 7.3)</a:t>
            </a:r>
            <a:endParaRP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Inicio: nueve cuentas de gestión —alcance, planificación, interesados, calidad, riesgos, reversibilidad, gobierno y cumplimiento—. Se ejecuta una vez por etapa. (T-14 §7.2)</a:t>
            </a:r>
            <a:endParaRP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Elaboración: arquitectura, seguridad, diseño de la sala técnica, validación, continuidad y experiencia de usuario. Cierra con el H2 en el mes 4 y, en la Etapa 2, con el H8 en el mes 14. (T-14 §7.2)</a:t>
            </a:r>
            <a:endParaRP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Construcción: la fase más grande, 79 paquetes. Ambientes, nube, base compartida, módulos de cada etapa, integraciones, migración, pruebas, innovaciones y documentación. (T-14 §7.2)</a:t>
            </a:r>
            <a:endParaRP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plan de implantación y las dos marchas blancas con su paso a producción (H7 mes 16 y H12 mes 21). (T-14 §7.2)</a:t>
            </a:r>
            <a:endParaRP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Adquisiciones: hardware, nube y licencias, enlaces y acuerdos con terceros. El cliente compra el equipo de terreno; LafroX lo especifica. (T-14 §7.2)</a:t>
            </a:r>
            <a:endParaRP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Infraestructura y sitios: sala técnica de Talca, cableado, racks, seguridad física, equipos de campo y configuración de los sitios, meses 3 a 12. (T-14 §7.2)</a:t>
            </a:r>
            <a:endParaRP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Capacitación y gestión del cambio: capacitación por rol, gestión del cambio con las cadenas y los transportistas, y certificación de usuarios. (T-14 §7.2)</a:t>
            </a:r>
            <a:endParaRP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Operación y soporte: 36 meses de servicio, 129.879 HH. Operación, mantenimiento fuera de congelamientos, innovaciones, informes y transferencia. (T-14 §7.2)</a:t>
            </a:r>
            <a:endParaRP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Cierre: cierre de la implementación y salida ordenada al término del contrato, con el plan de reversibilidad (meses 54–56). (T-14 §7.2)</a:t>
            </a:r>
            <a:endParaRP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Seis de los diez riesgos de mayor exposición, con el color de su rama. Todos con respuesta de mitigación, responsable y disparador. Ej.: el retiro sin trazabilidad (R-012) se ataca con un retiro simulado de punta a punta: probabilidad de 35 % a 10 % objetivo. Contingencia de 2.058 HH más 1.600 HH de reserva de gestión. (SD8 Tabla 8.4, T-16, Anexo 8.B)</a:t>
            </a:r>
            <a:endParaRP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2"/>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3"/>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Google Shape;240;p1"/>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4"/>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5"/>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6"/>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7"/>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reloj"/>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2"/>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3"/>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4"/>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5"/>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Google Shape;281;p3"/>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hc7cc306779174be_12_0"/>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55" name="Google Shape;355;p7"/>
          <p:cNvSpPr txBox="1"/>
          <p:nvPr/>
        </p:nvSpPr>
        <p:spPr>
          <a:xfrm>
            <a:off x="1956625" y="789925"/>
            <a:ext cx="8490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Esquema de solución</a:t>
            </a:r>
            <a:endParaRPr/>
          </a:p>
        </p:txBody>
      </p:sp>
      <p:sp>
        <p:nvSpPr>
          <p:cNvPr id="356" name="Google Shape;356;p7"/>
          <p:cNvSpPr/>
          <p:nvPr/>
        </p:nvSpPr>
        <p:spPr>
          <a:xfrm>
            <a:off x="557413" y="2492125"/>
            <a:ext cx="7791300" cy="68430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3.1</a:t>
            </a:r>
            <a:r>
              <a:rPr b="1" lang="en-US" sz="1500">
                <a:solidFill>
                  <a:srgbClr val="111111"/>
                </a:solidFill>
                <a:latin typeface="Inter SemiBold"/>
                <a:ea typeface="Inter SemiBold"/>
                <a:cs typeface="Inter SemiBold"/>
                <a:sym typeface="Inter SemiBold"/>
              </a:rPr>
              <a:t> · Ciclo logístico de la solución</a:t>
            </a:r>
            <a:endParaRPr b="1" sz="1500">
              <a:solidFill>
                <a:srgbClr val="111111"/>
              </a:solidFill>
              <a:latin typeface="Inter SemiBold"/>
              <a:ea typeface="Inter SemiBold"/>
              <a:cs typeface="Inter SemiBold"/>
              <a:sym typeface="Inter SemiBold"/>
            </a:endParaRPr>
          </a:p>
        </p:txBody>
      </p:sp>
      <p:pic>
        <p:nvPicPr>
          <p:cNvPr descr="Figura 3.1. Ciclo logístico de la solución (Subdocumento 3)" id="359" name="Google Shape;359;p7"/>
          <p:cNvPicPr preferRelativeResize="0"/>
          <p:nvPr/>
        </p:nvPicPr>
        <p:blipFill rotWithShape="1">
          <a:blip r:embed="rId3">
            <a:alphaModFix/>
          </a:blip>
          <a:srcRect b="0" l="0" r="0" t="0"/>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fmla="val 2051" name="adj"/>
            </a:avLst>
          </a:prstGeom>
          <a:solidFill>
            <a:srgbClr val="FFFFFF"/>
          </a:solidFill>
          <a:ln cap="flat" cmpd="sng" w="15875">
            <a:solidFill>
              <a:srgbClr val="11111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3.3</a:t>
            </a:r>
            <a:r>
              <a:rPr b="1" lang="en-US" sz="1500">
                <a:solidFill>
                  <a:srgbClr val="111111"/>
                </a:solidFill>
                <a:latin typeface="Inter SemiBold"/>
                <a:ea typeface="Inter SemiBold"/>
                <a:cs typeface="Inter SemiBold"/>
                <a:sym typeface="Inter SemiBold"/>
              </a:rPr>
              <a:t> · Continuidad durante cortes</a:t>
            </a:r>
            <a:endParaRPr b="1" sz="1500">
              <a:solidFill>
                <a:srgbClr val="111111"/>
              </a:solidFill>
              <a:latin typeface="Inter SemiBold"/>
              <a:ea typeface="Inter SemiBold"/>
              <a:cs typeface="Inter SemiBold"/>
              <a:sym typeface="Inter SemiBold"/>
            </a:endParaRPr>
          </a:p>
        </p:txBody>
      </p:sp>
      <p:pic>
        <p:nvPicPr>
          <p:cNvPr descr="Figura 3.3. Continuidad durante cortes (Subdocumento 3)" id="362" name="Google Shape;362;p7"/>
          <p:cNvPicPr preferRelativeResize="0"/>
          <p:nvPr/>
        </p:nvPicPr>
        <p:blipFill rotWithShape="1">
          <a:blip r:embed="rId4">
            <a:alphaModFix/>
          </a:blip>
          <a:srcRect b="0" l="0" r="0" t="0"/>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3.2</a:t>
            </a:r>
            <a:r>
              <a:rPr b="1" lang="en-US" sz="1500">
                <a:solidFill>
                  <a:srgbClr val="111111"/>
                </a:solidFill>
                <a:latin typeface="Inter SemiBold"/>
                <a:ea typeface="Inter SemiBold"/>
                <a:cs typeface="Inter SemiBold"/>
                <a:sym typeface="Inter SemiBold"/>
              </a:rPr>
              <a:t> · Trazabilidad y cadena de frío</a:t>
            </a:r>
            <a:endParaRPr b="1" sz="1500">
              <a:solidFill>
                <a:srgbClr val="111111"/>
              </a:solidFill>
              <a:latin typeface="Inter SemiBold"/>
              <a:ea typeface="Inter SemiBold"/>
              <a:cs typeface="Inter SemiBold"/>
              <a:sym typeface="Inter SemiBold"/>
            </a:endParaRPr>
          </a:p>
        </p:txBody>
      </p:sp>
      <p:pic>
        <p:nvPicPr>
          <p:cNvPr descr="Figura 3.2. Trazabilidad y cadena de frío (Subdocumento 3)" id="365" name="Google Shape;365;p7"/>
          <p:cNvPicPr preferRelativeResize="0"/>
          <p:nvPr/>
        </p:nvPicPr>
        <p:blipFill rotWithShape="1">
          <a:blip r:embed="rId5">
            <a:alphaModFix/>
          </a:blip>
          <a:srcRect b="0" l="0" r="0" t="0"/>
          <a:stretch/>
        </p:blipFill>
        <p:spPr>
          <a:xfrm>
            <a:off x="11741550" y="707675"/>
            <a:ext cx="4679652" cy="4141925"/>
          </a:xfrm>
          <a:prstGeom prst="rect">
            <a:avLst/>
          </a:prstGeom>
          <a:noFill/>
          <a:ln w="12700">
            <a:solidFill>
              <a:srgbClr val="E4E4E4"/>
            </a:solidFill>
          </a:ln>
        </p:spPr>
      </p:pic>
      <p:sp>
        <p:nvSpPr>
          <p:cNvPr id="3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Google Shape;372;p8"/>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3"/>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descr="Figura 1. Vista general completa de la arquitectura lógica (Subdocumento 4)" id="468" name="Google Shape;468;p9"/>
          <p:cNvPicPr preferRelativeResize="0"/>
          <p:nvPr/>
        </p:nvPicPr>
        <p:blipFill rotWithShape="1">
          <a:blip r:embed="rId3">
            <a:alphaModFix/>
          </a:blip>
          <a:srcRect b="3400" l="0" r="0" t="0"/>
          <a:stretch/>
        </p:blipFill>
        <p:spPr>
          <a:xfrm>
            <a:off x="7963265" y="1143000"/>
            <a:ext cx="9310908" cy="8275320"/>
          </a:xfrm>
          <a:prstGeom prst="rect">
            <a:avLst/>
          </a:prstGeom>
          <a:noFill/>
          <a:ln w="12700">
            <a:solidFill>
              <a:srgbClr val="E4E4E4"/>
            </a:solidFill>
          </a:ln>
        </p:spPr>
      </p:pic>
      <p:sp>
        <p:nvSpPr>
          <p:cNvPr id="469" name="Google Shape;469;p9"/>
          <p:cNvSpPr txBox="1"/>
          <p:nvPr/>
        </p:nvSpPr>
        <p:spPr>
          <a:xfrm>
            <a:off x="1444752" y="274320"/>
            <a:ext cx="91440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72" name="Google Shape;472;p9"/>
          <p:cNvSpPr/>
          <p:nvPr/>
        </p:nvSpPr>
        <p:spPr>
          <a:xfrm>
            <a:off x="1448700" y="1495764"/>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1   </a:t>
            </a:r>
            <a:r>
              <a:rPr b="1" lang="en-US" sz="1529">
                <a:solidFill>
                  <a:srgbClr val="111111"/>
                </a:solidFill>
                <a:latin typeface="Inter SemiBold"/>
                <a:ea typeface="Inter SemiBold"/>
                <a:cs typeface="Inter SemiBold"/>
                <a:sym typeface="Inter SemiBold"/>
              </a:rPr>
              <a:t>Presentación</a:t>
            </a:r>
            <a:r>
              <a:rPr b="1" lang="en-US" sz="1338">
                <a:solidFill>
                  <a:srgbClr val="606060"/>
                </a:solidFill>
                <a:latin typeface="Inter"/>
                <a:ea typeface="Inter"/>
                <a:cs typeface="Inter"/>
                <a:sym typeface="Inter"/>
              </a:rPr>
              <a:t>  ·  captura y muestra la información</a:t>
            </a:r>
            <a:endParaRPr b="1" sz="1338">
              <a:solidFill>
                <a:srgbClr val="606060"/>
              </a:solidFill>
              <a:latin typeface="Inter"/>
              <a:ea typeface="Inter"/>
              <a:cs typeface="Inter"/>
              <a:sym typeface="Inter"/>
            </a:endParaRPr>
          </a:p>
        </p:txBody>
      </p:sp>
      <p:sp>
        <p:nvSpPr>
          <p:cNvPr id="473" name="Google Shape;473;p9"/>
          <p:cNvSpPr/>
          <p:nvPr/>
        </p:nvSpPr>
        <p:spPr>
          <a:xfrm>
            <a:off x="1448700" y="2876765"/>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2   </a:t>
            </a:r>
            <a:r>
              <a:rPr b="1" lang="en-US" sz="1529">
                <a:solidFill>
                  <a:srgbClr val="111111"/>
                </a:solidFill>
                <a:latin typeface="Inter SemiBold"/>
                <a:ea typeface="Inter SemiBold"/>
                <a:cs typeface="Inter SemiBold"/>
                <a:sym typeface="Inter SemiBold"/>
              </a:rPr>
              <a:t>Borde y exposición</a:t>
            </a:r>
            <a:r>
              <a:rPr b="1" lang="en-US" sz="1338">
                <a:solidFill>
                  <a:srgbClr val="606060"/>
                </a:solidFill>
                <a:latin typeface="Inter"/>
                <a:ea typeface="Inter"/>
                <a:cs typeface="Inter"/>
                <a:sym typeface="Inter"/>
              </a:rPr>
              <a:t>  ·  protege la entrada</a:t>
            </a:r>
            <a:endParaRPr b="1" sz="1338">
              <a:solidFill>
                <a:srgbClr val="606060"/>
              </a:solidFill>
              <a:latin typeface="Inter"/>
              <a:ea typeface="Inter"/>
              <a:cs typeface="Inter"/>
              <a:sym typeface="Inter"/>
            </a:endParaRPr>
          </a:p>
        </p:txBody>
      </p:sp>
      <p:sp>
        <p:nvSpPr>
          <p:cNvPr id="474" name="Google Shape;474;p9"/>
          <p:cNvSpPr/>
          <p:nvPr/>
        </p:nvSpPr>
        <p:spPr>
          <a:xfrm>
            <a:off x="1448700" y="345727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3   </a:t>
            </a:r>
            <a:r>
              <a:rPr b="1" lang="en-US" sz="1529">
                <a:solidFill>
                  <a:srgbClr val="111111"/>
                </a:solidFill>
                <a:latin typeface="Inter SemiBold"/>
                <a:ea typeface="Inter SemiBold"/>
                <a:cs typeface="Inter SemiBold"/>
                <a:sym typeface="Inter SemiBold"/>
              </a:rPr>
              <a:t>Puerta de enlace de servicios</a:t>
            </a:r>
            <a:r>
              <a:rPr b="1" lang="en-US" sz="1338">
                <a:solidFill>
                  <a:srgbClr val="606060"/>
                </a:solidFill>
                <a:latin typeface="Inter"/>
                <a:ea typeface="Inter"/>
                <a:cs typeface="Inter"/>
                <a:sym typeface="Inter"/>
              </a:rPr>
              <a:t>  ·  valida las solicitudes</a:t>
            </a:r>
            <a:endParaRPr b="1" sz="1338">
              <a:solidFill>
                <a:srgbClr val="606060"/>
              </a:solidFill>
              <a:latin typeface="Inter"/>
              <a:ea typeface="Inter"/>
              <a:cs typeface="Inter"/>
              <a:sym typeface="Inter"/>
            </a:endParaRPr>
          </a:p>
        </p:txBody>
      </p:sp>
      <p:sp>
        <p:nvSpPr>
          <p:cNvPr id="475" name="Google Shape;475;p9"/>
          <p:cNvSpPr/>
          <p:nvPr/>
        </p:nvSpPr>
        <p:spPr>
          <a:xfrm>
            <a:off x="1448700" y="4682916"/>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4   </a:t>
            </a:r>
            <a:r>
              <a:rPr b="1" lang="en-US" sz="1529">
                <a:solidFill>
                  <a:srgbClr val="111111"/>
                </a:solidFill>
                <a:latin typeface="Inter SemiBold"/>
                <a:ea typeface="Inter SemiBold"/>
                <a:cs typeface="Inter SemiBold"/>
                <a:sym typeface="Inter SemiBold"/>
              </a:rPr>
              <a:t>Lógica de negocio</a:t>
            </a:r>
            <a:r>
              <a:rPr b="1" lang="en-US" sz="1338">
                <a:solidFill>
                  <a:srgbClr val="606060"/>
                </a:solidFill>
                <a:latin typeface="Inter"/>
                <a:ea typeface="Inter"/>
                <a:cs typeface="Inter"/>
                <a:sym typeface="Inter"/>
              </a:rPr>
              <a:t>  ·  aplica las reglas de M1–M12 en Laravel</a:t>
            </a:r>
            <a:endParaRPr b="1" sz="1338">
              <a:solidFill>
                <a:srgbClr val="606060"/>
              </a:solidFill>
              <a:latin typeface="Inter"/>
              <a:ea typeface="Inter"/>
              <a:cs typeface="Inter"/>
              <a:sym typeface="Inter"/>
            </a:endParaRPr>
          </a:p>
        </p:txBody>
      </p:sp>
      <p:sp>
        <p:nvSpPr>
          <p:cNvPr id="476" name="Google Shape;476;p9"/>
          <p:cNvSpPr/>
          <p:nvPr/>
        </p:nvSpPr>
        <p:spPr>
          <a:xfrm>
            <a:off x="1448700" y="5859958"/>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5   </a:t>
            </a:r>
            <a:r>
              <a:rPr b="1" lang="en-US" sz="1529">
                <a:solidFill>
                  <a:srgbClr val="111111"/>
                </a:solidFill>
                <a:latin typeface="Inter SemiBold"/>
                <a:ea typeface="Inter SemiBold"/>
                <a:cs typeface="Inter SemiBold"/>
                <a:sym typeface="Inter SemiBold"/>
              </a:rPr>
              <a:t>Integración y eventos</a:t>
            </a:r>
            <a:r>
              <a:rPr b="1" lang="en-US" sz="1338">
                <a:solidFill>
                  <a:srgbClr val="606060"/>
                </a:solidFill>
                <a:latin typeface="Inter"/>
                <a:ea typeface="Inter"/>
                <a:cs typeface="Inter"/>
                <a:sym typeface="Inter"/>
              </a:rPr>
              <a:t>  ·  conserva y distribuye eventos</a:t>
            </a:r>
            <a:endParaRPr b="1" sz="1338">
              <a:solidFill>
                <a:srgbClr val="606060"/>
              </a:solidFill>
              <a:latin typeface="Inter"/>
              <a:ea typeface="Inter"/>
              <a:cs typeface="Inter"/>
              <a:sym typeface="Inter"/>
            </a:endParaRPr>
          </a:p>
        </p:txBody>
      </p:sp>
      <p:sp>
        <p:nvSpPr>
          <p:cNvPr id="477" name="Google Shape;477;p9"/>
          <p:cNvSpPr/>
          <p:nvPr/>
        </p:nvSpPr>
        <p:spPr>
          <a:xfrm>
            <a:off x="1448700" y="6709049"/>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6   </a:t>
            </a:r>
            <a:r>
              <a:rPr b="1" lang="en-US" sz="1529">
                <a:solidFill>
                  <a:srgbClr val="111111"/>
                </a:solidFill>
                <a:latin typeface="Inter SemiBold"/>
                <a:ea typeface="Inter SemiBold"/>
                <a:cs typeface="Inter SemiBold"/>
                <a:sym typeface="Inter SemiBold"/>
              </a:rPr>
              <a:t>Acceso a datos</a:t>
            </a:r>
            <a:r>
              <a:rPr b="1" lang="en-US" sz="1338">
                <a:solidFill>
                  <a:srgbClr val="606060"/>
                </a:solidFill>
                <a:latin typeface="Inter"/>
                <a:ea typeface="Inter"/>
                <a:cs typeface="Inter"/>
                <a:sym typeface="Inter"/>
              </a:rPr>
              <a:t>  ·  administra la persistencia</a:t>
            </a:r>
            <a:endParaRPr b="1" sz="1338">
              <a:solidFill>
                <a:srgbClr val="606060"/>
              </a:solidFill>
              <a:latin typeface="Inter"/>
              <a:ea typeface="Inter"/>
              <a:cs typeface="Inter"/>
              <a:sym typeface="Inter"/>
            </a:endParaRPr>
          </a:p>
        </p:txBody>
      </p:sp>
      <p:sp>
        <p:nvSpPr>
          <p:cNvPr id="478" name="Google Shape;478;p9"/>
          <p:cNvSpPr/>
          <p:nvPr/>
        </p:nvSpPr>
        <p:spPr>
          <a:xfrm>
            <a:off x="1448700" y="8158047"/>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7   </a:t>
            </a:r>
            <a:r>
              <a:rPr b="1" lang="en-US" sz="1529">
                <a:solidFill>
                  <a:srgbClr val="111111"/>
                </a:solidFill>
                <a:latin typeface="Inter SemiBold"/>
                <a:ea typeface="Inter SemiBold"/>
                <a:cs typeface="Inter SemiBold"/>
                <a:sym typeface="Inter SemiBold"/>
              </a:rPr>
              <a:t>Seguridad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
        <p:nvSpPr>
          <p:cNvPr id="479" name="Google Shape;479;p9"/>
          <p:cNvSpPr/>
          <p:nvPr/>
        </p:nvSpPr>
        <p:spPr>
          <a:xfrm>
            <a:off x="1448700" y="873518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8   </a:t>
            </a:r>
            <a:r>
              <a:rPr b="1" lang="en-US" sz="1529">
                <a:solidFill>
                  <a:srgbClr val="111111"/>
                </a:solidFill>
                <a:latin typeface="Inter SemiBold"/>
                <a:ea typeface="Inter SemiBold"/>
                <a:cs typeface="Inter SemiBold"/>
                <a:sym typeface="Inter SemiBold"/>
              </a:rPr>
              <a:t>Observabilidad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
        <p:nvSpPr>
          <p:cNvPr id="4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485"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pic>
        <p:nvPicPr>
          <p:cNvPr descr="!!ARQL-overview" id="490"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491"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92" name="!!capahl"/>
          <p:cNvSpPr/>
          <p:nvPr/>
        </p:nvSpPr>
        <p:spPr>
          <a:xfrm>
            <a:off x="809625" y="2390775"/>
            <a:ext cx="3333900" cy="738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QL-layer-2" id="493" name="Google Shape;493;hc7cc306779174be_1_3"/>
          <p:cNvPicPr preferRelativeResize="0"/>
          <p:nvPr/>
        </p:nvPicPr>
        <p:blipFill rotWithShape="1">
          <a:blip r:embed="rId4">
            <a:alphaModFix amt="0"/>
          </a:blip>
          <a:srcRect b="0" l="0" r="0" t="0"/>
          <a:stretch/>
        </p:blipFill>
        <p:spPr>
          <a:xfrm>
            <a:off x="2296741" y="3090920"/>
            <a:ext cx="359518" cy="172708"/>
          </a:xfrm>
          <a:prstGeom prst="rect">
            <a:avLst/>
          </a:prstGeom>
          <a:noFill/>
          <a:ln>
            <a:noFill/>
          </a:ln>
        </p:spPr>
      </p:pic>
      <p:pic>
        <p:nvPicPr>
          <p:cNvPr descr="!!ARQL-layer-3" id="494" name="Google Shape;494;hc7cc306779174be_1_3"/>
          <p:cNvPicPr preferRelativeResize="0"/>
          <p:nvPr/>
        </p:nvPicPr>
        <p:blipFill rotWithShape="1">
          <a:blip r:embed="rId5">
            <a:alphaModFix amt="0"/>
          </a:blip>
          <a:srcRect b="0" l="0" r="0" t="0"/>
          <a:stretch/>
        </p:blipFill>
        <p:spPr>
          <a:xfrm>
            <a:off x="2326735" y="3263627"/>
            <a:ext cx="299532" cy="201493"/>
          </a:xfrm>
          <a:prstGeom prst="rect">
            <a:avLst/>
          </a:prstGeom>
          <a:noFill/>
          <a:ln>
            <a:noFill/>
          </a:ln>
        </p:spPr>
      </p:pic>
      <p:pic>
        <p:nvPicPr>
          <p:cNvPr descr="!!ARQL-layer-4" id="495" name="Google Shape;495;hc7cc306779174be_1_3"/>
          <p:cNvPicPr preferRelativeResize="0"/>
          <p:nvPr/>
        </p:nvPicPr>
        <p:blipFill rotWithShape="1">
          <a:blip r:embed="rId6">
            <a:alphaModFix amt="0"/>
          </a:blip>
          <a:srcRect b="0" l="0" r="0" t="0"/>
          <a:stretch/>
        </p:blipFill>
        <p:spPr>
          <a:xfrm>
            <a:off x="1968077" y="3465119"/>
            <a:ext cx="1016846" cy="575691"/>
          </a:xfrm>
          <a:prstGeom prst="rect">
            <a:avLst/>
          </a:prstGeom>
          <a:noFill/>
          <a:ln>
            <a:noFill/>
          </a:ln>
        </p:spPr>
      </p:pic>
      <p:pic>
        <p:nvPicPr>
          <p:cNvPr descr="!!ARQL-layer-5" id="496" name="Google Shape;496;hc7cc306779174be_1_3"/>
          <p:cNvPicPr preferRelativeResize="0"/>
          <p:nvPr/>
        </p:nvPicPr>
        <p:blipFill rotWithShape="1">
          <a:blip r:embed="rId7">
            <a:alphaModFix amt="0"/>
          </a:blip>
          <a:srcRect b="0" l="0" r="0" t="0"/>
          <a:stretch/>
        </p:blipFill>
        <p:spPr>
          <a:xfrm>
            <a:off x="2180924" y="4040810"/>
            <a:ext cx="591153" cy="287844"/>
          </a:xfrm>
          <a:prstGeom prst="rect">
            <a:avLst/>
          </a:prstGeom>
          <a:noFill/>
          <a:ln>
            <a:noFill/>
          </a:ln>
        </p:spPr>
      </p:pic>
      <p:pic>
        <p:nvPicPr>
          <p:cNvPr descr="!!ARQL-layer-6" id="497" name="Google Shape;497;hc7cc306779174be_1_3"/>
          <p:cNvPicPr preferRelativeResize="0"/>
          <p:nvPr/>
        </p:nvPicPr>
        <p:blipFill rotWithShape="1">
          <a:blip r:embed="rId8">
            <a:alphaModFix amt="0"/>
          </a:blip>
          <a:srcRect b="0" l="0" r="0" t="0"/>
          <a:stretch/>
        </p:blipFill>
        <p:spPr>
          <a:xfrm>
            <a:off x="2078416" y="4328655"/>
            <a:ext cx="796170" cy="518121"/>
          </a:xfrm>
          <a:prstGeom prst="rect">
            <a:avLst/>
          </a:prstGeom>
          <a:noFill/>
          <a:ln>
            <a:noFill/>
          </a:ln>
        </p:spPr>
      </p:pic>
      <p:pic>
        <p:nvPicPr>
          <p:cNvPr descr="!!ARQL-layer-7" id="498" name="Google Shape;498;hc7cc306779174be_1_3"/>
          <p:cNvPicPr preferRelativeResize="0"/>
          <p:nvPr/>
        </p:nvPicPr>
        <p:blipFill rotWithShape="1">
          <a:blip r:embed="rId9">
            <a:alphaModFix amt="0"/>
          </a:blip>
          <a:srcRect b="0" l="0" r="0" t="0"/>
          <a:stretch/>
        </p:blipFill>
        <p:spPr>
          <a:xfrm>
            <a:off x="2237586" y="4846777"/>
            <a:ext cx="477828" cy="230275"/>
          </a:xfrm>
          <a:prstGeom prst="rect">
            <a:avLst/>
          </a:prstGeom>
          <a:noFill/>
          <a:ln>
            <a:noFill/>
          </a:ln>
        </p:spPr>
      </p:pic>
      <p:pic>
        <p:nvPicPr>
          <p:cNvPr descr="!!ARQL-layer-8" id="499" name="Google Shape;499;hc7cc306779174be_1_3"/>
          <p:cNvPicPr preferRelativeResize="0"/>
          <p:nvPr/>
        </p:nvPicPr>
        <p:blipFill rotWithShape="1">
          <a:blip r:embed="rId10">
            <a:alphaModFix amt="0"/>
          </a:blip>
          <a:srcRect b="0" l="0" r="0" t="0"/>
          <a:stretch/>
        </p:blipFill>
        <p:spPr>
          <a:xfrm>
            <a:off x="2272993" y="5077054"/>
            <a:ext cx="407015" cy="230277"/>
          </a:xfrm>
          <a:prstGeom prst="rect">
            <a:avLst/>
          </a:prstGeom>
          <a:noFill/>
          <a:ln>
            <a:noFill/>
          </a:ln>
        </p:spPr>
      </p:pic>
      <p:pic>
        <p:nvPicPr>
          <p:cNvPr descr="!!ARQL-layer-1" id="500" name="Google Shape;500;hc7cc306779174be_1_3" title="Capa 1. Presentación"/>
          <p:cNvPicPr preferRelativeResize="0"/>
          <p:nvPr/>
        </p:nvPicPr>
        <p:blipFill rotWithShape="1">
          <a:blip r:embed="rId11">
            <a:alphaModFix/>
          </a:blip>
          <a:srcRect b="12745" l="0" r="0" t="3348"/>
          <a:stretch/>
        </p:blipFill>
        <p:spPr>
          <a:xfrm>
            <a:off x="5051650" y="1543040"/>
            <a:ext cx="12426726" cy="8160686"/>
          </a:xfrm>
          <a:prstGeom prst="rect">
            <a:avLst/>
          </a:prstGeom>
          <a:noFill/>
          <a:ln w="12700">
            <a:solidFill>
              <a:srgbClr val="E4E4E4"/>
            </a:solidFill>
          </a:ln>
        </p:spPr>
      </p:pic>
      <p:sp>
        <p:nvSpPr>
          <p:cNvPr id="50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5"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pic>
        <p:nvPicPr>
          <p:cNvPr descr="!!ARQL-overview" id="506"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08" name="!!capahl"/>
          <p:cNvSpPr/>
          <p:nvPr/>
        </p:nvSpPr>
        <p:spPr>
          <a:xfrm>
            <a:off x="809625" y="3052820"/>
            <a:ext cx="3333900" cy="2490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pic>
        <p:nvPicPr>
          <p:cNvPr descr="!!ARQL-layer-1" id="511" name="Google Shape;511;hc7cc306779174be_10_2"/>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12" name="Google Shape;512;hc7cc306779174be_10_2"/>
          <p:cNvPicPr preferRelativeResize="0"/>
          <p:nvPr/>
        </p:nvPicPr>
        <p:blipFill rotWithShape="1">
          <a:blip r:embed="rId5">
            <a:alphaModFix/>
          </a:blip>
          <a:srcRect b="0" l="0" r="0" t="0"/>
          <a:stretch/>
        </p:blipFill>
        <p:spPr>
          <a:xfrm>
            <a:off x="4762500" y="2268305"/>
            <a:ext cx="12763500" cy="6131389"/>
          </a:xfrm>
          <a:prstGeom prst="rect">
            <a:avLst/>
          </a:prstGeom>
          <a:noFill/>
          <a:ln w="12700">
            <a:solidFill>
              <a:srgbClr val="E4E4E4"/>
            </a:solidFill>
          </a:ln>
        </p:spPr>
      </p:pic>
      <p:pic>
        <p:nvPicPr>
          <p:cNvPr descr="!!ARQL-layer-3" id="513" name="Google Shape;513;hc7cc306779174be_10_2"/>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14" name="Google Shape;514;hc7cc306779174be_10_2"/>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15" name="Google Shape;515;hc7cc306779174be_10_2"/>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16" name="Google Shape;516;hc7cc306779174be_10_2"/>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17" name="Google Shape;517;hc7cc306779174be_10_2"/>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18" name="Google Shape;518;hc7cc306779174be_10_2"/>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4"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pic>
        <p:nvPicPr>
          <p:cNvPr descr="!!ARQL-overview" id="525"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27" name="!!capahl"/>
          <p:cNvSpPr/>
          <p:nvPr/>
        </p:nvSpPr>
        <p:spPr>
          <a:xfrm>
            <a:off x="809625" y="3225527"/>
            <a:ext cx="3333900" cy="2778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pic>
        <p:nvPicPr>
          <p:cNvPr descr="!!ARQL-layer-1" id="530" name="Google Shape;530;hc7cc306779174be_10_5"/>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31" name="Google Shape;531;hc7cc306779174be_10_5"/>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id="532" name="Google Shape;532;hc7cc306779174be_10_5" title="capa3-flechas-simplificadas.png"/>
          <p:cNvPicPr preferRelativeResize="0"/>
          <p:nvPr/>
        </p:nvPicPr>
        <p:blipFill rotWithShape="1">
          <a:blip r:embed="rId6">
            <a:alphaModFix/>
          </a:blip>
          <a:srcRect b="31505" l="0" r="0" t="7"/>
          <a:stretch/>
        </p:blipFill>
        <p:spPr>
          <a:xfrm>
            <a:off x="4572000" y="1813863"/>
            <a:ext cx="13663575" cy="6296099"/>
          </a:xfrm>
          <a:prstGeom prst="rect">
            <a:avLst/>
          </a:prstGeom>
          <a:noFill/>
          <a:ln w="12700">
            <a:solidFill>
              <a:srgbClr val="E4E4E4"/>
            </a:solidFill>
          </a:ln>
        </p:spPr>
      </p:pic>
      <p:pic>
        <p:nvPicPr>
          <p:cNvPr descr="!!ARQL-layer-4" id="533" name="Google Shape;533;hc7cc306779174be_10_5"/>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34" name="Google Shape;534;hc7cc306779174be_10_5"/>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35" name="Google Shape;535;hc7cc306779174be_10_5"/>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36" name="Google Shape;536;hc7cc306779174be_10_5"/>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37" name="Google Shape;537;hc7cc306779174be_10_5"/>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41"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3"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pic>
        <p:nvPicPr>
          <p:cNvPr descr="!!ARQL-overview" id="544"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46" name="!!capahl"/>
          <p:cNvSpPr/>
          <p:nvPr/>
        </p:nvSpPr>
        <p:spPr>
          <a:xfrm>
            <a:off x="809625" y="3427019"/>
            <a:ext cx="3333900" cy="651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pic>
        <p:nvPicPr>
          <p:cNvPr descr="!!ARQL-layer-1" id="549" name="Google Shape;549;hc7cc306779174be_10_8"/>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50" name="Google Shape;550;hc7cc306779174be_10_8"/>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51" name="Google Shape;551;hc7cc306779174be_10_8"/>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52" name="Google Shape;552;hc7cc306779174be_10_8"/>
          <p:cNvPicPr preferRelativeResize="0"/>
          <p:nvPr/>
        </p:nvPicPr>
        <p:blipFill rotWithShape="1">
          <a:blip r:embed="rId7">
            <a:alphaModFix/>
          </a:blip>
          <a:srcRect b="0" l="0" r="0" t="0"/>
          <a:stretch/>
        </p:blipFill>
        <p:spPr>
          <a:xfrm>
            <a:off x="4762500" y="1720948"/>
            <a:ext cx="12763499" cy="7226105"/>
          </a:xfrm>
          <a:prstGeom prst="rect">
            <a:avLst/>
          </a:prstGeom>
          <a:noFill/>
          <a:ln w="12700">
            <a:solidFill>
              <a:srgbClr val="E4E4E4"/>
            </a:solidFill>
          </a:ln>
        </p:spPr>
      </p:pic>
      <p:pic>
        <p:nvPicPr>
          <p:cNvPr descr="!!ARQL-layer-5" id="553" name="Google Shape;553;hc7cc306779174be_10_8"/>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54" name="Google Shape;554;hc7cc306779174be_10_8"/>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55" name="Google Shape;555;hc7cc306779174be_10_8"/>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56" name="Google Shape;556;hc7cc306779174be_10_8"/>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6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62"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pic>
        <p:nvPicPr>
          <p:cNvPr descr="!!ARQL-overview" id="563"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65" name="!!capahl"/>
          <p:cNvSpPr/>
          <p:nvPr/>
        </p:nvSpPr>
        <p:spPr>
          <a:xfrm>
            <a:off x="809625" y="4002710"/>
            <a:ext cx="3333900" cy="363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pic>
        <p:nvPicPr>
          <p:cNvPr descr="!!ARQL-layer-1" id="568" name="Google Shape;568;hc7cc306779174be_10_11"/>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69" name="Google Shape;569;hc7cc306779174be_10_11"/>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70" name="Google Shape;570;hc7cc306779174be_10_11"/>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71" name="Google Shape;571;hc7cc306779174be_10_11"/>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72" name="Google Shape;572;hc7cc306779174be_10_11" title="Capa 5. Integración y eventos"/>
          <p:cNvPicPr preferRelativeResize="0"/>
          <p:nvPr/>
        </p:nvPicPr>
        <p:blipFill>
          <a:blip r:embed="rId8">
            <a:alphaModFix/>
          </a:blip>
          <a:stretch>
            <a:fillRect/>
          </a:stretch>
        </p:blipFill>
        <p:spPr>
          <a:xfrm>
            <a:off x="4762500" y="2226579"/>
            <a:ext cx="12763498" cy="6214841"/>
          </a:xfrm>
          <a:prstGeom prst="rect">
            <a:avLst/>
          </a:prstGeom>
          <a:noFill/>
          <a:ln w="12700">
            <a:solidFill>
              <a:srgbClr val="E4E4E4"/>
            </a:solidFill>
          </a:ln>
        </p:spPr>
      </p:pic>
      <p:pic>
        <p:nvPicPr>
          <p:cNvPr descr="!!ARQL-layer-6" id="573" name="Google Shape;573;hc7cc306779174be_10_11"/>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74" name="Google Shape;574;hc7cc306779174be_10_11"/>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75" name="Google Shape;575;hc7cc306779174be_10_11"/>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1"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pic>
        <p:nvPicPr>
          <p:cNvPr descr="!!ARQL-overview" id="582"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84" name="!!capahl"/>
          <p:cNvSpPr/>
          <p:nvPr/>
        </p:nvSpPr>
        <p:spPr>
          <a:xfrm>
            <a:off x="809625" y="4290555"/>
            <a:ext cx="3333900" cy="594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pic>
        <p:nvPicPr>
          <p:cNvPr descr="!!ARQL-layer-1" id="587" name="Google Shape;587;hc7cc306779174be_10_74"/>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88" name="Google Shape;588;hc7cc306779174be_10_74"/>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89" name="Google Shape;589;hc7cc306779174be_10_74"/>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90" name="Google Shape;590;hc7cc306779174be_10_74"/>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91" name="Google Shape;591;hc7cc306779174be_10_74"/>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92" name="Google Shape;592;hc7cc306779174be_10_74"/>
          <p:cNvPicPr preferRelativeResize="0"/>
          <p:nvPr/>
        </p:nvPicPr>
        <p:blipFill rotWithShape="1">
          <a:blip r:embed="rId9">
            <a:alphaModFix/>
          </a:blip>
          <a:srcRect b="0" l="0" r="0" t="0"/>
          <a:stretch/>
        </p:blipFill>
        <p:spPr>
          <a:xfrm>
            <a:off x="5289640" y="1524000"/>
            <a:ext cx="11709219" cy="7619999"/>
          </a:xfrm>
          <a:prstGeom prst="rect">
            <a:avLst/>
          </a:prstGeom>
          <a:noFill/>
          <a:ln w="12700">
            <a:solidFill>
              <a:srgbClr val="E4E4E4"/>
            </a:solidFill>
          </a:ln>
        </p:spPr>
      </p:pic>
      <p:pic>
        <p:nvPicPr>
          <p:cNvPr descr="!!ARQL-layer-7" id="593" name="Google Shape;593;hc7cc306779174be_10_74"/>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94" name="Google Shape;594;hc7cc306779174be_10_74"/>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9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00"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pic>
        <p:nvPicPr>
          <p:cNvPr descr="!!ARQL-overview" id="601"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03" name="!!capahl"/>
          <p:cNvSpPr/>
          <p:nvPr/>
        </p:nvSpPr>
        <p:spPr>
          <a:xfrm>
            <a:off x="809625" y="4808677"/>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pic>
        <p:nvPicPr>
          <p:cNvPr descr="!!ARQL-layer-1" id="606" name="Google Shape;606;hc7cc306779174be_10_92"/>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607" name="Google Shape;607;hc7cc306779174be_10_92"/>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608" name="Google Shape;608;hc7cc306779174be_10_92"/>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609" name="Google Shape;609;hc7cc306779174be_10_92"/>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610" name="Google Shape;610;hc7cc306779174be_10_92"/>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611" name="Google Shape;611;hc7cc306779174be_10_92"/>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612" name="Google Shape;612;hc7cc306779174be_10_92"/>
          <p:cNvPicPr preferRelativeResize="0"/>
          <p:nvPr/>
        </p:nvPicPr>
        <p:blipFill rotWithShape="1">
          <a:blip r:embed="rId10">
            <a:alphaModFix/>
          </a:blip>
          <a:srcRect b="0" l="0" r="0" t="0"/>
          <a:stretch/>
        </p:blipFill>
        <p:spPr>
          <a:xfrm>
            <a:off x="4762500" y="2258487"/>
            <a:ext cx="12763500" cy="6151025"/>
          </a:xfrm>
          <a:prstGeom prst="rect">
            <a:avLst/>
          </a:prstGeom>
          <a:noFill/>
          <a:ln w="12700">
            <a:solidFill>
              <a:srgbClr val="E4E4E4"/>
            </a:solidFill>
          </a:ln>
        </p:spPr>
      </p:pic>
      <p:pic>
        <p:nvPicPr>
          <p:cNvPr descr="!!ARQL-layer-8" id="613" name="Google Shape;613;hc7cc306779174be_10_92"/>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6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9"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pic>
        <p:nvPicPr>
          <p:cNvPr descr="!!ARQL-overview" id="620" name="!!thumb"/>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22" name="!!capahl"/>
          <p:cNvSpPr/>
          <p:nvPr/>
        </p:nvSpPr>
        <p:spPr>
          <a:xfrm>
            <a:off x="809625" y="5038954"/>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pic>
        <p:nvPicPr>
          <p:cNvPr descr="!!ARQL-layer-1" id="625" name="Google Shape;625;hc7cc306779174be_10_110"/>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626" name="Google Shape;626;hc7cc306779174be_10_110"/>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627" name="Google Shape;627;hc7cc306779174be_10_110"/>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628" name="Google Shape;628;hc7cc306779174be_10_110"/>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629" name="Google Shape;629;hc7cc306779174be_10_110"/>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630" name="Google Shape;630;hc7cc306779174be_10_110"/>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631" name="Google Shape;631;hc7cc306779174be_10_110"/>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632" name="Google Shape;632;hc7cc306779174be_10_110"/>
          <p:cNvPicPr preferRelativeResize="0"/>
          <p:nvPr/>
        </p:nvPicPr>
        <p:blipFill rotWithShape="1">
          <a:blip r:embed="rId11">
            <a:alphaModFix/>
          </a:blip>
          <a:srcRect b="0" l="0" r="0" t="0"/>
          <a:stretch/>
        </p:blipFill>
        <p:spPr>
          <a:xfrm>
            <a:off x="4762500" y="1723402"/>
            <a:ext cx="12763500" cy="7221195"/>
          </a:xfrm>
          <a:prstGeom prst="rect">
            <a:avLst/>
          </a:prstGeom>
          <a:noFill/>
          <a:ln w="12700">
            <a:solidFill>
              <a:srgbClr val="E4E4E4"/>
            </a:solidFill>
          </a:ln>
        </p:spPr>
      </p:pic>
      <p:sp>
        <p:nvSpPr>
          <p:cNvPr id="63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
          <p:cNvSpPr txBox="1"/>
          <p:nvPr/>
        </p:nvSpPr>
        <p:spPr>
          <a:xfrm>
            <a:off x="2286000" y="274320"/>
            <a:ext cx="13716000" cy="82296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sp>
        <p:nvSpPr>
          <p:cNvPr id="640" name="!!deco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pic>
        <p:nvPicPr>
          <p:cNvPr descr="Figura 14. Vista general de la arquitectura física híbrida (Subdocumento 4)" id="643" name="Google Shape;643;p10"/>
          <p:cNvPicPr preferRelativeResize="0"/>
          <p:nvPr/>
        </p:nvPicPr>
        <p:blipFill rotWithShape="1">
          <a:blip r:embed="rId3">
            <a:alphaModFix/>
          </a:blip>
          <a:srcRect b="0" l="0" r="0" t="0"/>
          <a:stretch/>
        </p:blipFill>
        <p:spPr>
          <a:xfrm>
            <a:off x="1074871" y="1417320"/>
            <a:ext cx="16138256" cy="8046719"/>
          </a:xfrm>
          <a:prstGeom prst="rect">
            <a:avLst/>
          </a:prstGeom>
          <a:noFill/>
          <a:ln w="12700">
            <a:solidFill>
              <a:srgbClr val="E4E4E4"/>
            </a:solidFill>
          </a:ln>
        </p:spPr>
      </p:pic>
      <p:sp>
        <p:nvSpPr>
          <p:cNvPr id="64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Google Shape;685;p12"/>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3"/>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3"/>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m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41" name="Google Shape;741;hc7cc306779174be_0_81"/>
          <p:cNvSpPr txBox="1"/>
          <p:nvPr/>
        </p:nvSpPr>
        <p:spPr>
          <a:xfrm>
            <a:off x="8664322" y="3429001"/>
            <a:ext cx="8012100" cy="4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54">
                <a:solidFill>
                  <a:srgbClr val="111111"/>
                </a:solidFill>
                <a:latin typeface="Inter SemiBold"/>
                <a:ea typeface="Inter SemiBold"/>
                <a:cs typeface="Inter SemiBold"/>
                <a:sym typeface="Inter SemiBold"/>
              </a:rPr>
              <a:t>Ritmo de gobierno</a:t>
            </a:r>
            <a:endParaRPr sz="1752"/>
          </a:p>
        </p:txBody>
      </p:sp>
      <p:sp>
        <p:nvSpPr>
          <p:cNvPr id="742" name="Google Shape;742;hc7cc306779174be_0_81"/>
          <p:cNvSpPr/>
          <p:nvPr/>
        </p:nvSpPr>
        <p:spPr>
          <a:xfrm>
            <a:off x="8664322" y="4230198"/>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Semanal</a:t>
            </a:r>
            <a:endParaRPr sz="1752"/>
          </a:p>
        </p:txBody>
      </p:sp>
      <p:sp>
        <p:nvSpPr>
          <p:cNvPr id="743" name="Google Shape;743;hc7cc306779174be_0_81"/>
          <p:cNvSpPr txBox="1"/>
          <p:nvPr/>
        </p:nvSpPr>
        <p:spPr>
          <a:xfrm>
            <a:off x="11697430" y="4230198"/>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Seguimiento</a:t>
            </a:r>
            <a:endParaRPr sz="1752"/>
          </a:p>
        </p:txBody>
      </p:sp>
      <p:sp>
        <p:nvSpPr>
          <p:cNvPr id="744" name="Google Shape;744;hc7cc306779174be_0_81"/>
          <p:cNvSpPr/>
          <p:nvPr/>
        </p:nvSpPr>
        <p:spPr>
          <a:xfrm>
            <a:off x="8664322" y="5603679"/>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Quincenal</a:t>
            </a:r>
            <a:endParaRPr sz="1752"/>
          </a:p>
        </p:txBody>
      </p:sp>
      <p:sp>
        <p:nvSpPr>
          <p:cNvPr id="745" name="Google Shape;745;hc7cc306779174be_0_81"/>
          <p:cNvSpPr txBox="1"/>
          <p:nvPr/>
        </p:nvSpPr>
        <p:spPr>
          <a:xfrm>
            <a:off x="11697430" y="5603679"/>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Proyecto</a:t>
            </a:r>
            <a:endParaRPr sz="1752"/>
          </a:p>
        </p:txBody>
      </p:sp>
      <p:sp>
        <p:nvSpPr>
          <p:cNvPr id="746" name="Google Shape;746;hc7cc306779174be_0_81"/>
          <p:cNvSpPr/>
          <p:nvPr/>
        </p:nvSpPr>
        <p:spPr>
          <a:xfrm>
            <a:off x="8664322" y="6977160"/>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Mensual</a:t>
            </a:r>
            <a:endParaRPr sz="1752"/>
          </a:p>
        </p:txBody>
      </p:sp>
      <p:sp>
        <p:nvSpPr>
          <p:cNvPr id="747" name="Google Shape;747;hc7cc306779174be_0_81"/>
          <p:cNvSpPr txBox="1"/>
          <p:nvPr/>
        </p:nvSpPr>
        <p:spPr>
          <a:xfrm>
            <a:off x="11697430" y="6977160"/>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Ejecutivo y Arquitectura</a:t>
            </a:r>
            <a:endParaRPr sz="1752"/>
          </a:p>
        </p:txBody>
      </p:sp>
      <p:sp>
        <p:nvSpPr>
          <p:cNvPr id="748" name="Google Shape;748;hc7cc306779174be_0_81"/>
          <p:cNvSpPr/>
          <p:nvPr/>
        </p:nvSpPr>
        <p:spPr>
          <a:xfrm>
            <a:off x="8664322" y="8350641"/>
            <a:ext cx="2746800" cy="1029900"/>
          </a:xfrm>
          <a:prstGeom prst="roundRect">
            <a:avLst>
              <a:gd fmla="val 50000" name="adj"/>
            </a:avLst>
          </a:prstGeom>
          <a:solidFill>
            <a:srgbClr val="111111"/>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Mes 13–56</a:t>
            </a:r>
            <a:endParaRPr sz="1752"/>
          </a:p>
        </p:txBody>
      </p:sp>
      <p:sp>
        <p:nvSpPr>
          <p:cNvPr id="749" name="Google Shape;749;hc7cc306779174be_0_81"/>
          <p:cNvSpPr txBox="1"/>
          <p:nvPr/>
        </p:nvSpPr>
        <p:spPr>
          <a:xfrm>
            <a:off x="11697430" y="8350641"/>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Operación</a:t>
            </a:r>
            <a:endParaRPr sz="1752"/>
          </a:p>
        </p:txBody>
      </p:sp>
      <p:sp>
        <p:nvSpPr>
          <p:cNvPr id="751" name="Google Shape;751;hc7cc306779174be_0_81"/>
          <p:cNvSpPr/>
          <p:nvPr/>
        </p:nvSpPr>
        <p:spPr>
          <a:xfrm>
            <a:off x="1701067" y="5219575"/>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Entregas incrementales</a:t>
            </a:r>
            <a:endParaRPr/>
          </a:p>
        </p:txBody>
      </p:sp>
      <p:sp>
        <p:nvSpPr>
          <p:cNvPr id="752" name="Google Shape;752;hc7cc306779174be_0_81"/>
          <p:cNvSpPr/>
          <p:nvPr/>
        </p:nvSpPr>
        <p:spPr>
          <a:xfrm>
            <a:off x="1627725" y="6709025"/>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Iteraciones de 2 semanas</a:t>
            </a:r>
            <a:endParaRPr/>
          </a:p>
        </p:txBody>
      </p:sp>
      <p:sp>
        <p:nvSpPr>
          <p:cNvPr id="753" name="Google Shape;753;hc7cc306779174be_0_81"/>
          <p:cNvSpPr/>
          <p:nvPr/>
        </p:nvSpPr>
        <p:spPr>
          <a:xfrm>
            <a:off x="1701067" y="8143750"/>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Control de tareas Kanban</a:t>
            </a:r>
            <a:endParaRPr/>
          </a:p>
        </p:txBody>
      </p:sp>
      <p:sp>
        <p:nvSpPr>
          <p:cNvPr id="754" name="Google Shape;754;hc7cc306779174be_0_81"/>
          <p:cNvSpPr/>
          <p:nvPr/>
        </p:nvSpPr>
        <p:spPr>
          <a:xfrm>
            <a:off x="1627725" y="3774650"/>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Adaptado a 56 meses</a:t>
            </a:r>
            <a:endParaRPr/>
          </a:p>
        </p:txBody>
      </p:sp>
      <p:sp>
        <p:nvSpPr>
          <p:cNvPr id="75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3"/>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4"/>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m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68" name="Google Shape;768;hc7cc306779174be_0_0"/>
          <p:cNvSpPr txBox="1"/>
          <p:nvPr/>
        </p:nvSpPr>
        <p:spPr>
          <a:xfrm>
            <a:off x="3212385" y="7178380"/>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Fases RUP</a:t>
            </a:r>
            <a:endParaRPr/>
          </a:p>
        </p:txBody>
      </p:sp>
      <p:sp>
        <p:nvSpPr>
          <p:cNvPr id="769" name="Google Shape;769;hc7cc306779174be_0_0"/>
          <p:cNvSpPr/>
          <p:nvPr/>
        </p:nvSpPr>
        <p:spPr>
          <a:xfrm>
            <a:off x="3212385" y="7635580"/>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Inicio</a:t>
            </a:r>
            <a:endParaRPr/>
          </a:p>
        </p:txBody>
      </p:sp>
      <p:sp>
        <p:nvSpPr>
          <p:cNvPr id="770" name="Google Shape;770;hc7cc306779174be_0_0"/>
          <p:cNvSpPr/>
          <p:nvPr/>
        </p:nvSpPr>
        <p:spPr>
          <a:xfrm>
            <a:off x="5178345" y="7635580"/>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Elaboración</a:t>
            </a:r>
            <a:endParaRPr/>
          </a:p>
        </p:txBody>
      </p:sp>
      <p:sp>
        <p:nvSpPr>
          <p:cNvPr id="771" name="Google Shape;771;hc7cc306779174be_0_0"/>
          <p:cNvSpPr/>
          <p:nvPr/>
        </p:nvSpPr>
        <p:spPr>
          <a:xfrm>
            <a:off x="7144305" y="7635580"/>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Construcción</a:t>
            </a:r>
            <a:endParaRPr/>
          </a:p>
        </p:txBody>
      </p:sp>
      <p:sp>
        <p:nvSpPr>
          <p:cNvPr id="772" name="Google Shape;772;hc7cc306779174be_0_0"/>
          <p:cNvSpPr/>
          <p:nvPr/>
        </p:nvSpPr>
        <p:spPr>
          <a:xfrm>
            <a:off x="9110265" y="7635580"/>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Transición</a:t>
            </a:r>
            <a:endParaRPr/>
          </a:p>
        </p:txBody>
      </p:sp>
      <p:sp>
        <p:nvSpPr>
          <p:cNvPr id="774" name="!!deco5"/>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75" name="Google Shape;775;hc7cc306779174be_0_0"/>
          <p:cNvSpPr txBox="1"/>
          <p:nvPr/>
        </p:nvSpPr>
        <p:spPr>
          <a:xfrm>
            <a:off x="4151835" y="4345505"/>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Proceso DevSecOps</a:t>
            </a:r>
            <a:endParaRPr/>
          </a:p>
        </p:txBody>
      </p:sp>
      <p:sp>
        <p:nvSpPr>
          <p:cNvPr id="776" name="Google Shape;776;hc7cc306779174be_0_0"/>
          <p:cNvSpPr/>
          <p:nvPr/>
        </p:nvSpPr>
        <p:spPr>
          <a:xfrm>
            <a:off x="4151835" y="4802705"/>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Auditorías</a:t>
            </a:r>
            <a:endParaRPr/>
          </a:p>
        </p:txBody>
      </p:sp>
      <p:sp>
        <p:nvSpPr>
          <p:cNvPr id="777" name="Google Shape;777;hc7cc306779174be_0_0"/>
          <p:cNvSpPr/>
          <p:nvPr/>
        </p:nvSpPr>
        <p:spPr>
          <a:xfrm>
            <a:off x="6117795" y="4802705"/>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Análisis Estático</a:t>
            </a:r>
            <a:endParaRPr/>
          </a:p>
        </p:txBody>
      </p:sp>
      <p:sp>
        <p:nvSpPr>
          <p:cNvPr id="778" name="Google Shape;778;hc7cc306779174be_0_0"/>
          <p:cNvSpPr/>
          <p:nvPr/>
        </p:nvSpPr>
        <p:spPr>
          <a:xfrm>
            <a:off x="8083755" y="4802705"/>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lang="en-US">
                <a:solidFill>
                  <a:srgbClr val="FFFFFF"/>
                </a:solidFill>
                <a:latin typeface="Inter SemiBold"/>
                <a:ea typeface="Inter SemiBold"/>
                <a:cs typeface="Inter SemiBold"/>
                <a:sym typeface="Inter SemiBold"/>
              </a:rPr>
              <a:t>Pruebas de contrato</a:t>
            </a:r>
            <a:endParaRPr/>
          </a:p>
        </p:txBody>
      </p:sp>
      <p:sp>
        <p:nvSpPr>
          <p:cNvPr id="779" name="Google Shape;779;hc7cc306779174be_0_0"/>
          <p:cNvSpPr/>
          <p:nvPr/>
        </p:nvSpPr>
        <p:spPr>
          <a:xfrm>
            <a:off x="10049715" y="4802705"/>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Medición de cobertura</a:t>
            </a:r>
            <a:endParaRPr/>
          </a:p>
        </p:txBody>
      </p:sp>
      <p:sp>
        <p:nvSpPr>
          <p:cNvPr id="7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6" name="Google Shape;786;hc7cc306779174be_8_7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EDT: así se organiza el trabajo</a:t>
            </a:r>
            <a:endParaRPr/>
          </a:p>
        </p:txBody>
      </p:sp>
      <p:sp>
        <p:nvSpPr>
          <p:cNvPr id="78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789" name="Google Shape;789;hc7cc306779174be_8_7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00" u="none" cap="none" strike="noStrike">
                <a:solidFill>
                  <a:srgbClr val="000000"/>
                </a:solidFill>
                <a:latin typeface="Inter"/>
                <a:ea typeface="Inter"/>
                <a:cs typeface="Inter"/>
                <a:sym typeface="Inter"/>
              </a:rPr>
              <a:t>9 fases · 49 cuentas de control · 222 paquetes de trabajo</a:t>
            </a:r>
            <a:endParaRPr/>
          </a:p>
        </p:txBody>
      </p:sp>
      <p:sp>
        <p:nvSpPr>
          <p:cNvPr id="790" name="!!edt_root"/>
          <p:cNvSpPr/>
          <p:nvPr/>
        </p:nvSpPr>
        <p:spPr>
          <a:xfrm>
            <a:off x="6400800" y="3200400"/>
            <a:ext cx="5486400" cy="77724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Proyecto LafroX · 56 meses</a:t>
            </a:r>
            <a:endParaRPr/>
          </a:p>
        </p:txBody>
      </p:sp>
      <p:cxnSp>
        <p:nvCxnSpPr>
          <p:cNvPr id="791" name="Google Shape;791;hc7cc306779174be_8_75"/>
          <p:cNvCxnSpPr/>
          <p:nvPr/>
        </p:nvCxnSpPr>
        <p:spPr>
          <a:xfrm>
            <a:off x="9144000" y="3977639"/>
            <a:ext cx="0" cy="246889"/>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2" name="Google Shape;792;hc7cc306779174be_8_75"/>
          <p:cNvCxnSpPr/>
          <p:nvPr/>
        </p:nvCxnSpPr>
        <p:spPr>
          <a:xfrm>
            <a:off x="1193800" y="4224528"/>
            <a:ext cx="159004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3" name="Google Shape;793;hc7cc306779174be_8_75"/>
          <p:cNvCxnSpPr/>
          <p:nvPr/>
        </p:nvCxnSpPr>
        <p:spPr>
          <a:xfrm>
            <a:off x="11938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794" name="!!ph1"/>
          <p:cNvSpPr/>
          <p:nvPr/>
        </p:nvSpPr>
        <p:spPr>
          <a:xfrm>
            <a:off x="2857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795" name="!!ph1a"/>
          <p:cNvSpPr txBox="1"/>
          <p:nvPr/>
        </p:nvSpPr>
        <p:spPr>
          <a:xfrm>
            <a:off x="3952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1</a:t>
            </a:r>
            <a:endParaRPr/>
          </a:p>
        </p:txBody>
      </p:sp>
      <p:sp>
        <p:nvSpPr>
          <p:cNvPr id="796" name="!!ph1b"/>
          <p:cNvSpPr txBox="1"/>
          <p:nvPr/>
        </p:nvSpPr>
        <p:spPr>
          <a:xfrm>
            <a:off x="3952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Inicio</a:t>
            </a:r>
            <a:endParaRPr/>
          </a:p>
        </p:txBody>
      </p:sp>
      <p:sp>
        <p:nvSpPr>
          <p:cNvPr id="797" name="!!ph1c"/>
          <p:cNvSpPr txBox="1"/>
          <p:nvPr/>
        </p:nvSpPr>
        <p:spPr>
          <a:xfrm>
            <a:off x="3952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9 CC · 35 PT</a:t>
            </a:r>
            <a:endParaRPr/>
          </a:p>
        </p:txBody>
      </p:sp>
      <p:sp>
        <p:nvSpPr>
          <p:cNvPr id="798" name="Google Shape;798;hc7cc306779174be_8_75"/>
          <p:cNvSpPr txBox="1"/>
          <p:nvPr/>
        </p:nvSpPr>
        <p:spPr>
          <a:xfrm>
            <a:off x="3952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6.920 HH</a:t>
            </a:r>
            <a:endParaRPr/>
          </a:p>
        </p:txBody>
      </p:sp>
      <p:cxnSp>
        <p:nvCxnSpPr>
          <p:cNvPr id="799" name="Google Shape;799;hc7cc306779174be_8_75"/>
          <p:cNvCxnSpPr/>
          <p:nvPr/>
        </p:nvCxnSpPr>
        <p:spPr>
          <a:xfrm>
            <a:off x="31813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0" name="!!ph2"/>
          <p:cNvSpPr/>
          <p:nvPr/>
        </p:nvSpPr>
        <p:spPr>
          <a:xfrm>
            <a:off x="22733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1" name="!!ph2a"/>
          <p:cNvSpPr txBox="1"/>
          <p:nvPr/>
        </p:nvSpPr>
        <p:spPr>
          <a:xfrm>
            <a:off x="23828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2</a:t>
            </a:r>
            <a:endParaRPr/>
          </a:p>
        </p:txBody>
      </p:sp>
      <p:sp>
        <p:nvSpPr>
          <p:cNvPr id="802" name="Google Shape;802;hc7cc306779174be_8_75"/>
          <p:cNvSpPr txBox="1"/>
          <p:nvPr/>
        </p:nvSpPr>
        <p:spPr>
          <a:xfrm>
            <a:off x="23828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Elaboración</a:t>
            </a:r>
            <a:endParaRPr/>
          </a:p>
        </p:txBody>
      </p:sp>
      <p:sp>
        <p:nvSpPr>
          <p:cNvPr id="803" name="Google Shape;803;hc7cc306779174be_8_75"/>
          <p:cNvSpPr txBox="1"/>
          <p:nvPr/>
        </p:nvSpPr>
        <p:spPr>
          <a:xfrm>
            <a:off x="23828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18 PT</a:t>
            </a:r>
            <a:endParaRPr/>
          </a:p>
        </p:txBody>
      </p:sp>
      <p:sp>
        <p:nvSpPr>
          <p:cNvPr id="804" name="!!ph2d"/>
          <p:cNvSpPr txBox="1"/>
          <p:nvPr/>
        </p:nvSpPr>
        <p:spPr>
          <a:xfrm>
            <a:off x="23828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4.320 HH</a:t>
            </a:r>
            <a:endParaRPr/>
          </a:p>
        </p:txBody>
      </p:sp>
      <p:cxnSp>
        <p:nvCxnSpPr>
          <p:cNvPr id="805" name="Google Shape;805;hc7cc306779174be_8_75"/>
          <p:cNvCxnSpPr/>
          <p:nvPr/>
        </p:nvCxnSpPr>
        <p:spPr>
          <a:xfrm>
            <a:off x="51689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6" name="!!ph4"/>
          <p:cNvSpPr/>
          <p:nvPr/>
        </p:nvSpPr>
        <p:spPr>
          <a:xfrm>
            <a:off x="42608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7" name="Google Shape;807;hc7cc306779174be_8_75"/>
          <p:cNvSpPr txBox="1"/>
          <p:nvPr/>
        </p:nvSpPr>
        <p:spPr>
          <a:xfrm>
            <a:off x="43703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3</a:t>
            </a:r>
            <a:endParaRPr/>
          </a:p>
        </p:txBody>
      </p:sp>
      <p:sp>
        <p:nvSpPr>
          <p:cNvPr id="808" name="!!ph3b"/>
          <p:cNvSpPr txBox="1"/>
          <p:nvPr/>
        </p:nvSpPr>
        <p:spPr>
          <a:xfrm>
            <a:off x="43703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Construcción</a:t>
            </a:r>
            <a:endParaRPr/>
          </a:p>
        </p:txBody>
      </p:sp>
      <p:sp>
        <p:nvSpPr>
          <p:cNvPr id="809" name="Google Shape;809;hc7cc306779174be_8_75"/>
          <p:cNvSpPr txBox="1"/>
          <p:nvPr/>
        </p:nvSpPr>
        <p:spPr>
          <a:xfrm>
            <a:off x="43703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11 CC · 79 PT</a:t>
            </a:r>
            <a:endParaRPr/>
          </a:p>
        </p:txBody>
      </p:sp>
      <p:sp>
        <p:nvSpPr>
          <p:cNvPr id="810" name="Google Shape;810;hc7cc306779174be_8_75"/>
          <p:cNvSpPr txBox="1"/>
          <p:nvPr/>
        </p:nvSpPr>
        <p:spPr>
          <a:xfrm>
            <a:off x="43703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33.280 HH</a:t>
            </a:r>
            <a:endParaRPr/>
          </a:p>
        </p:txBody>
      </p:sp>
      <p:cxnSp>
        <p:nvCxnSpPr>
          <p:cNvPr id="811" name="Google Shape;811;hc7cc306779174be_8_75"/>
          <p:cNvCxnSpPr/>
          <p:nvPr/>
        </p:nvCxnSpPr>
        <p:spPr>
          <a:xfrm>
            <a:off x="71564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2" name="!!ph3"/>
          <p:cNvSpPr/>
          <p:nvPr/>
        </p:nvSpPr>
        <p:spPr>
          <a:xfrm>
            <a:off x="62484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3" name="Google Shape;813;hc7cc306779174be_8_75"/>
          <p:cNvSpPr txBox="1"/>
          <p:nvPr/>
        </p:nvSpPr>
        <p:spPr>
          <a:xfrm>
            <a:off x="63579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4</a:t>
            </a:r>
            <a:endParaRPr/>
          </a:p>
        </p:txBody>
      </p:sp>
      <p:sp>
        <p:nvSpPr>
          <p:cNvPr id="814" name="Google Shape;814;hc7cc306779174be_8_75"/>
          <p:cNvSpPr txBox="1"/>
          <p:nvPr/>
        </p:nvSpPr>
        <p:spPr>
          <a:xfrm>
            <a:off x="63579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Transición</a:t>
            </a:r>
            <a:endParaRPr/>
          </a:p>
        </p:txBody>
      </p:sp>
      <p:sp>
        <p:nvSpPr>
          <p:cNvPr id="815" name="Google Shape;815;hc7cc306779174be_8_75"/>
          <p:cNvSpPr txBox="1"/>
          <p:nvPr/>
        </p:nvSpPr>
        <p:spPr>
          <a:xfrm>
            <a:off x="63579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10 PT</a:t>
            </a:r>
            <a:endParaRPr/>
          </a:p>
        </p:txBody>
      </p:sp>
      <p:sp>
        <p:nvSpPr>
          <p:cNvPr id="816" name="Google Shape;816;hc7cc306779174be_8_75"/>
          <p:cNvSpPr txBox="1"/>
          <p:nvPr/>
        </p:nvSpPr>
        <p:spPr>
          <a:xfrm>
            <a:off x="63579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20.672 HH</a:t>
            </a:r>
            <a:endParaRPr/>
          </a:p>
        </p:txBody>
      </p:sp>
      <p:cxnSp>
        <p:nvCxnSpPr>
          <p:cNvPr id="817" name="Google Shape;817;hc7cc306779174be_8_75"/>
          <p:cNvCxnSpPr/>
          <p:nvPr/>
        </p:nvCxnSpPr>
        <p:spPr>
          <a:xfrm>
            <a:off x="91440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8" name="Google Shape;818;hc7cc306779174be_8_75"/>
          <p:cNvSpPr/>
          <p:nvPr/>
        </p:nvSpPr>
        <p:spPr>
          <a:xfrm>
            <a:off x="82359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9" name="Google Shape;819;hc7cc306779174be_8_75"/>
          <p:cNvSpPr txBox="1"/>
          <p:nvPr/>
        </p:nvSpPr>
        <p:spPr>
          <a:xfrm>
            <a:off x="83454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5</a:t>
            </a:r>
            <a:endParaRPr/>
          </a:p>
        </p:txBody>
      </p:sp>
      <p:sp>
        <p:nvSpPr>
          <p:cNvPr id="820" name="Google Shape;820;hc7cc306779174be_8_75"/>
          <p:cNvSpPr txBox="1"/>
          <p:nvPr/>
        </p:nvSpPr>
        <p:spPr>
          <a:xfrm>
            <a:off x="83454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Adquisiciones</a:t>
            </a:r>
            <a:endParaRPr/>
          </a:p>
        </p:txBody>
      </p:sp>
      <p:sp>
        <p:nvSpPr>
          <p:cNvPr id="821" name="Google Shape;821;hc7cc306779174be_8_75"/>
          <p:cNvSpPr txBox="1"/>
          <p:nvPr/>
        </p:nvSpPr>
        <p:spPr>
          <a:xfrm>
            <a:off x="83454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4 CC · 13 PT</a:t>
            </a:r>
            <a:endParaRPr/>
          </a:p>
        </p:txBody>
      </p:sp>
      <p:sp>
        <p:nvSpPr>
          <p:cNvPr id="822" name="!!ph5d"/>
          <p:cNvSpPr txBox="1"/>
          <p:nvPr/>
        </p:nvSpPr>
        <p:spPr>
          <a:xfrm>
            <a:off x="83454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1.040 HH</a:t>
            </a:r>
            <a:endParaRPr/>
          </a:p>
        </p:txBody>
      </p:sp>
      <p:cxnSp>
        <p:nvCxnSpPr>
          <p:cNvPr id="823" name="Google Shape;823;hc7cc306779174be_8_75"/>
          <p:cNvCxnSpPr/>
          <p:nvPr/>
        </p:nvCxnSpPr>
        <p:spPr>
          <a:xfrm>
            <a:off x="111315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24" name="Google Shape;824;hc7cc306779174be_8_75"/>
          <p:cNvSpPr/>
          <p:nvPr/>
        </p:nvSpPr>
        <p:spPr>
          <a:xfrm>
            <a:off x="102235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25" name="Google Shape;825;hc7cc306779174be_8_75"/>
          <p:cNvSpPr txBox="1"/>
          <p:nvPr/>
        </p:nvSpPr>
        <p:spPr>
          <a:xfrm>
            <a:off x="103330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6</a:t>
            </a:r>
            <a:endParaRPr/>
          </a:p>
        </p:txBody>
      </p:sp>
      <p:sp>
        <p:nvSpPr>
          <p:cNvPr id="826" name="Google Shape;826;hc7cc306779174be_8_75"/>
          <p:cNvSpPr txBox="1"/>
          <p:nvPr/>
        </p:nvSpPr>
        <p:spPr>
          <a:xfrm>
            <a:off x="103330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Infraestructura</a:t>
            </a:r>
            <a:endParaRPr/>
          </a:p>
        </p:txBody>
      </p:sp>
      <p:sp>
        <p:nvSpPr>
          <p:cNvPr id="827" name="Google Shape;827;hc7cc306779174be_8_75"/>
          <p:cNvSpPr txBox="1"/>
          <p:nvPr/>
        </p:nvSpPr>
        <p:spPr>
          <a:xfrm>
            <a:off x="103330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24 PT</a:t>
            </a:r>
            <a:endParaRPr/>
          </a:p>
        </p:txBody>
      </p:sp>
      <p:sp>
        <p:nvSpPr>
          <p:cNvPr id="828" name="Google Shape;828;hc7cc306779174be_8_75"/>
          <p:cNvSpPr txBox="1"/>
          <p:nvPr/>
        </p:nvSpPr>
        <p:spPr>
          <a:xfrm>
            <a:off x="103330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3.840 HH</a:t>
            </a:r>
            <a:endParaRPr/>
          </a:p>
        </p:txBody>
      </p:sp>
      <p:cxnSp>
        <p:nvCxnSpPr>
          <p:cNvPr id="829" name="Google Shape;829;hc7cc306779174be_8_75"/>
          <p:cNvCxnSpPr/>
          <p:nvPr/>
        </p:nvCxnSpPr>
        <p:spPr>
          <a:xfrm>
            <a:off x="131191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hc7cc306779174be_8_75"/>
          <p:cNvSpPr/>
          <p:nvPr/>
        </p:nvSpPr>
        <p:spPr>
          <a:xfrm>
            <a:off x="122110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1" name="Google Shape;831;hc7cc306779174be_8_75"/>
          <p:cNvSpPr txBox="1"/>
          <p:nvPr/>
        </p:nvSpPr>
        <p:spPr>
          <a:xfrm>
            <a:off x="123205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7</a:t>
            </a:r>
            <a:endParaRPr/>
          </a:p>
        </p:txBody>
      </p:sp>
      <p:sp>
        <p:nvSpPr>
          <p:cNvPr id="832" name="Google Shape;832;hc7cc306779174be_8_75"/>
          <p:cNvSpPr txBox="1"/>
          <p:nvPr/>
        </p:nvSpPr>
        <p:spPr>
          <a:xfrm>
            <a:off x="123205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Capacitación y cambio</a:t>
            </a:r>
            <a:endParaRPr/>
          </a:p>
        </p:txBody>
      </p:sp>
      <p:sp>
        <p:nvSpPr>
          <p:cNvPr id="833" name="Google Shape;833;hc7cc306779174be_8_75"/>
          <p:cNvSpPr txBox="1"/>
          <p:nvPr/>
        </p:nvSpPr>
        <p:spPr>
          <a:xfrm>
            <a:off x="123205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13 PT</a:t>
            </a:r>
            <a:endParaRPr/>
          </a:p>
        </p:txBody>
      </p:sp>
      <p:sp>
        <p:nvSpPr>
          <p:cNvPr id="834" name="Google Shape;834;hc7cc306779174be_8_75"/>
          <p:cNvSpPr txBox="1"/>
          <p:nvPr/>
        </p:nvSpPr>
        <p:spPr>
          <a:xfrm>
            <a:off x="123205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4.736 HH</a:t>
            </a:r>
            <a:endParaRPr/>
          </a:p>
        </p:txBody>
      </p:sp>
      <p:cxnSp>
        <p:nvCxnSpPr>
          <p:cNvPr id="835" name="Google Shape;835;hc7cc306779174be_8_75"/>
          <p:cNvCxnSpPr/>
          <p:nvPr/>
        </p:nvCxnSpPr>
        <p:spPr>
          <a:xfrm>
            <a:off x="151066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6" name="Google Shape;836;hc7cc306779174be_8_75"/>
          <p:cNvSpPr/>
          <p:nvPr/>
        </p:nvSpPr>
        <p:spPr>
          <a:xfrm>
            <a:off x="141986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7" name="Google Shape;837;hc7cc306779174be_8_75"/>
          <p:cNvSpPr txBox="1"/>
          <p:nvPr/>
        </p:nvSpPr>
        <p:spPr>
          <a:xfrm>
            <a:off x="14308137"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8</a:t>
            </a:r>
            <a:endParaRPr/>
          </a:p>
        </p:txBody>
      </p:sp>
      <p:sp>
        <p:nvSpPr>
          <p:cNvPr id="838" name="Google Shape;838;hc7cc306779174be_8_75"/>
          <p:cNvSpPr txBox="1"/>
          <p:nvPr/>
        </p:nvSpPr>
        <p:spPr>
          <a:xfrm>
            <a:off x="14308137"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Operación y soporte</a:t>
            </a:r>
            <a:endParaRPr/>
          </a:p>
        </p:txBody>
      </p:sp>
      <p:sp>
        <p:nvSpPr>
          <p:cNvPr id="839" name="Google Shape;839;hc7cc306779174be_8_75"/>
          <p:cNvSpPr txBox="1"/>
          <p:nvPr/>
        </p:nvSpPr>
        <p:spPr>
          <a:xfrm>
            <a:off x="14308137"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5 CC · 26 PT</a:t>
            </a:r>
            <a:endParaRPr/>
          </a:p>
        </p:txBody>
      </p:sp>
      <p:sp>
        <p:nvSpPr>
          <p:cNvPr id="840" name="Google Shape;840;hc7cc306779174be_8_75"/>
          <p:cNvSpPr txBox="1"/>
          <p:nvPr/>
        </p:nvSpPr>
        <p:spPr>
          <a:xfrm>
            <a:off x="14308137"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129.879 HH</a:t>
            </a:r>
            <a:endParaRPr/>
          </a:p>
        </p:txBody>
      </p:sp>
      <p:cxnSp>
        <p:nvCxnSpPr>
          <p:cNvPr id="841" name="Google Shape;841;hc7cc306779174be_8_75"/>
          <p:cNvCxnSpPr/>
          <p:nvPr/>
        </p:nvCxnSpPr>
        <p:spPr>
          <a:xfrm>
            <a:off x="170942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hc7cc306779174be_8_75"/>
          <p:cNvSpPr/>
          <p:nvPr/>
        </p:nvSpPr>
        <p:spPr>
          <a:xfrm>
            <a:off x="161861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43" name="Google Shape;843;hc7cc306779174be_8_75"/>
          <p:cNvSpPr txBox="1"/>
          <p:nvPr/>
        </p:nvSpPr>
        <p:spPr>
          <a:xfrm>
            <a:off x="162956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9</a:t>
            </a:r>
            <a:endParaRPr/>
          </a:p>
        </p:txBody>
      </p:sp>
      <p:sp>
        <p:nvSpPr>
          <p:cNvPr id="844" name="Google Shape;844;hc7cc306779174be_8_75"/>
          <p:cNvSpPr txBox="1"/>
          <p:nvPr/>
        </p:nvSpPr>
        <p:spPr>
          <a:xfrm>
            <a:off x="162956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Cierre</a:t>
            </a:r>
            <a:endParaRPr/>
          </a:p>
        </p:txBody>
      </p:sp>
      <p:sp>
        <p:nvSpPr>
          <p:cNvPr id="845" name="Google Shape;845;hc7cc306779174be_8_75"/>
          <p:cNvSpPr txBox="1"/>
          <p:nvPr/>
        </p:nvSpPr>
        <p:spPr>
          <a:xfrm>
            <a:off x="162956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2 CC · 4 PT</a:t>
            </a:r>
            <a:endParaRPr/>
          </a:p>
        </p:txBody>
      </p:sp>
      <p:sp>
        <p:nvSpPr>
          <p:cNvPr id="846" name="Google Shape;846;hc7cc306779174be_8_75"/>
          <p:cNvSpPr txBox="1"/>
          <p:nvPr/>
        </p:nvSpPr>
        <p:spPr>
          <a:xfrm>
            <a:off x="162956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320 HH</a:t>
            </a:r>
            <a:endParaRPr/>
          </a:p>
        </p:txBody>
      </p:sp>
      <p:sp>
        <p:nvSpPr>
          <p:cNvPr id="847" name="Google Shape;847;hc7cc306779174be_8_75"/>
          <p:cNvSpPr/>
          <p:nvPr/>
        </p:nvSpPr>
        <p:spPr>
          <a:xfrm>
            <a:off x="914400" y="7086600"/>
            <a:ext cx="8138160" cy="86868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Las fases 1 a 4 se repiten en cada etapa</a:t>
            </a:r>
            <a:endParaRPr/>
          </a:p>
        </p:txBody>
      </p:sp>
      <p:sp>
        <p:nvSpPr>
          <p:cNvPr id="848" name="Google Shape;848;hc7cc306779174be_8_75"/>
          <p:cNvSpPr/>
          <p:nvPr/>
        </p:nvSpPr>
        <p:spPr>
          <a:xfrm>
            <a:off x="9235440" y="7086600"/>
            <a:ext cx="8138160" cy="86868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Operación concentra 129.879 HH</a:t>
            </a:r>
            <a:endParaR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6" name="Google Shape;856;hc7cc306779174be_8_145"/>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85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5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860" name="Google Shape;860;hc7cc306779174be_8_145"/>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1" name="Google Shape;861;hc7cc306779174be_8_145"/>
          <p:cNvCxnSpPr/>
          <p:nvPr/>
        </p:nvCxnSpPr>
        <p:spPr>
          <a:xfrm>
            <a:off x="2133600"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2" name="Google Shape;862;hc7cc306779174be_8_145"/>
          <p:cNvCxnSpPr/>
          <p:nvPr/>
        </p:nvCxnSpPr>
        <p:spPr>
          <a:xfrm>
            <a:off x="2133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hc7cc306779174be_8_145"/>
          <p:cNvSpPr/>
          <p:nvPr/>
        </p:nvSpPr>
        <p:spPr>
          <a:xfrm>
            <a:off x="419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64" name="!!ph1a"/>
          <p:cNvSpPr txBox="1"/>
          <p:nvPr/>
        </p:nvSpPr>
        <p:spPr>
          <a:xfrm>
            <a:off x="628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1</a:t>
            </a:r>
            <a:endParaRPr/>
          </a:p>
        </p:txBody>
      </p:sp>
      <p:sp>
        <p:nvSpPr>
          <p:cNvPr id="865" name="!!ph1b"/>
          <p:cNvSpPr txBox="1"/>
          <p:nvPr/>
        </p:nvSpPr>
        <p:spPr>
          <a:xfrm>
            <a:off x="628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Inicio</a:t>
            </a:r>
            <a:endParaRPr/>
          </a:p>
        </p:txBody>
      </p:sp>
      <p:sp>
        <p:nvSpPr>
          <p:cNvPr id="866" name="!!ph1c"/>
          <p:cNvSpPr txBox="1"/>
          <p:nvPr/>
        </p:nvSpPr>
        <p:spPr>
          <a:xfrm>
            <a:off x="628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9 CC · 35 PT</a:t>
            </a:r>
            <a:endParaRPr/>
          </a:p>
        </p:txBody>
      </p:sp>
      <p:sp>
        <p:nvSpPr>
          <p:cNvPr id="867" name="Google Shape;867;hc7cc306779174be_8_145"/>
          <p:cNvSpPr txBox="1"/>
          <p:nvPr/>
        </p:nvSpPr>
        <p:spPr>
          <a:xfrm>
            <a:off x="628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6.920 HH</a:t>
            </a:r>
            <a:endParaRPr/>
          </a:p>
        </p:txBody>
      </p:sp>
      <p:cxnSp>
        <p:nvCxnSpPr>
          <p:cNvPr id="868" name="Google Shape;868;hc7cc306779174be_8_145"/>
          <p:cNvCxnSpPr/>
          <p:nvPr/>
        </p:nvCxnSpPr>
        <p:spPr>
          <a:xfrm>
            <a:off x="4810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9" name="!!ph2"/>
          <p:cNvSpPr/>
          <p:nvPr/>
        </p:nvSpPr>
        <p:spPr>
          <a:xfrm>
            <a:off x="4019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0" name="Google Shape;870;hc7cc306779174be_8_145"/>
          <p:cNvSpPr txBox="1"/>
          <p:nvPr/>
        </p:nvSpPr>
        <p:spPr>
          <a:xfrm>
            <a:off x="4114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871" name="!!ph2b"/>
          <p:cNvSpPr txBox="1"/>
          <p:nvPr/>
        </p:nvSpPr>
        <p:spPr>
          <a:xfrm>
            <a:off x="4114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872" name="Google Shape;872;hc7cc306779174be_8_145"/>
          <p:cNvSpPr txBox="1"/>
          <p:nvPr/>
        </p:nvSpPr>
        <p:spPr>
          <a:xfrm>
            <a:off x="4114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873" name="Google Shape;873;hc7cc306779174be_8_145"/>
          <p:cNvSpPr txBox="1"/>
          <p:nvPr/>
        </p:nvSpPr>
        <p:spPr>
          <a:xfrm>
            <a:off x="4114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874" name="Google Shape;874;hc7cc306779174be_8_145"/>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75" name="Google Shape;875;hc7cc306779174be_8_145"/>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6" name="!!ph3a"/>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877" name="Google Shape;877;hc7cc306779174be_8_145"/>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878" name="Google Shape;878;hc7cc306779174be_8_145"/>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879" name="Google Shape;879;hc7cc306779174be_8_145"/>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880" name="Google Shape;880;hc7cc306779174be_8_145"/>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1" name="Google Shape;881;hc7cc306779174be_8_145"/>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2" name="Google Shape;882;hc7cc306779174be_8_145"/>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883" name="Google Shape;883;hc7cc306779174be_8_145"/>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884" name="Google Shape;884;hc7cc306779174be_8_145"/>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885" name="Google Shape;885;hc7cc306779174be_8_145"/>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886" name="Google Shape;886;hc7cc306779174be_8_145"/>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7" name="Google Shape;887;hc7cc306779174be_8_145"/>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8" name="Google Shape;888;hc7cc306779174be_8_145"/>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889" name="Google Shape;889;hc7cc306779174be_8_145"/>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890" name="Google Shape;890;hc7cc306779174be_8_145"/>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891" name="Google Shape;891;hc7cc306779174be_8_145"/>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892" name="Google Shape;892;hc7cc306779174be_8_145"/>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3" name="Google Shape;893;hc7cc306779174be_8_145"/>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94" name="Google Shape;894;hc7cc306779174be_8_145"/>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895" name="Google Shape;895;hc7cc306779174be_8_145"/>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896" name="Google Shape;896;hc7cc306779174be_8_145"/>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897" name="Google Shape;897;hc7cc306779174be_8_145"/>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898" name="Google Shape;898;hc7cc306779174be_8_145"/>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9" name="Google Shape;899;hc7cc306779174be_8_145"/>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0" name="Google Shape;900;hc7cc306779174be_8_145"/>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01" name="Google Shape;901;hc7cc306779174be_8_145"/>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02" name="Google Shape;902;hc7cc306779174be_8_145"/>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03" name="Google Shape;903;hc7cc306779174be_8_145"/>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04" name="Google Shape;904;hc7cc306779174be_8_145"/>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05" name="Google Shape;905;hc7cc306779174be_8_145"/>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6" name="Google Shape;906;hc7cc306779174be_8_145"/>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07" name="Google Shape;907;hc7cc306779174be_8_145"/>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08" name="Google Shape;908;hc7cc306779174be_8_145"/>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09" name="Google Shape;909;hc7cc306779174be_8_145"/>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10" name="Google Shape;910;hc7cc306779174be_8_145"/>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11" name="Google Shape;911;hc7cc306779174be_8_145"/>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12" name="Google Shape;912;hc7cc306779174be_8_145"/>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13" name="Google Shape;913;hc7cc306779174be_8_145"/>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14" name="Google Shape;914;hc7cc306779174be_8_145"/>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15" name="Google Shape;915;hc7cc306779174be_8_145"/>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16" name="Google Shape;916;hc7cc306779174be_8_145"/>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1 · INICIO · 9 CUENTAS DE CONTROL</a:t>
            </a:r>
            <a:endParaRPr/>
          </a:p>
        </p:txBody>
      </p:sp>
      <p:sp>
        <p:nvSpPr>
          <p:cNvPr id="917" name="Google Shape;917;hc7cc306779174be_8_145"/>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1.1 Definición inicial</a:t>
            </a:r>
            <a:endParaRPr/>
          </a:p>
        </p:txBody>
      </p:sp>
      <p:sp>
        <p:nvSpPr>
          <p:cNvPr id="918" name="Google Shape;918;hc7cc306779174be_8_145"/>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1.2 Alcance</a:t>
            </a:r>
            <a:endParaRPr/>
          </a:p>
        </p:txBody>
      </p:sp>
      <p:sp>
        <p:nvSpPr>
          <p:cNvPr id="919" name="Google Shape;919;hc7cc306779174be_8_145"/>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1.3 Planificación</a:t>
            </a:r>
            <a:endParaRPr/>
          </a:p>
        </p:txBody>
      </p:sp>
      <p:sp>
        <p:nvSpPr>
          <p:cNvPr id="920" name="Google Shape;920;hc7cc306779174be_8_145"/>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1.4 Interesados y comunicaciones</a:t>
            </a:r>
            <a:endParaRPr/>
          </a:p>
        </p:txBody>
      </p:sp>
      <p:sp>
        <p:nvSpPr>
          <p:cNvPr id="921" name="Google Shape;921;hc7cc306779174be_8_145"/>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1.5 Gestión de calidad</a:t>
            </a:r>
            <a:endParaRPr/>
          </a:p>
        </p:txBody>
      </p:sp>
      <p:sp>
        <p:nvSpPr>
          <p:cNvPr id="922" name="Google Shape;922;hc7cc306779174be_8_145"/>
          <p:cNvSpPr/>
          <p:nvPr/>
        </p:nvSpPr>
        <p:spPr>
          <a:xfrm>
            <a:off x="822960"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1.6 Gestión de riesgos</a:t>
            </a:r>
            <a:endParaRPr/>
          </a:p>
        </p:txBody>
      </p:sp>
      <p:sp>
        <p:nvSpPr>
          <p:cNvPr id="923" name="Google Shape;923;hc7cc306779174be_8_145"/>
          <p:cNvSpPr/>
          <p:nvPr/>
        </p:nvSpPr>
        <p:spPr>
          <a:xfrm>
            <a:off x="4178807"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1.7 Plan de reversibilidad</a:t>
            </a:r>
            <a:endParaRPr/>
          </a:p>
        </p:txBody>
      </p:sp>
      <p:sp>
        <p:nvSpPr>
          <p:cNvPr id="924" name="Google Shape;924;hc7cc306779174be_8_145"/>
          <p:cNvSpPr/>
          <p:nvPr/>
        </p:nvSpPr>
        <p:spPr>
          <a:xfrm>
            <a:off x="7534655"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1.8 Gobierno y control</a:t>
            </a:r>
            <a:endParaRPr/>
          </a:p>
        </p:txBody>
      </p:sp>
      <p:sp>
        <p:nvSpPr>
          <p:cNvPr id="925" name="Google Shape;925;hc7cc306779174be_8_145"/>
          <p:cNvSpPr/>
          <p:nvPr/>
        </p:nvSpPr>
        <p:spPr>
          <a:xfrm>
            <a:off x="10890503"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1.9 Cumplimiento normativo</a:t>
            </a:r>
            <a:endParaR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3" name="Google Shape;933;hc7cc306779174be_8_221"/>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934"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3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937" name="Google Shape;937;hc7cc306779174be_8_221"/>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8" name="Google Shape;938;hc7cc306779174be_8_221"/>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9" name="Google Shape;939;hc7cc306779174be_8_221"/>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942" name="Google Shape;942;hc7cc306779174be_8_221"/>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94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944"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945" name="Google Shape;945;hc7cc306779174be_8_221"/>
          <p:cNvCxnSpPr/>
          <p:nvPr/>
        </p:nvCxnSpPr>
        <p:spPr>
          <a:xfrm>
            <a:off x="3886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6" name="Google Shape;946;hc7cc306779174be_8_221"/>
          <p:cNvSpPr/>
          <p:nvPr/>
        </p:nvSpPr>
        <p:spPr>
          <a:xfrm>
            <a:off x="2171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7" name="Google Shape;947;hc7cc306779174be_8_221"/>
          <p:cNvSpPr txBox="1"/>
          <p:nvPr/>
        </p:nvSpPr>
        <p:spPr>
          <a:xfrm>
            <a:off x="2381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2</a:t>
            </a:r>
            <a:endParaRPr/>
          </a:p>
        </p:txBody>
      </p:sp>
      <p:sp>
        <p:nvSpPr>
          <p:cNvPr id="948" name="Google Shape;948;hc7cc306779174be_8_221"/>
          <p:cNvSpPr txBox="1"/>
          <p:nvPr/>
        </p:nvSpPr>
        <p:spPr>
          <a:xfrm>
            <a:off x="2381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Elaboración</a:t>
            </a:r>
            <a:endParaRPr/>
          </a:p>
        </p:txBody>
      </p:sp>
      <p:sp>
        <p:nvSpPr>
          <p:cNvPr id="949" name="!!ph2c"/>
          <p:cNvSpPr txBox="1"/>
          <p:nvPr/>
        </p:nvSpPr>
        <p:spPr>
          <a:xfrm>
            <a:off x="2381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18 PT</a:t>
            </a:r>
            <a:endParaRPr/>
          </a:p>
        </p:txBody>
      </p:sp>
      <p:sp>
        <p:nvSpPr>
          <p:cNvPr id="950" name="Google Shape;950;hc7cc306779174be_8_221"/>
          <p:cNvSpPr txBox="1"/>
          <p:nvPr/>
        </p:nvSpPr>
        <p:spPr>
          <a:xfrm>
            <a:off x="2381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4.320 HH</a:t>
            </a:r>
            <a:endParaRPr/>
          </a:p>
        </p:txBody>
      </p:sp>
      <p:cxnSp>
        <p:nvCxnSpPr>
          <p:cNvPr id="951" name="Google Shape;951;hc7cc306779174be_8_221"/>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2" name="Google Shape;952;hc7cc306779174be_8_221"/>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3" name="Google Shape;953;hc7cc306779174be_8_221"/>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954" name="Google Shape;954;hc7cc306779174be_8_221"/>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955" name="Google Shape;955;hc7cc306779174be_8_221"/>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956" name="Google Shape;956;hc7cc306779174be_8_221"/>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957" name="Google Shape;957;hc7cc306779174be_8_221"/>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8" name="Google Shape;958;hc7cc306779174be_8_221"/>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9" name="Google Shape;959;hc7cc306779174be_8_221"/>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960" name="Google Shape;960;hc7cc306779174be_8_221"/>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961" name="Google Shape;961;hc7cc306779174be_8_221"/>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962" name="Google Shape;962;hc7cc306779174be_8_221"/>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963" name="Google Shape;963;hc7cc306779174be_8_221"/>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64" name="Google Shape;964;hc7cc306779174be_8_221"/>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65" name="Google Shape;965;hc7cc306779174be_8_221"/>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966" name="Google Shape;966;hc7cc306779174be_8_221"/>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967" name="Google Shape;967;hc7cc306779174be_8_221"/>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968" name="Google Shape;968;hc7cc306779174be_8_221"/>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969" name="Google Shape;969;hc7cc306779174be_8_221"/>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hc7cc306779174be_8_221"/>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1" name="Google Shape;971;hc7cc306779174be_8_221"/>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972" name="Google Shape;972;hc7cc306779174be_8_221"/>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973" name="Google Shape;973;hc7cc306779174be_8_221"/>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974" name="Google Shape;974;hc7cc306779174be_8_221"/>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975" name="Google Shape;975;hc7cc306779174be_8_221"/>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6" name="Google Shape;976;hc7cc306779174be_8_221"/>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7" name="Google Shape;977;hc7cc306779174be_8_221"/>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78" name="Google Shape;978;hc7cc306779174be_8_221"/>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79" name="Google Shape;979;hc7cc306779174be_8_221"/>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80" name="Google Shape;980;hc7cc306779174be_8_221"/>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81" name="Google Shape;981;hc7cc306779174be_8_221"/>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2" name="Google Shape;982;hc7cc306779174be_8_221"/>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3" name="Google Shape;983;hc7cc306779174be_8_221"/>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84" name="Google Shape;984;hc7cc306779174be_8_221"/>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85" name="Google Shape;985;hc7cc306779174be_8_221"/>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86" name="Google Shape;986;hc7cc306779174be_8_221"/>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87" name="Google Shape;987;hc7cc306779174be_8_221"/>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8" name="Google Shape;988;hc7cc306779174be_8_221"/>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9" name="Google Shape;989;hc7cc306779174be_8_221"/>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90" name="Google Shape;990;hc7cc306779174be_8_221"/>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91" name="Google Shape;991;hc7cc306779174be_8_221"/>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92" name="Google Shape;992;hc7cc306779174be_8_221"/>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93" name="Google Shape;993;hc7cc306779174be_8_221"/>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2 · ELABORACIÓN · 6 CUENTAS DE CONTROL</a:t>
            </a:r>
            <a:endParaRPr/>
          </a:p>
        </p:txBody>
      </p:sp>
      <p:sp>
        <p:nvSpPr>
          <p:cNvPr id="994" name="Google Shape;994;hc7cc306779174be_8_221"/>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2.1 Arquitectura</a:t>
            </a:r>
            <a:endParaRPr/>
          </a:p>
        </p:txBody>
      </p:sp>
      <p:sp>
        <p:nvSpPr>
          <p:cNvPr id="995" name="Google Shape;995;hc7cc306779174be_8_221"/>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2.2 Seguridad</a:t>
            </a:r>
            <a:endParaRPr/>
          </a:p>
        </p:txBody>
      </p:sp>
      <p:sp>
        <p:nvSpPr>
          <p:cNvPr id="996" name="Google Shape;996;hc7cc306779174be_8_221"/>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2.3 Sala técnica y racks</a:t>
            </a:r>
            <a:endParaRPr/>
          </a:p>
        </p:txBody>
      </p:sp>
      <p:sp>
        <p:nvSpPr>
          <p:cNvPr id="997" name="Google Shape;997;hc7cc306779174be_8_221"/>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2.4 Validación de diseños</a:t>
            </a:r>
            <a:endParaRPr/>
          </a:p>
        </p:txBody>
      </p:sp>
      <p:sp>
        <p:nvSpPr>
          <p:cNvPr id="998" name="Google Shape;998;hc7cc306779174be_8_221"/>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2.5 Continuidad del negocio</a:t>
            </a:r>
            <a:endParaRPr/>
          </a:p>
        </p:txBody>
      </p:sp>
      <p:sp>
        <p:nvSpPr>
          <p:cNvPr id="999" name="Google Shape;999;hc7cc306779174be_8_221"/>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2.6 Experiencia de usuario</a:t>
            </a:r>
            <a:endParaR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7" name="Google Shape;1007;hc7cc306779174be_8_294"/>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0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1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11" name="Google Shape;1011;hc7cc306779174be_8_294"/>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2" name="Google Shape;1012;hc7cc306779174be_8_294"/>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3" name="Google Shape;1013;hc7cc306779174be_8_294"/>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1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1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16" name="Google Shape;1016;hc7cc306779174be_8_294"/>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1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18" name="Google Shape;1018;hc7cc306779174be_8_294"/>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19" name="Google Shape;1019;hc7cc306779174be_8_294"/>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0"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1" name="Google Shape;1021;hc7cc306779174be_8_294"/>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022" name="Google Shape;1022;hc7cc306779174be_8_294"/>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023"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024" name="Google Shape;1024;hc7cc306779174be_8_294"/>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025" name="Google Shape;1025;hc7cc306779174be_8_294"/>
          <p:cNvCxnSpPr/>
          <p:nvPr/>
        </p:nvCxnSpPr>
        <p:spPr>
          <a:xfrm>
            <a:off x="5638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6" name="Google Shape;1026;hc7cc306779174be_8_294"/>
          <p:cNvSpPr/>
          <p:nvPr/>
        </p:nvSpPr>
        <p:spPr>
          <a:xfrm>
            <a:off x="3924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7" name="!!ph3a"/>
          <p:cNvSpPr txBox="1"/>
          <p:nvPr/>
        </p:nvSpPr>
        <p:spPr>
          <a:xfrm>
            <a:off x="4133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3</a:t>
            </a:r>
            <a:endParaRPr/>
          </a:p>
        </p:txBody>
      </p:sp>
      <p:sp>
        <p:nvSpPr>
          <p:cNvPr id="1028" name="Google Shape;1028;hc7cc306779174be_8_294"/>
          <p:cNvSpPr txBox="1"/>
          <p:nvPr/>
        </p:nvSpPr>
        <p:spPr>
          <a:xfrm>
            <a:off x="4133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Construcción</a:t>
            </a:r>
            <a:endParaRPr/>
          </a:p>
        </p:txBody>
      </p:sp>
      <p:sp>
        <p:nvSpPr>
          <p:cNvPr id="1029" name="Google Shape;1029;hc7cc306779174be_8_294"/>
          <p:cNvSpPr txBox="1"/>
          <p:nvPr/>
        </p:nvSpPr>
        <p:spPr>
          <a:xfrm>
            <a:off x="4133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11 CC · 79 PT</a:t>
            </a:r>
            <a:endParaRPr/>
          </a:p>
        </p:txBody>
      </p:sp>
      <p:sp>
        <p:nvSpPr>
          <p:cNvPr id="1030" name="Google Shape;1030;hc7cc306779174be_8_294"/>
          <p:cNvSpPr txBox="1"/>
          <p:nvPr/>
        </p:nvSpPr>
        <p:spPr>
          <a:xfrm>
            <a:off x="4133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33.280 HH</a:t>
            </a:r>
            <a:endParaRPr/>
          </a:p>
        </p:txBody>
      </p:sp>
      <p:cxnSp>
        <p:nvCxnSpPr>
          <p:cNvPr id="1031" name="Google Shape;1031;hc7cc306779174be_8_294"/>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2" name="Google Shape;1032;hc7cc306779174be_8_294"/>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3" name="Google Shape;1033;hc7cc306779174be_8_294"/>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034" name="Google Shape;1034;hc7cc306779174be_8_294"/>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035" name="Google Shape;1035;hc7cc306779174be_8_294"/>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036" name="Google Shape;1036;hc7cc306779174be_8_294"/>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037" name="Google Shape;1037;hc7cc306779174be_8_294"/>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8" name="Google Shape;1038;hc7cc306779174be_8_294"/>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9" name="Google Shape;1039;hc7cc306779174be_8_294"/>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040" name="Google Shape;1040;hc7cc306779174be_8_294"/>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041" name="Google Shape;1041;hc7cc306779174be_8_294"/>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042" name="Google Shape;1042;hc7cc306779174be_8_294"/>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043" name="Google Shape;1043;hc7cc306779174be_8_294"/>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44" name="Google Shape;1044;hc7cc306779174be_8_294"/>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45" name="Google Shape;1045;hc7cc306779174be_8_294"/>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046" name="Google Shape;1046;hc7cc306779174be_8_294"/>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047" name="Google Shape;1047;hc7cc306779174be_8_294"/>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048" name="Google Shape;1048;hc7cc306779174be_8_294"/>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049" name="Google Shape;1049;hc7cc306779174be_8_294"/>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0" name="Google Shape;1050;hc7cc306779174be_8_294"/>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1" name="Google Shape;1051;hc7cc306779174be_8_294"/>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052" name="Google Shape;1052;hc7cc306779174be_8_294"/>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053" name="Google Shape;1053;hc7cc306779174be_8_294"/>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054" name="Google Shape;1054;hc7cc306779174be_8_294"/>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055" name="Google Shape;1055;hc7cc306779174be_8_294"/>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6" name="Google Shape;1056;hc7cc306779174be_8_294"/>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7" name="Google Shape;1057;hc7cc306779174be_8_294"/>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058" name="Google Shape;1058;hc7cc306779174be_8_294"/>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059" name="Google Shape;1059;hc7cc306779174be_8_294"/>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060" name="Google Shape;1060;hc7cc306779174be_8_294"/>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061" name="Google Shape;1061;hc7cc306779174be_8_294"/>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62" name="Google Shape;1062;hc7cc306779174be_8_294"/>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63" name="Google Shape;1063;hc7cc306779174be_8_294"/>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064" name="Google Shape;1064;hc7cc306779174be_8_294"/>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065" name="Google Shape;1065;hc7cc306779174be_8_294"/>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066" name="Google Shape;1066;hc7cc306779174be_8_294"/>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067" name="Google Shape;1067;hc7cc306779174be_8_294"/>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3 · CONSTRUCCIÓN · 11 CUENTAS DE CONTROL</a:t>
            </a:r>
            <a:endParaRPr/>
          </a:p>
        </p:txBody>
      </p:sp>
      <p:sp>
        <p:nvSpPr>
          <p:cNvPr id="1068" name="Google Shape;1068;hc7cc306779174be_8_294"/>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 Ambientes y CI/CD</a:t>
            </a:r>
            <a:endParaRPr/>
          </a:p>
        </p:txBody>
      </p:sp>
      <p:sp>
        <p:nvSpPr>
          <p:cNvPr id="1069" name="Google Shape;1069;hc7cc306779174be_8_294"/>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3.2 Servicios de nube</a:t>
            </a:r>
            <a:endParaRPr/>
          </a:p>
        </p:txBody>
      </p:sp>
      <p:sp>
        <p:nvSpPr>
          <p:cNvPr id="1070" name="Google Shape;1070;hc7cc306779174be_8_294"/>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3.3 Base compartida</a:t>
            </a:r>
            <a:endParaRPr/>
          </a:p>
        </p:txBody>
      </p:sp>
      <p:sp>
        <p:nvSpPr>
          <p:cNvPr id="1071" name="Google Shape;1071;hc7cc306779174be_8_294"/>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3.4 Módulos Etapa 1</a:t>
            </a:r>
            <a:endParaRPr/>
          </a:p>
        </p:txBody>
      </p:sp>
      <p:sp>
        <p:nvSpPr>
          <p:cNvPr id="1072" name="Google Shape;1072;hc7cc306779174be_8_294"/>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3.5 Módulos Etapa 2</a:t>
            </a:r>
            <a:endParaRPr/>
          </a:p>
        </p:txBody>
      </p:sp>
      <p:sp>
        <p:nvSpPr>
          <p:cNvPr id="1073" name="Google Shape;1073;hc7cc306779174be_8_294"/>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3.6 Integraciones</a:t>
            </a:r>
            <a:endParaRPr/>
          </a:p>
        </p:txBody>
      </p:sp>
      <p:sp>
        <p:nvSpPr>
          <p:cNvPr id="1074" name="Google Shape;1074;hc7cc306779174be_8_294"/>
          <p:cNvSpPr/>
          <p:nvPr/>
        </p:nvSpPr>
        <p:spPr>
          <a:xfrm>
            <a:off x="82296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3.7 Migración de datos</a:t>
            </a:r>
            <a:endParaRPr/>
          </a:p>
        </p:txBody>
      </p:sp>
      <p:sp>
        <p:nvSpPr>
          <p:cNvPr id="1075" name="Google Shape;1075;hc7cc306779174be_8_294"/>
          <p:cNvSpPr/>
          <p:nvPr/>
        </p:nvSpPr>
        <p:spPr>
          <a:xfrm>
            <a:off x="3619499"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3.8 Pruebas Etapa 1</a:t>
            </a:r>
            <a:endParaRPr/>
          </a:p>
        </p:txBody>
      </p:sp>
      <p:sp>
        <p:nvSpPr>
          <p:cNvPr id="1076" name="Google Shape;1076;hc7cc306779174be_8_294"/>
          <p:cNvSpPr/>
          <p:nvPr/>
        </p:nvSpPr>
        <p:spPr>
          <a:xfrm>
            <a:off x="641604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3.9 Pruebas Etapa 2</a:t>
            </a:r>
            <a:endParaRPr/>
          </a:p>
        </p:txBody>
      </p:sp>
      <p:sp>
        <p:nvSpPr>
          <p:cNvPr id="1077" name="Google Shape;1077;hc7cc306779174be_8_294"/>
          <p:cNvSpPr/>
          <p:nvPr/>
        </p:nvSpPr>
        <p:spPr>
          <a:xfrm>
            <a:off x="921258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3.10 Innovaciones</a:t>
            </a:r>
            <a:endParaRPr/>
          </a:p>
        </p:txBody>
      </p:sp>
      <p:sp>
        <p:nvSpPr>
          <p:cNvPr id="1078" name="Google Shape;1078;hc7cc306779174be_8_294"/>
          <p:cNvSpPr/>
          <p:nvPr/>
        </p:nvSpPr>
        <p:spPr>
          <a:xfrm>
            <a:off x="1200912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3.11 Documentación</a:t>
            </a:r>
            <a:endParaR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6" name="Google Shape;1086;hc7cc306779174be_8_37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8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8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90" name="Google Shape;1090;hc7cc306779174be_8_37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1" name="Google Shape;1091;hc7cc306779174be_8_37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2" name="Google Shape;1092;hc7cc306779174be_8_37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3"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94"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95" name="Google Shape;1095;hc7cc306779174be_8_37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96"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97" name="Google Shape;1097;hc7cc306779174be_8_372"/>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98" name="Google Shape;1098;hc7cc306779174be_8_37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9"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0" name="Google Shape;1100;hc7cc306779174be_8_372"/>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01" name="Google Shape;1101;hc7cc306779174be_8_37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02" name="Google Shape;1102;hc7cc306779174be_8_37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03" name="Google Shape;1103;hc7cc306779174be_8_37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04" name="Google Shape;1104;hc7cc306779174be_8_37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05"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6" name="Google Shape;1106;hc7cc306779174be_8_37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07" name="Google Shape;1107;hc7cc306779174be_8_37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08" name="!!ph3c"/>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09" name="!!ph3d"/>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10" name="Google Shape;1110;hc7cc306779174be_8_372"/>
          <p:cNvCxnSpPr/>
          <p:nvPr/>
        </p:nvCxnSpPr>
        <p:spPr>
          <a:xfrm>
            <a:off x="7391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1" name="Google Shape;1111;hc7cc306779174be_8_372"/>
          <p:cNvSpPr/>
          <p:nvPr/>
        </p:nvSpPr>
        <p:spPr>
          <a:xfrm>
            <a:off x="5676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2" name="Google Shape;1112;hc7cc306779174be_8_372"/>
          <p:cNvSpPr txBox="1"/>
          <p:nvPr/>
        </p:nvSpPr>
        <p:spPr>
          <a:xfrm>
            <a:off x="5886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4</a:t>
            </a:r>
            <a:endParaRPr/>
          </a:p>
        </p:txBody>
      </p:sp>
      <p:sp>
        <p:nvSpPr>
          <p:cNvPr id="1113" name="Google Shape;1113;hc7cc306779174be_8_372"/>
          <p:cNvSpPr txBox="1"/>
          <p:nvPr/>
        </p:nvSpPr>
        <p:spPr>
          <a:xfrm>
            <a:off x="5886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Transición</a:t>
            </a:r>
            <a:endParaRPr/>
          </a:p>
        </p:txBody>
      </p:sp>
      <p:sp>
        <p:nvSpPr>
          <p:cNvPr id="1114" name="Google Shape;1114;hc7cc306779174be_8_372"/>
          <p:cNvSpPr txBox="1"/>
          <p:nvPr/>
        </p:nvSpPr>
        <p:spPr>
          <a:xfrm>
            <a:off x="5886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10 PT</a:t>
            </a:r>
            <a:endParaRPr/>
          </a:p>
        </p:txBody>
      </p:sp>
      <p:sp>
        <p:nvSpPr>
          <p:cNvPr id="1115" name="Google Shape;1115;hc7cc306779174be_8_372"/>
          <p:cNvSpPr txBox="1"/>
          <p:nvPr/>
        </p:nvSpPr>
        <p:spPr>
          <a:xfrm>
            <a:off x="5886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20.672 HH</a:t>
            </a:r>
            <a:endParaRPr/>
          </a:p>
        </p:txBody>
      </p:sp>
      <p:cxnSp>
        <p:nvCxnSpPr>
          <p:cNvPr id="1116" name="Google Shape;1116;hc7cc306779174be_8_372"/>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7" name="Google Shape;1117;hc7cc306779174be_8_372"/>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8" name="Google Shape;1118;hc7cc306779174be_8_372"/>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119" name="Google Shape;1119;hc7cc306779174be_8_372"/>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120" name="Google Shape;1120;hc7cc306779174be_8_372"/>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121" name="Google Shape;1121;hc7cc306779174be_8_372"/>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122" name="Google Shape;1122;hc7cc306779174be_8_37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3" name="Google Shape;1123;hc7cc306779174be_8_37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24" name="Google Shape;1124;hc7cc306779174be_8_37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25" name="Google Shape;1125;hc7cc306779174be_8_37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26" name="Google Shape;1126;hc7cc306779174be_8_37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27" name="Google Shape;1127;hc7cc306779174be_8_37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28" name="Google Shape;1128;hc7cc306779174be_8_37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9" name="Google Shape;1129;hc7cc306779174be_8_37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0" name="Google Shape;1130;hc7cc306779174be_8_37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131" name="Google Shape;1131;hc7cc306779174be_8_37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132" name="Google Shape;1132;hc7cc306779174be_8_37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133" name="Google Shape;1133;hc7cc306779174be_8_37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134" name="Google Shape;1134;hc7cc306779174be_8_37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35" name="Google Shape;1135;hc7cc306779174be_8_37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6" name="Google Shape;1136;hc7cc306779174be_8_37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137" name="Google Shape;1137;hc7cc306779174be_8_37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138" name="Google Shape;1138;hc7cc306779174be_8_37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139" name="Google Shape;1139;hc7cc306779174be_8_37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140" name="Google Shape;1140;hc7cc306779174be_8_37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41" name="Google Shape;1141;hc7cc306779174be_8_37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42" name="Google Shape;1142;hc7cc306779174be_8_37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143" name="Google Shape;1143;hc7cc306779174be_8_37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144" name="Google Shape;1144;hc7cc306779174be_8_37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145" name="Google Shape;1145;hc7cc306779174be_8_37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146" name="Google Shape;1146;hc7cc306779174be_8_37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4 · TRANSICIÓN · 3 CUENTAS DE CONTROL</a:t>
            </a:r>
            <a:endParaRPr/>
          </a:p>
        </p:txBody>
      </p:sp>
      <p:sp>
        <p:nvSpPr>
          <p:cNvPr id="1147" name="Google Shape;1147;hc7cc306779174be_8_372"/>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4.1 Plan de implantación</a:t>
            </a:r>
            <a:endParaRPr/>
          </a:p>
        </p:txBody>
      </p:sp>
      <p:sp>
        <p:nvSpPr>
          <p:cNvPr id="1148" name="Google Shape;1148;hc7cc306779174be_8_372"/>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4.2 Marcha blanca y producción E1</a:t>
            </a:r>
            <a:endParaRPr/>
          </a:p>
        </p:txBody>
      </p:sp>
      <p:sp>
        <p:nvSpPr>
          <p:cNvPr id="1149" name="Google Shape;1149;hc7cc306779174be_8_372"/>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4.3 Marcha blanca y producción E2</a:t>
            </a:r>
            <a:endParaR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7" name="Google Shape;1157;hc7cc306779174be_8_44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15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6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161" name="Google Shape;1161;hc7cc306779174be_8_44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2" name="Google Shape;1162;hc7cc306779174be_8_44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3" name="Google Shape;1163;hc7cc306779174be_8_44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6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6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166" name="Google Shape;1166;hc7cc306779174be_8_44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16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16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169" name="Google Shape;1169;hc7cc306779174be_8_44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0" name="Google Shape;1170;hc7cc306779174be_8_44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72" name="Google Shape;1172;hc7cc306779174be_8_44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73" name="Google Shape;1173;hc7cc306779174be_8_44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74" name="Google Shape;1174;hc7cc306779174be_8_44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75" name="Google Shape;1175;hc7cc306779174be_8_44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6" name="Google Shape;1176;hc7cc306779174be_8_442"/>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7" name="Google Shape;1177;hc7cc306779174be_8_44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78" name="Google Shape;1178;hc7cc306779174be_8_44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79" name="Google Shape;1179;hc7cc306779174be_8_442"/>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80" name="Google Shape;1180;hc7cc306779174be_8_442"/>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81" name="Google Shape;1181;hc7cc306779174be_8_442"/>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2" name="Google Shape;1182;hc7cc306779174be_8_442"/>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3" name="Google Shape;1183;hc7cc306779174be_8_442"/>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184" name="Google Shape;1184;hc7cc306779174be_8_442"/>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185" name="Google Shape;1185;hc7cc306779174be_8_442"/>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186" name="Google Shape;1186;hc7cc306779174be_8_442"/>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187" name="Google Shape;1187;hc7cc306779174be_8_442"/>
          <p:cNvCxnSpPr/>
          <p:nvPr/>
        </p:nvCxnSpPr>
        <p:spPr>
          <a:xfrm>
            <a:off x="91440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8" name="Google Shape;1188;hc7cc306779174be_8_442"/>
          <p:cNvSpPr/>
          <p:nvPr/>
        </p:nvSpPr>
        <p:spPr>
          <a:xfrm>
            <a:off x="74295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9" name="Google Shape;1189;hc7cc306779174be_8_442"/>
          <p:cNvSpPr txBox="1"/>
          <p:nvPr/>
        </p:nvSpPr>
        <p:spPr>
          <a:xfrm>
            <a:off x="76390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5</a:t>
            </a:r>
            <a:endParaRPr/>
          </a:p>
        </p:txBody>
      </p:sp>
      <p:sp>
        <p:nvSpPr>
          <p:cNvPr id="1190" name="Google Shape;1190;hc7cc306779174be_8_442"/>
          <p:cNvSpPr txBox="1"/>
          <p:nvPr/>
        </p:nvSpPr>
        <p:spPr>
          <a:xfrm>
            <a:off x="76390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Adquisiciones</a:t>
            </a:r>
            <a:endParaRPr/>
          </a:p>
        </p:txBody>
      </p:sp>
      <p:sp>
        <p:nvSpPr>
          <p:cNvPr id="1191" name="Google Shape;1191;hc7cc306779174be_8_442"/>
          <p:cNvSpPr txBox="1"/>
          <p:nvPr/>
        </p:nvSpPr>
        <p:spPr>
          <a:xfrm>
            <a:off x="76390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4 CC · 13 PT</a:t>
            </a:r>
            <a:endParaRPr/>
          </a:p>
        </p:txBody>
      </p:sp>
      <p:sp>
        <p:nvSpPr>
          <p:cNvPr id="1192" name="Google Shape;1192;hc7cc306779174be_8_442"/>
          <p:cNvSpPr txBox="1"/>
          <p:nvPr/>
        </p:nvSpPr>
        <p:spPr>
          <a:xfrm>
            <a:off x="76390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1.040 HH</a:t>
            </a:r>
            <a:endParaRPr/>
          </a:p>
        </p:txBody>
      </p:sp>
      <p:cxnSp>
        <p:nvCxnSpPr>
          <p:cNvPr id="1193" name="Google Shape;1193;hc7cc306779174be_8_44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94" name="Google Shape;1194;hc7cc306779174be_8_44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95" name="Google Shape;1195;hc7cc306779174be_8_44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96" name="Google Shape;1196;hc7cc306779174be_8_44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97" name="Google Shape;1197;hc7cc306779174be_8_44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98" name="Google Shape;1198;hc7cc306779174be_8_44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99" name="Google Shape;1199;hc7cc306779174be_8_44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0" name="Google Shape;1200;hc7cc306779174be_8_44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1" name="Google Shape;1201;hc7cc306779174be_8_44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02" name="Google Shape;1202;hc7cc306779174be_8_44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03" name="Google Shape;1203;hc7cc306779174be_8_44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04" name="Google Shape;1204;hc7cc306779174be_8_44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05" name="Google Shape;1205;hc7cc306779174be_8_44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6" name="Google Shape;1206;hc7cc306779174be_8_44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7" name="Google Shape;1207;hc7cc306779174be_8_44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08" name="Google Shape;1208;hc7cc306779174be_8_44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09" name="Google Shape;1209;hc7cc306779174be_8_44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10" name="Google Shape;1210;hc7cc306779174be_8_44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11" name="Google Shape;1211;hc7cc306779174be_8_44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12" name="Google Shape;1212;hc7cc306779174be_8_44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13" name="Google Shape;1213;hc7cc306779174be_8_44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14" name="Google Shape;1214;hc7cc306779174be_8_44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15" name="Google Shape;1215;hc7cc306779174be_8_44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16" name="Google Shape;1216;hc7cc306779174be_8_44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17" name="Google Shape;1217;hc7cc306779174be_8_44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5 · ADQUISICIONES · 4 CUENTAS DE CONTROL</a:t>
            </a:r>
            <a:endParaRPr/>
          </a:p>
        </p:txBody>
      </p:sp>
      <p:sp>
        <p:nvSpPr>
          <p:cNvPr id="1218" name="Google Shape;1218;hc7cc306779174be_8_442"/>
          <p:cNvSpPr/>
          <p:nvPr/>
        </p:nvSpPr>
        <p:spPr>
          <a:xfrm>
            <a:off x="82296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5.1 Hardware</a:t>
            </a:r>
            <a:endParaRPr/>
          </a:p>
        </p:txBody>
      </p:sp>
      <p:sp>
        <p:nvSpPr>
          <p:cNvPr id="1219" name="Google Shape;1219;hc7cc306779174be_8_442"/>
          <p:cNvSpPr/>
          <p:nvPr/>
        </p:nvSpPr>
        <p:spPr>
          <a:xfrm>
            <a:off x="501777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5.2 Nube y licencias</a:t>
            </a:r>
            <a:endParaRPr/>
          </a:p>
        </p:txBody>
      </p:sp>
      <p:sp>
        <p:nvSpPr>
          <p:cNvPr id="1220" name="Google Shape;1220;hc7cc306779174be_8_442"/>
          <p:cNvSpPr/>
          <p:nvPr/>
        </p:nvSpPr>
        <p:spPr>
          <a:xfrm>
            <a:off x="921258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5.3 Enlaces</a:t>
            </a:r>
            <a:endParaRPr/>
          </a:p>
        </p:txBody>
      </p:sp>
      <p:sp>
        <p:nvSpPr>
          <p:cNvPr id="1221" name="Google Shape;1221;hc7cc306779174be_8_442"/>
          <p:cNvSpPr/>
          <p:nvPr/>
        </p:nvSpPr>
        <p:spPr>
          <a:xfrm>
            <a:off x="1340739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5.4 Acuerdos con terceros</a:t>
            </a:r>
            <a:endParaR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29" name="Google Shape;1229;hc7cc306779174be_8_513"/>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230"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32"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233" name="Google Shape;1233;hc7cc306779174be_8_513"/>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4" name="Google Shape;1234;hc7cc306779174be_8_513"/>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5" name="Google Shape;1235;hc7cc306779174be_8_513"/>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36"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37"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238" name="Google Shape;1238;hc7cc306779174be_8_513"/>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239"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240"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241" name="Google Shape;1241;hc7cc306779174be_8_513"/>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2" name="Google Shape;1242;hc7cc306779174be_8_513"/>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3" name="Google Shape;1243;hc7cc306779174be_8_513"/>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244" name="Google Shape;1244;hc7cc306779174be_8_513"/>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245"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246" name="Google Shape;1246;hc7cc306779174be_8_513"/>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247" name="Google Shape;1247;hc7cc306779174be_8_513"/>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8" name="Google Shape;1248;hc7cc306779174be_8_51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9" name="Google Shape;1249;hc7cc306779174be_8_513"/>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250" name="Google Shape;1250;hc7cc306779174be_8_513"/>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251" name="Google Shape;1251;hc7cc306779174be_8_513"/>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252" name="Google Shape;1252;hc7cc306779174be_8_513"/>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253" name="Google Shape;1253;hc7cc306779174be_8_513"/>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54" name="Google Shape;1254;hc7cc306779174be_8_513"/>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55" name="Google Shape;1255;hc7cc306779174be_8_513"/>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256" name="Google Shape;1256;hc7cc306779174be_8_513"/>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257" name="Google Shape;1257;hc7cc306779174be_8_513"/>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258" name="Google Shape;1258;hc7cc306779174be_8_513"/>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259" name="Google Shape;1259;hc7cc306779174be_8_513"/>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0" name="Google Shape;1260;hc7cc306779174be_8_513"/>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1" name="Google Shape;1261;hc7cc306779174be_8_513"/>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262" name="Google Shape;1262;hc7cc306779174be_8_513"/>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263" name="Google Shape;1263;hc7cc306779174be_8_513"/>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264" name="Google Shape;1264;hc7cc306779174be_8_513"/>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265" name="Google Shape;1265;hc7cc306779174be_8_513"/>
          <p:cNvCxnSpPr/>
          <p:nvPr/>
        </p:nvCxnSpPr>
        <p:spPr>
          <a:xfrm>
            <a:off x="10896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6" name="Google Shape;1266;hc7cc306779174be_8_513"/>
          <p:cNvSpPr/>
          <p:nvPr/>
        </p:nvSpPr>
        <p:spPr>
          <a:xfrm>
            <a:off x="9182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7" name="Google Shape;1267;hc7cc306779174be_8_513"/>
          <p:cNvSpPr txBox="1"/>
          <p:nvPr/>
        </p:nvSpPr>
        <p:spPr>
          <a:xfrm>
            <a:off x="9391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6</a:t>
            </a:r>
            <a:endParaRPr/>
          </a:p>
        </p:txBody>
      </p:sp>
      <p:sp>
        <p:nvSpPr>
          <p:cNvPr id="1268" name="Google Shape;1268;hc7cc306779174be_8_513"/>
          <p:cNvSpPr txBox="1"/>
          <p:nvPr/>
        </p:nvSpPr>
        <p:spPr>
          <a:xfrm>
            <a:off x="9391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Infraestructura</a:t>
            </a:r>
            <a:endParaRPr/>
          </a:p>
        </p:txBody>
      </p:sp>
      <p:sp>
        <p:nvSpPr>
          <p:cNvPr id="1269" name="Google Shape;1269;hc7cc306779174be_8_513"/>
          <p:cNvSpPr txBox="1"/>
          <p:nvPr/>
        </p:nvSpPr>
        <p:spPr>
          <a:xfrm>
            <a:off x="9391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24 PT</a:t>
            </a:r>
            <a:endParaRPr/>
          </a:p>
        </p:txBody>
      </p:sp>
      <p:sp>
        <p:nvSpPr>
          <p:cNvPr id="1270" name="Google Shape;1270;hc7cc306779174be_8_513"/>
          <p:cNvSpPr txBox="1"/>
          <p:nvPr/>
        </p:nvSpPr>
        <p:spPr>
          <a:xfrm>
            <a:off x="9391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3.840 HH</a:t>
            </a:r>
            <a:endParaRPr/>
          </a:p>
        </p:txBody>
      </p:sp>
      <p:cxnSp>
        <p:nvCxnSpPr>
          <p:cNvPr id="1271" name="Google Shape;1271;hc7cc306779174be_8_513"/>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2" name="Google Shape;1272;hc7cc306779174be_8_513"/>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3" name="Google Shape;1273;hc7cc306779174be_8_513"/>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74" name="Google Shape;1274;hc7cc306779174be_8_513"/>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75" name="Google Shape;1275;hc7cc306779174be_8_513"/>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76" name="Google Shape;1276;hc7cc306779174be_8_513"/>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77" name="Google Shape;1277;hc7cc306779174be_8_513"/>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8" name="Google Shape;1278;hc7cc306779174be_8_513"/>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9" name="Google Shape;1279;hc7cc306779174be_8_513"/>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80" name="Google Shape;1280;hc7cc306779174be_8_513"/>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81" name="Google Shape;1281;hc7cc306779174be_8_513"/>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82" name="Google Shape;1282;hc7cc306779174be_8_513"/>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83" name="Google Shape;1283;hc7cc306779174be_8_513"/>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84" name="Google Shape;1284;hc7cc306779174be_8_513"/>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85" name="Google Shape;1285;hc7cc306779174be_8_513"/>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86" name="Google Shape;1286;hc7cc306779174be_8_513"/>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87" name="Google Shape;1287;hc7cc306779174be_8_513"/>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88" name="Google Shape;1288;hc7cc306779174be_8_513"/>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89" name="Google Shape;1289;hc7cc306779174be_8_513"/>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6 · INFRAESTRUCTURA · 6 CUENTAS DE CONTROL</a:t>
            </a:r>
            <a:endParaRPr/>
          </a:p>
        </p:txBody>
      </p:sp>
      <p:sp>
        <p:nvSpPr>
          <p:cNvPr id="1290" name="Google Shape;1290;hc7cc306779174be_8_513"/>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6.1 Sala técnica Talca</a:t>
            </a:r>
            <a:endParaRPr/>
          </a:p>
        </p:txBody>
      </p:sp>
      <p:sp>
        <p:nvSpPr>
          <p:cNvPr id="1291" name="Google Shape;1291;hc7cc306779174be_8_513"/>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6.2 Cableado</a:t>
            </a:r>
            <a:endParaRPr/>
          </a:p>
        </p:txBody>
      </p:sp>
      <p:sp>
        <p:nvSpPr>
          <p:cNvPr id="1292" name="Google Shape;1292;hc7cc306779174be_8_513"/>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6.3 Racks y gabinetes</a:t>
            </a:r>
            <a:endParaRPr/>
          </a:p>
        </p:txBody>
      </p:sp>
      <p:sp>
        <p:nvSpPr>
          <p:cNvPr id="1293" name="Google Shape;1293;hc7cc306779174be_8_513"/>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6.4 Seguridad física</a:t>
            </a:r>
            <a:endParaRPr/>
          </a:p>
        </p:txBody>
      </p:sp>
      <p:sp>
        <p:nvSpPr>
          <p:cNvPr id="1294" name="Google Shape;1294;hc7cc306779174be_8_513"/>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6.5 Equipamiento de campo</a:t>
            </a:r>
            <a:endParaRPr/>
          </a:p>
        </p:txBody>
      </p:sp>
      <p:sp>
        <p:nvSpPr>
          <p:cNvPr id="1295" name="Google Shape;1295;hc7cc306779174be_8_513"/>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6.6 Configuración de sitios</a:t>
            </a:r>
            <a:endParaR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3" name="Google Shape;1303;hc7cc306779174be_8_58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04"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0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07" name="Google Shape;1307;hc7cc306779174be_8_58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8" name="Google Shape;1308;hc7cc306779174be_8_58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9" name="Google Shape;1309;hc7cc306779174be_8_58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12" name="Google Shape;1312;hc7cc306779174be_8_58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1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14" name="Google Shape;1314;hc7cc306779174be_8_58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15" name="Google Shape;1315;hc7cc306779174be_8_58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6"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7" name="Google Shape;1317;hc7cc306779174be_8_58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18" name="Google Shape;1318;hc7cc306779174be_8_586"/>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19" name="Google Shape;1319;hc7cc306779174be_8_58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20" name="Google Shape;1320;hc7cc306779174be_8_58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21" name="Google Shape;1321;hc7cc306779174be_8_58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2"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3"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24" name="!!ph3b"/>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25" name="Google Shape;1325;hc7cc306779174be_8_58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26" name="Google Shape;1326;hc7cc306779174be_8_58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27" name="Google Shape;1327;hc7cc306779174be_8_58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8" name="Google Shape;1328;hc7cc306779174be_8_58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9" name="Google Shape;1329;hc7cc306779174be_8_58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330" name="Google Shape;1330;hc7cc306779174be_8_58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331" name="Google Shape;1331;hc7cc306779174be_8_58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332" name="Google Shape;1332;hc7cc306779174be_8_58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333" name="Google Shape;1333;hc7cc306779174be_8_58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34" name="Google Shape;1334;hc7cc306779174be_8_58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35" name="Google Shape;1335;hc7cc306779174be_8_58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336" name="Google Shape;1336;hc7cc306779174be_8_58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337" name="Google Shape;1337;hc7cc306779174be_8_58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338" name="Google Shape;1338;hc7cc306779174be_8_58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339" name="Google Shape;1339;hc7cc306779174be_8_58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0" name="Google Shape;1340;hc7cc306779174be_8_58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1" name="Google Shape;1341;hc7cc306779174be_8_58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342" name="Google Shape;1342;hc7cc306779174be_8_58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343" name="Google Shape;1343;hc7cc306779174be_8_58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344" name="Google Shape;1344;hc7cc306779174be_8_58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345" name="Google Shape;1345;hc7cc306779174be_8_586"/>
          <p:cNvCxnSpPr/>
          <p:nvPr/>
        </p:nvCxnSpPr>
        <p:spPr>
          <a:xfrm>
            <a:off x="12649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6" name="Google Shape;1346;hc7cc306779174be_8_586"/>
          <p:cNvSpPr/>
          <p:nvPr/>
        </p:nvSpPr>
        <p:spPr>
          <a:xfrm>
            <a:off x="10934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7" name="Google Shape;1347;hc7cc306779174be_8_586"/>
          <p:cNvSpPr txBox="1"/>
          <p:nvPr/>
        </p:nvSpPr>
        <p:spPr>
          <a:xfrm>
            <a:off x="11144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7</a:t>
            </a:r>
            <a:endParaRPr/>
          </a:p>
        </p:txBody>
      </p:sp>
      <p:sp>
        <p:nvSpPr>
          <p:cNvPr id="1348" name="Google Shape;1348;hc7cc306779174be_8_586"/>
          <p:cNvSpPr txBox="1"/>
          <p:nvPr/>
        </p:nvSpPr>
        <p:spPr>
          <a:xfrm>
            <a:off x="11144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Capacitación y cambio</a:t>
            </a:r>
            <a:endParaRPr/>
          </a:p>
        </p:txBody>
      </p:sp>
      <p:sp>
        <p:nvSpPr>
          <p:cNvPr id="1349" name="Google Shape;1349;hc7cc306779174be_8_586"/>
          <p:cNvSpPr txBox="1"/>
          <p:nvPr/>
        </p:nvSpPr>
        <p:spPr>
          <a:xfrm>
            <a:off x="11144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13 PT</a:t>
            </a:r>
            <a:endParaRPr/>
          </a:p>
        </p:txBody>
      </p:sp>
      <p:sp>
        <p:nvSpPr>
          <p:cNvPr id="1350" name="Google Shape;1350;hc7cc306779174be_8_586"/>
          <p:cNvSpPr txBox="1"/>
          <p:nvPr/>
        </p:nvSpPr>
        <p:spPr>
          <a:xfrm>
            <a:off x="11144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4.736 HH</a:t>
            </a:r>
            <a:endParaRPr/>
          </a:p>
        </p:txBody>
      </p:sp>
      <p:cxnSp>
        <p:nvCxnSpPr>
          <p:cNvPr id="1351" name="Google Shape;1351;hc7cc306779174be_8_586"/>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2" name="Google Shape;1352;hc7cc306779174be_8_586"/>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3" name="Google Shape;1353;hc7cc306779174be_8_586"/>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354" name="Google Shape;1354;hc7cc306779174be_8_586"/>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355" name="Google Shape;1355;hc7cc306779174be_8_586"/>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356" name="Google Shape;1356;hc7cc306779174be_8_586"/>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357" name="Google Shape;1357;hc7cc306779174be_8_58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8" name="Google Shape;1358;hc7cc306779174be_8_58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9" name="Google Shape;1359;hc7cc306779174be_8_58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360" name="Google Shape;1360;hc7cc306779174be_8_58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361" name="Google Shape;1361;hc7cc306779174be_8_58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362" name="Google Shape;1362;hc7cc306779174be_8_58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363" name="Google Shape;1363;hc7cc306779174be_8_58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7 · CAPACITACIÓN Y CAMBIO · 3 CUENTAS DE CONTROL</a:t>
            </a:r>
            <a:endParaRPr/>
          </a:p>
        </p:txBody>
      </p:sp>
      <p:sp>
        <p:nvSpPr>
          <p:cNvPr id="1364" name="Google Shape;1364;hc7cc306779174be_8_586"/>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7.1 Capacitación por roles</a:t>
            </a:r>
            <a:endParaRPr/>
          </a:p>
        </p:txBody>
      </p:sp>
      <p:sp>
        <p:nvSpPr>
          <p:cNvPr id="1365" name="Google Shape;1365;hc7cc306779174be_8_586"/>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7.2 Gestión del cambio</a:t>
            </a:r>
            <a:endParaRPr/>
          </a:p>
        </p:txBody>
      </p:sp>
      <p:sp>
        <p:nvSpPr>
          <p:cNvPr id="1366" name="Google Shape;1366;hc7cc306779174be_8_586"/>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7.3 Evaluaciones y certificaciones</a:t>
            </a:r>
            <a:endParaR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4" name="Google Shape;1374;hc7cc306779174be_8_65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75"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77"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78" name="Google Shape;1378;hc7cc306779174be_8_65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79" name="Google Shape;1379;hc7cc306779174be_8_65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80" name="Google Shape;1380;hc7cc306779174be_8_65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1"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2"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83" name="Google Shape;1383;hc7cc306779174be_8_65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84"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85" name="Google Shape;1385;hc7cc306779174be_8_65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86" name="Google Shape;1386;hc7cc306779174be_8_65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7"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8" name="Google Shape;1388;hc7cc306779174be_8_65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89" name="!!ph2b"/>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90" name="Google Shape;1390;hc7cc306779174be_8_65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91" name="Google Shape;1391;hc7cc306779174be_8_65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92" name="Google Shape;1392;hc7cc306779174be_8_65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3" name="Google Shape;1393;hc7cc306779174be_8_656"/>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94"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95" name="Google Shape;1395;hc7cc306779174be_8_656"/>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96" name="Google Shape;1396;hc7cc306779174be_8_65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97" name="Google Shape;1397;hc7cc306779174be_8_65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98" name="Google Shape;1398;hc7cc306779174be_8_65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9" name="Google Shape;1399;hc7cc306779174be_8_65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0" name="Google Shape;1400;hc7cc306779174be_8_65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01" name="Google Shape;1401;hc7cc306779174be_8_65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02" name="Google Shape;1402;hc7cc306779174be_8_65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03" name="Google Shape;1403;hc7cc306779174be_8_65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04" name="Google Shape;1404;hc7cc306779174be_8_65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05" name="Google Shape;1405;hc7cc306779174be_8_65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6" name="Google Shape;1406;hc7cc306779174be_8_65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07" name="Google Shape;1407;hc7cc306779174be_8_65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08" name="Google Shape;1408;hc7cc306779174be_8_65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09" name="Google Shape;1409;hc7cc306779174be_8_65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10" name="Google Shape;1410;hc7cc306779174be_8_65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1" name="Google Shape;1411;hc7cc306779174be_8_65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2" name="Google Shape;1412;hc7cc306779174be_8_65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13" name="Google Shape;1413;hc7cc306779174be_8_65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14" name="Google Shape;1414;hc7cc306779174be_8_65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15" name="Google Shape;1415;hc7cc306779174be_8_65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16" name="Google Shape;1416;hc7cc306779174be_8_656"/>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7" name="Google Shape;1417;hc7cc306779174be_8_656"/>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8" name="Google Shape;1418;hc7cc306779174be_8_656"/>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19" name="Google Shape;1419;hc7cc306779174be_8_656"/>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20" name="Google Shape;1420;hc7cc306779174be_8_656"/>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21" name="Google Shape;1421;hc7cc306779174be_8_656"/>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22" name="Google Shape;1422;hc7cc306779174be_8_656"/>
          <p:cNvCxnSpPr/>
          <p:nvPr/>
        </p:nvCxnSpPr>
        <p:spPr>
          <a:xfrm>
            <a:off x="14401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3" name="Google Shape;1423;hc7cc306779174be_8_656"/>
          <p:cNvSpPr/>
          <p:nvPr/>
        </p:nvSpPr>
        <p:spPr>
          <a:xfrm>
            <a:off x="12687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24" name="Google Shape;1424;hc7cc306779174be_8_656"/>
          <p:cNvSpPr txBox="1"/>
          <p:nvPr/>
        </p:nvSpPr>
        <p:spPr>
          <a:xfrm>
            <a:off x="12896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8</a:t>
            </a:r>
            <a:endParaRPr/>
          </a:p>
        </p:txBody>
      </p:sp>
      <p:sp>
        <p:nvSpPr>
          <p:cNvPr id="1425" name="Google Shape;1425;hc7cc306779174be_8_656"/>
          <p:cNvSpPr txBox="1"/>
          <p:nvPr/>
        </p:nvSpPr>
        <p:spPr>
          <a:xfrm>
            <a:off x="12896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Operación y soporte</a:t>
            </a:r>
            <a:endParaRPr/>
          </a:p>
        </p:txBody>
      </p:sp>
      <p:sp>
        <p:nvSpPr>
          <p:cNvPr id="1426" name="Google Shape;1426;hc7cc306779174be_8_656"/>
          <p:cNvSpPr txBox="1"/>
          <p:nvPr/>
        </p:nvSpPr>
        <p:spPr>
          <a:xfrm>
            <a:off x="12896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5 CC · 26 PT</a:t>
            </a:r>
            <a:endParaRPr/>
          </a:p>
        </p:txBody>
      </p:sp>
      <p:sp>
        <p:nvSpPr>
          <p:cNvPr id="1427" name="Google Shape;1427;hc7cc306779174be_8_656"/>
          <p:cNvSpPr txBox="1"/>
          <p:nvPr/>
        </p:nvSpPr>
        <p:spPr>
          <a:xfrm>
            <a:off x="12896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129.879 HH</a:t>
            </a:r>
            <a:endParaRPr/>
          </a:p>
        </p:txBody>
      </p:sp>
      <p:cxnSp>
        <p:nvCxnSpPr>
          <p:cNvPr id="1428" name="Google Shape;1428;hc7cc306779174be_8_65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9" name="Google Shape;1429;hc7cc306779174be_8_65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30" name="Google Shape;1430;hc7cc306779174be_8_65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431" name="Google Shape;1431;hc7cc306779174be_8_65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432" name="Google Shape;1432;hc7cc306779174be_8_65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433" name="Google Shape;1433;hc7cc306779174be_8_65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434" name="Google Shape;1434;hc7cc306779174be_8_65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8 · OPERACIÓN Y SOPORTE · 5 CUENTAS DE CONTROL</a:t>
            </a:r>
            <a:endParaRPr/>
          </a:p>
        </p:txBody>
      </p:sp>
      <p:sp>
        <p:nvSpPr>
          <p:cNvPr id="1435" name="Google Shape;1435;hc7cc306779174be_8_656"/>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8.1 Servicios de operación</a:t>
            </a:r>
            <a:endParaRPr/>
          </a:p>
        </p:txBody>
      </p:sp>
      <p:sp>
        <p:nvSpPr>
          <p:cNvPr id="1436" name="Google Shape;1436;hc7cc306779174be_8_656"/>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8.2 Mantenimiento</a:t>
            </a:r>
            <a:endParaRPr/>
          </a:p>
        </p:txBody>
      </p:sp>
      <p:sp>
        <p:nvSpPr>
          <p:cNvPr id="1437" name="Google Shape;1437;hc7cc306779174be_8_656"/>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8.3 Innovaciones</a:t>
            </a:r>
            <a:endParaRPr/>
          </a:p>
        </p:txBody>
      </p:sp>
      <p:sp>
        <p:nvSpPr>
          <p:cNvPr id="1438" name="Google Shape;1438;hc7cc306779174be_8_656"/>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8.4 Informes periódicos</a:t>
            </a:r>
            <a:endParaRPr/>
          </a:p>
        </p:txBody>
      </p:sp>
      <p:sp>
        <p:nvSpPr>
          <p:cNvPr id="1439" name="Google Shape;1439;hc7cc306779174be_8_656"/>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8.5 Transferencia</a:t>
            </a:r>
            <a:endParaR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7" name="Google Shape;1447;hc7cc306779174be_8_728"/>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44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5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451" name="Google Shape;1451;hc7cc306779174be_8_728"/>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2" name="Google Shape;1452;hc7cc306779174be_8_728"/>
          <p:cNvCxnSpPr/>
          <p:nvPr/>
        </p:nvCxnSpPr>
        <p:spPr>
          <a:xfrm>
            <a:off x="1209675"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3" name="Google Shape;1453;hc7cc306779174be_8_728"/>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5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5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456" name="Google Shape;1456;hc7cc306779174be_8_728"/>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45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45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459" name="Google Shape;1459;hc7cc306779174be_8_728"/>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0" name="Google Shape;1460;hc7cc306779174be_8_728"/>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462" name="Google Shape;1462;hc7cc306779174be_8_728"/>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463" name="Google Shape;1463;hc7cc306779174be_8_728"/>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464" name="Google Shape;1464;hc7cc306779174be_8_728"/>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465" name="Google Shape;1465;hc7cc306779174be_8_728"/>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6" name="Google Shape;1466;hc7cc306779174be_8_728"/>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7" name="Google Shape;1467;hc7cc306779174be_8_728"/>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468" name="Google Shape;1468;hc7cc306779174be_8_728"/>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469" name="Google Shape;1469;hc7cc306779174be_8_728"/>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470" name="Google Shape;1470;hc7cc306779174be_8_728"/>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471" name="Google Shape;1471;hc7cc306779174be_8_728"/>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2" name="Google Shape;1472;hc7cc306779174be_8_728"/>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3" name="Google Shape;1473;hc7cc306779174be_8_728"/>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74" name="Google Shape;1474;hc7cc306779174be_8_728"/>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75" name="Google Shape;1475;hc7cc306779174be_8_728"/>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76" name="Google Shape;1476;hc7cc306779174be_8_728"/>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77" name="Google Shape;1477;hc7cc306779174be_8_728"/>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8" name="Google Shape;1478;hc7cc306779174be_8_728"/>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9" name="Google Shape;1479;hc7cc306779174be_8_728"/>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80" name="Google Shape;1480;hc7cc306779174be_8_728"/>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81" name="Google Shape;1481;hc7cc306779174be_8_728"/>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82" name="Google Shape;1482;hc7cc306779174be_8_728"/>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83" name="Google Shape;1483;hc7cc306779174be_8_728"/>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84" name="Google Shape;1484;hc7cc306779174be_8_728"/>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85" name="Google Shape;1485;hc7cc306779174be_8_728"/>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86" name="Google Shape;1486;hc7cc306779174be_8_728"/>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87" name="Google Shape;1487;hc7cc306779174be_8_728"/>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88" name="Google Shape;1488;hc7cc306779174be_8_728"/>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89" name="Google Shape;1489;hc7cc306779174be_8_728"/>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0" name="Google Shape;1490;hc7cc306779174be_8_728"/>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1" name="Google Shape;1491;hc7cc306779174be_8_728"/>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92" name="Google Shape;1492;hc7cc306779174be_8_728"/>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93" name="Google Shape;1493;hc7cc306779174be_8_728"/>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94" name="Google Shape;1494;hc7cc306779174be_8_728"/>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95" name="Google Shape;1495;hc7cc306779174be_8_728"/>
          <p:cNvCxnSpPr/>
          <p:nvPr/>
        </p:nvCxnSpPr>
        <p:spPr>
          <a:xfrm>
            <a:off x="13477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6" name="Google Shape;1496;hc7cc306779174be_8_728"/>
          <p:cNvSpPr/>
          <p:nvPr/>
        </p:nvSpPr>
        <p:spPr>
          <a:xfrm>
            <a:off x="12687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7" name="Google Shape;1497;hc7cc306779174be_8_728"/>
          <p:cNvSpPr txBox="1"/>
          <p:nvPr/>
        </p:nvSpPr>
        <p:spPr>
          <a:xfrm>
            <a:off x="12782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498" name="Google Shape;1498;hc7cc306779174be_8_728"/>
          <p:cNvSpPr txBox="1"/>
          <p:nvPr/>
        </p:nvSpPr>
        <p:spPr>
          <a:xfrm>
            <a:off x="12782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499" name="Google Shape;1499;hc7cc306779174be_8_728"/>
          <p:cNvSpPr txBox="1"/>
          <p:nvPr/>
        </p:nvSpPr>
        <p:spPr>
          <a:xfrm>
            <a:off x="12782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500" name="Google Shape;1500;hc7cc306779174be_8_728"/>
          <p:cNvSpPr txBox="1"/>
          <p:nvPr/>
        </p:nvSpPr>
        <p:spPr>
          <a:xfrm>
            <a:off x="12782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501" name="Google Shape;1501;hc7cc306779174be_8_728"/>
          <p:cNvCxnSpPr/>
          <p:nvPr/>
        </p:nvCxnSpPr>
        <p:spPr>
          <a:xfrm>
            <a:off x="16154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502" name="Google Shape;1502;hc7cc306779174be_8_728"/>
          <p:cNvSpPr/>
          <p:nvPr/>
        </p:nvSpPr>
        <p:spPr>
          <a:xfrm>
            <a:off x="14439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03" name="Google Shape;1503;hc7cc306779174be_8_728"/>
          <p:cNvSpPr txBox="1"/>
          <p:nvPr/>
        </p:nvSpPr>
        <p:spPr>
          <a:xfrm>
            <a:off x="14649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9</a:t>
            </a:r>
            <a:endParaRPr/>
          </a:p>
        </p:txBody>
      </p:sp>
      <p:sp>
        <p:nvSpPr>
          <p:cNvPr id="1504" name="Google Shape;1504;hc7cc306779174be_8_728"/>
          <p:cNvSpPr txBox="1"/>
          <p:nvPr/>
        </p:nvSpPr>
        <p:spPr>
          <a:xfrm>
            <a:off x="14649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Cierre</a:t>
            </a:r>
            <a:endParaRPr/>
          </a:p>
        </p:txBody>
      </p:sp>
      <p:sp>
        <p:nvSpPr>
          <p:cNvPr id="1505" name="Google Shape;1505;hc7cc306779174be_8_728"/>
          <p:cNvSpPr txBox="1"/>
          <p:nvPr/>
        </p:nvSpPr>
        <p:spPr>
          <a:xfrm>
            <a:off x="14649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2 CC · 4 PT</a:t>
            </a:r>
            <a:endParaRPr/>
          </a:p>
        </p:txBody>
      </p:sp>
      <p:sp>
        <p:nvSpPr>
          <p:cNvPr id="1506" name="Google Shape;1506;hc7cc306779174be_8_728"/>
          <p:cNvSpPr txBox="1"/>
          <p:nvPr/>
        </p:nvSpPr>
        <p:spPr>
          <a:xfrm>
            <a:off x="14649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320 HH</a:t>
            </a:r>
            <a:endParaRPr/>
          </a:p>
        </p:txBody>
      </p:sp>
      <p:sp>
        <p:nvSpPr>
          <p:cNvPr id="1507" name="Google Shape;1507;hc7cc306779174be_8_728"/>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9 · CIERRE · 2 CUENTAS DE CONTROL</a:t>
            </a:r>
            <a:endParaRPr/>
          </a:p>
        </p:txBody>
      </p:sp>
      <p:sp>
        <p:nvSpPr>
          <p:cNvPr id="1508" name="Google Shape;1508;hc7cc306779174be_8_728"/>
          <p:cNvSpPr/>
          <p:nvPr/>
        </p:nvSpPr>
        <p:spPr>
          <a:xfrm>
            <a:off x="82296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9.1 Cierre de la implementación</a:t>
            </a:r>
            <a:endParaRPr/>
          </a:p>
        </p:txBody>
      </p:sp>
      <p:sp>
        <p:nvSpPr>
          <p:cNvPr id="1509" name="Google Shape;1509;hc7cc306779174be_8_728"/>
          <p:cNvSpPr/>
          <p:nvPr/>
        </p:nvSpPr>
        <p:spPr>
          <a:xfrm>
            <a:off x="921258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9.2 Salida al término del contrato</a:t>
            </a:r>
            <a:endParaR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4"/>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5" name="Google Shape;1565;p2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7"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68"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69"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v_0"/>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v_1"/>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v_2"/>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v_3"/>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v_6"/>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v_8"/>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v_9"/>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v_10"/>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Google Shape;1631;p26"/>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3"/>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4"/>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5"/>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2"/>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Google Shape;1740;p27"/>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59"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760" name="!!deco3"/>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pic>
        <p:nvPicPr>
          <p:cNvPr id="1762" name="Google Shape;1762;hc7cc306779174be_0_29"/>
          <p:cNvPicPr preferRelativeResize="0"/>
          <p:nvPr/>
        </p:nvPicPr>
        <p:blipFill>
          <a:blip r:embed="rId3">
            <a:alphaModFix/>
          </a:blip>
          <a:stretch>
            <a:fillRect/>
          </a:stretch>
        </p:blipFill>
        <p:spPr>
          <a:xfrm>
            <a:off x="2349813" y="825300"/>
            <a:ext cx="13588376" cy="9258624"/>
          </a:xfrm>
          <a:prstGeom prst="rect">
            <a:avLst/>
          </a:prstGeom>
          <a:noFill/>
          <a:ln w="12700">
            <a:solidFill>
              <a:srgbClr val="E4E4E4"/>
            </a:solidFill>
          </a:ln>
        </p:spPr>
      </p:pic>
      <p:sp>
        <p:nvSpPr>
          <p:cNvPr id="17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Google Shape;1772;hc7cc306779174be_6_2"/>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Google Shape;1821;p29"/>
          <p:cNvSpPr txBox="1"/>
          <p:nvPr/>
        </p:nvSpPr>
        <p:spPr>
          <a:xfrm>
            <a:off x="1503838" y="1097280"/>
            <a:ext cx="6035100" cy="2377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graphicFrame>
        <p:nvGraphicFramePr>
          <p:cNvPr id="1823" name="Google Shape;1823;p29"/>
          <p:cNvGraphicFramePr/>
          <p:nvPr/>
        </p:nvGraphicFramePr>
        <p:xfrm>
          <a:off x="3361800" y="2794400"/>
          <a:ext cx="3000000" cy="3000000"/>
        </p:xfrm>
        <a:graphic>
          <a:graphicData uri="http://schemas.openxmlformats.org/drawingml/2006/table">
            <a:tbl>
              <a:tblPr>
                <a:noFill/>
                <a:tableStyleId>{C4A5C758-D4A7-4D3F-9BCE-32F5856BC382}</a:tableStyleId>
              </a:tblPr>
              <a:tblGrid>
                <a:gridCol w="1748650"/>
                <a:gridCol w="1379100"/>
                <a:gridCol w="1750825"/>
                <a:gridCol w="2286775"/>
                <a:gridCol w="4081550"/>
              </a:tblGrid>
              <a:tr h="381000">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ID</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P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I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Exposicion decimal (qP *qI)</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Zona registrada</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R-012</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FFFFFF"/>
                          </a:solidFill>
                          <a:latin typeface="Inter SemiBold"/>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FFFFFF"/>
                          </a:solidFill>
                          <a:latin typeface="Inter SemiBold"/>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613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bl>
          </a:graphicData>
        </a:graphic>
      </p:graphicFrame>
      <p:sp>
        <p:nvSpPr>
          <p:cNvPr id="182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Google Shape;1828;hc7cc306779174be_6_58"/>
          <p:cNvSpPr txBox="1"/>
          <p:nvPr/>
        </p:nvSpPr>
        <p:spPr>
          <a:xfrm>
            <a:off x="1503838" y="1097280"/>
            <a:ext cx="6035100" cy="1551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Matriz de exposicion</a:t>
            </a:r>
            <a:endParaRPr/>
          </a:p>
        </p:txBody>
      </p:sp>
      <p:graphicFrame>
        <p:nvGraphicFramePr>
          <p:cNvPr id="1829" name="Google Shape;1829;hc7cc306779174be_6_58"/>
          <p:cNvGraphicFramePr/>
          <p:nvPr/>
        </p:nvGraphicFramePr>
        <p:xfrm>
          <a:off x="1275463" y="2831475"/>
          <a:ext cx="3000000" cy="3000000"/>
        </p:xfrm>
        <a:graphic>
          <a:graphicData uri="http://schemas.openxmlformats.org/drawingml/2006/table">
            <a:tbl>
              <a:tblPr>
                <a:noFill/>
                <a:tableStyleId>{C4A5C758-D4A7-4D3F-9BCE-32F5856BC382}</a:tableStyleId>
              </a:tblPr>
              <a:tblGrid>
                <a:gridCol w="1948225"/>
                <a:gridCol w="1630725"/>
                <a:gridCol w="3050125"/>
                <a:gridCol w="2340425"/>
                <a:gridCol w="2340425"/>
                <a:gridCol w="2340425"/>
                <a:gridCol w="2340425"/>
              </a:tblGrid>
              <a:tr h="1012500">
                <a:tc>
                  <a:txBody>
                    <a:bodyPr/>
                    <a:lstStyle/>
                    <a:p>
                      <a:pPr indent="0" lvl="0" marL="0" rtl="0" algn="l">
                        <a:spcBef>
                          <a:spcPts val="0"/>
                        </a:spcBef>
                        <a:spcAft>
                          <a:spcPts val="0"/>
                        </a:spcAft>
                        <a:buNone/>
                      </a:pPr>
                      <a:r>
                        <a:rPr sz="1500" b="1">
                          <a:solidFill>
                            <a:srgbClr val="FFFFFF"/>
                          </a:solidFill>
                          <a:latin typeface="Inter SemiBold"/>
                        </a:rP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gridSpan="6">
                  <a:txBody>
                    <a:bodyPr/>
                    <a:lstStyle/>
                    <a:p>
                      <a:pPr indent="0" lvl="0" marL="0" rtl="0" algn="ctr">
                        <a:spcBef>
                          <a:spcPts val="0"/>
                        </a:spcBef>
                        <a:spcAft>
                          <a:spcPts val="0"/>
                        </a:spcAft>
                        <a:buNone/>
                      </a:pPr>
                      <a:r>
                        <a:rPr b="1" lang="en-US" sz="1500">
                          <a:solidFill>
                            <a:srgbClr val="FFFFFF"/>
                          </a:solidFill>
                          <a:latin typeface="Inter SemiBold"/>
                          <a:ea typeface="Inter"/>
                          <a:cs typeface="Inter"/>
                          <a:sym typeface="Inter"/>
                        </a:rPr>
                        <a:t>IMPACTO</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hMerge="1">
                  <a:txBody>
                    <a:bodyPr/>
                    <a:p/>
                  </a:txBody>
                </a:tc>
                <a:tc hMerge="1">
                  <a:txBody>
                    <a:bodyPr/>
                    <a:p/>
                  </a:txBody>
                </a:tc>
                <a:tc hMerge="1">
                  <a:txBody>
                    <a:bodyPr/>
                    <a:p/>
                  </a:txBody>
                </a:tc>
                <a:tc hMerge="1">
                  <a:txBody>
                    <a:bodyPr/>
                    <a:p/>
                  </a:txBody>
                </a:tc>
                <a:tc hMerge="1">
                  <a:txBody>
                    <a:bodyPr/>
                    <a:p/>
                  </a:txBody>
                </a:tc>
              </a:tr>
              <a:tr h="564275">
                <a:tc rowSpan="6">
                  <a:txBody>
                    <a:bodyPr/>
                    <a:lstStyle/>
                    <a:p>
                      <a:pPr indent="0" lvl="0" marL="0" rtl="0" algn="ctr">
                        <a:spcBef>
                          <a:spcPts val="0"/>
                        </a:spcBef>
                        <a:spcAft>
                          <a:spcPts val="0"/>
                        </a:spcAft>
                        <a:buNone/>
                      </a:pPr>
                      <a:r>
                        <a:rPr b="1" lang="en-US" sz="1500">
                          <a:solidFill>
                            <a:srgbClr val="FFFFFF"/>
                          </a:solidFill>
                          <a:latin typeface="Inter SemiBold"/>
                          <a:ea typeface="Inter"/>
                          <a:cs typeface="Inter"/>
                          <a:sym typeface="Inter"/>
                        </a:rPr>
                        <a:t>PROBABILIDAD</a:t>
                      </a:r>
                      <a:endParaRPr b="1" sz="18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rPr sz="1500" b="1">
                          <a:solidFill>
                            <a:srgbClr val="FFFFFF"/>
                          </a:solidFill>
                          <a:latin typeface="Inter SemiBold"/>
                        </a:rP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BAJO</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BAJO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MEDIO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r>
              <a:tr h="1175775">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MEDIA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R-002, R-019, R-020, R-027, R-031, R-033, R-036, R-037, R-039, R-040</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BD5BA"/>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R-001, R-003, R-004, R-007, R-017, R-018, R-021, R-022, R-024, R-025, R-026, R-029, R-030, R-035, R-038, R-042, R-045</a:t>
                      </a:r>
                      <a:endParaRPr b="1" sz="16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9A5E"/>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b="1" lang="en-US" sz="1400">
                          <a:solidFill>
                            <a:srgbClr val="FFFFFF"/>
                          </a:solidFill>
                          <a:latin typeface="Inter SemiBold"/>
                        </a:rPr>
                        <a:t>R-012, R-015</a:t>
                      </a:r>
                      <a:endParaRPr b="1" sz="1500">
                        <a:solidFill>
                          <a:srgbClr val="FFFFFF"/>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R-044</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DEBDD"/>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R-008, R-009, R-010, R-023, R-028, R-032, R-034, R-041, R-043</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BD5BA"/>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R-005, R-006, R-011, R-013, R-014, R-016</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9A5E"/>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bl>
          </a:graphicData>
        </a:graphic>
      </p:graphicFrame>
      <p:sp>
        <p:nvSpPr>
          <p:cNvPr id="1831"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p:transition spd="med">
    <p:push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Google Shape;1835;hc7cc306779174be_4_255"/>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Google Shape;1880;hc7cc306779174be_4_489"/>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p:transition spd="med">
    <p:push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Google Shape;1925;p31"/>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Google Shape;1974;hc7cc306779174be_4_957"/>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p:transition spd="med">
    <p:push dir="l"/>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Google Shape;2018;hc7cc306779174be_4_1072"/>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2"/>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3"/>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4"/>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2"/>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3"/>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4"/>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4"/>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5"/>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6"/>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7"/>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reloj"/>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p:transition spd="med" advTm="1500">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4"/>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5"/>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6"/>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7"/>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8"/>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9"/>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10"/>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11"/>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reloj"/>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