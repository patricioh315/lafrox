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charts/chart1.xml" ContentType="application/vnd.openxmlformats-officedocument.drawingml.chart+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 id="2147483660" r:id="rId2"/>
    <p:sldMasterId id="2147483672" r:id="rId3"/>
  </p:sldMasterIdLst>
  <p:notesMasterIdLst>
    <p:notesMasterId r:id="rId56"/>
  </p:notesMasterIdLst>
  <p:sldIdLst>
    <p:sldId id="256" r:id="rId4"/>
    <p:sldId id="300"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86" r:id="rId21"/>
    <p:sldId id="287" r:id="rId22"/>
    <p:sldId id="288" r:id="rId23"/>
    <p:sldId id="274" r:id="rId24"/>
    <p:sldId id="275" r:id="rId25"/>
    <p:sldId id="276" r:id="rId26"/>
    <p:sldId id="277" r:id="rId27"/>
    <p:sldId id="278" r:id="rId28"/>
    <p:sldId id="279" r:id="rId29"/>
    <p:sldId id="280" r:id="rId30"/>
    <p:sldId id="281" r:id="rId31"/>
    <p:sldId id="282" r:id="rId32"/>
    <p:sldId id="283" r:id="rId33"/>
    <p:sldId id="284" r:id="rId34"/>
    <p:sldId id="285" r:id="rId35"/>
    <p:sldId id="289" r:id="rId36"/>
    <p:sldId id="294" r:id="rId37"/>
    <p:sldId id="295" r:id="rId38"/>
    <p:sldId id="296" r:id="rId39"/>
    <p:sldId id="297" r:id="rId40"/>
    <p:sldId id="298" r:id="rId41"/>
    <p:sldId id="291" r:id="rId42"/>
    <p:sldId id="290" r:id="rId43"/>
    <p:sldId id="303" r:id="rId44"/>
    <p:sldId id="304" r:id="rId45"/>
    <p:sldId id="305" r:id="rId46"/>
    <p:sldId id="306" r:id="rId47"/>
    <p:sldId id="307" r:id="rId48"/>
    <p:sldId id="308" r:id="rId49"/>
    <p:sldId id="309" r:id="rId50"/>
    <p:sldId id="292" r:id="rId51"/>
    <p:sldId id="293" r:id="rId52"/>
    <p:sldId id="299" r:id="rId53"/>
    <p:sldId id="301" r:id="rId54"/>
    <p:sldId id="302" r:id="rId55"/>
  </p:sldIdLst>
  <p:sldSz cx="18288000" cy="10287000"/>
  <p:notesSz cx="6858000" cy="9144000"/>
  <p:embeddedFontLst>
    <p:embeddedFont>
      <p:font typeface="Inter" panose="020B0604020202020204" charset="0"/>
      <p:regular r:id="rId57"/>
      <p:bold r:id="rId58"/>
      <p:italic r:id="rId59"/>
      <p:boldItalic r:id="rId60"/>
    </p:embeddedFont>
    <p:embeddedFont>
      <p:font typeface="Inter Light" panose="020B0604020202020204" charset="0"/>
      <p:regular r:id="rId61"/>
      <p:bold r:id="rId62"/>
      <p:italic r:id="rId63"/>
      <p:boldItalic r:id="rId64"/>
    </p:embeddedFont>
    <p:embeddedFont>
      <p:font typeface="Inter SemiBold" panose="020B0604020202020204" charset="0"/>
      <p:regular r:id="rId65"/>
      <p:bold r:id="rId66"/>
      <p:italic r:id="rId67"/>
      <p:boldItalic r:id="rId68"/>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r:id="rId70" roundtripDataSignature="AMtx7mjMn/eJYygyYAIOBg2whbyUSmlgW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00000000-0000-0000-0000-000000000000}" v="49" dt="2026-10-20T23:38:32.892"/>
    <p1510:client id="{09D02B70-182A-7A0A-56DE-9E4175509914}" v="91" dt="2026-10-21T00:05:56.530"/>
    <p1510:client id="{3AE63D20-A9F5-5E5D-053C-132AC028C5F5}" v="4" dt="2026-10-21T00:34:02.467"/>
    <p1510:client id="{4DC9CC42-96D1-0F39-9CCE-B2860139B7D5}" v="99" dt="2026-10-20T22:38:54.804"/>
    <p1510:client id="{5B1773B1-B5EB-4255-A691-4E8544E67803}" v="295" dt="2026-10-21T01:15:34.265"/>
    <p1510:client id="{6E77489C-9C97-D8B2-E502-9AD454A1A150}" v="183" dt="2026-10-21T01:26:52.020"/>
    <p1510:client id="{E66A248C-3EB0-2D62-97BD-B389C63C57A7}" v="1" dt="2026-10-20T22:33:34.384"/>
  </p1510:revLst>
</p1510:revInfo>
</file>

<file path=ppt/tableStyles.xml><?xml version="1.0" encoding="utf-8"?>
<a:tblStyleLst xmlns:a="http://schemas.openxmlformats.org/drawingml/2006/main" def="{C4A5C758-D4A7-4D3F-9BCE-32F5856BC382}">
  <a:tblStyle styleId="{C4A5C758-D4A7-4D3F-9BCE-32F5856BC382}"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51" d="100"/>
          <a:sy n="51" d="100"/>
        </p:scale>
        <p:origin x="898" y="43"/>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slide" Target="slides/slide44.xml"/><Relationship Id="rId63" Type="http://schemas.openxmlformats.org/officeDocument/2006/relationships/font" Target="fonts/font7.fntdata"/><Relationship Id="rId68" Type="http://schemas.openxmlformats.org/officeDocument/2006/relationships/font" Target="fonts/font12.fntdata"/><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slide" Target="slides/slide50.xml"/><Relationship Id="rId58" Type="http://schemas.openxmlformats.org/officeDocument/2006/relationships/font" Target="fonts/font2.fntdata"/><Relationship Id="rId66" Type="http://schemas.openxmlformats.org/officeDocument/2006/relationships/font" Target="fonts/font10.fntdata"/><Relationship Id="rId74" Type="http://schemas.openxmlformats.org/officeDocument/2006/relationships/tableStyles" Target="tableStyles.xml"/><Relationship Id="rId5" Type="http://schemas.openxmlformats.org/officeDocument/2006/relationships/slide" Target="slides/slide2.xml"/><Relationship Id="rId61" Type="http://schemas.openxmlformats.org/officeDocument/2006/relationships/font" Target="fonts/font5.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notesMaster" Target="notesMasters/notesMaster1.xml"/><Relationship Id="rId64" Type="http://schemas.openxmlformats.org/officeDocument/2006/relationships/font" Target="fonts/font8.fntdata"/><Relationship Id="rId8" Type="http://schemas.openxmlformats.org/officeDocument/2006/relationships/slide" Target="slides/slide5.xml"/><Relationship Id="rId51" Type="http://schemas.openxmlformats.org/officeDocument/2006/relationships/slide" Target="slides/slide48.xml"/><Relationship Id="rId72" Type="http://schemas.openxmlformats.org/officeDocument/2006/relationships/viewProps" Target="viewProps.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59" Type="http://schemas.openxmlformats.org/officeDocument/2006/relationships/font" Target="fonts/font3.fntdata"/><Relationship Id="rId67" Type="http://schemas.openxmlformats.org/officeDocument/2006/relationships/font" Target="fonts/font11.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slide" Target="slides/slide51.xml"/><Relationship Id="rId62" Type="http://schemas.openxmlformats.org/officeDocument/2006/relationships/font" Target="fonts/font6.fntdata"/><Relationship Id="rId70" Type="http://customschemas.google.com/relationships/presentationmetadata" Target="metadata"/><Relationship Id="rId75"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 Id="rId57" Type="http://schemas.openxmlformats.org/officeDocument/2006/relationships/font" Target="fonts/font1.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slide" Target="slides/slide49.xml"/><Relationship Id="rId60" Type="http://schemas.openxmlformats.org/officeDocument/2006/relationships/font" Target="fonts/font4.fntdata"/><Relationship Id="rId65" Type="http://schemas.openxmlformats.org/officeDocument/2006/relationships/font" Target="fonts/font9.fntdata"/><Relationship Id="rId73" Type="http://schemas.openxmlformats.org/officeDocument/2006/relationships/theme" Target="theme/theme1.xml"/><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slide" Target="slides/slide47.xml"/><Relationship Id="rId55" Type="http://schemas.openxmlformats.org/officeDocument/2006/relationships/slide" Target="slides/slide52.xml"/><Relationship Id="rId76" Type="http://schemas.microsoft.com/office/2015/10/relationships/revisionInfo" Target="revisionInfo.xml"/><Relationship Id="rId7" Type="http://schemas.openxmlformats.org/officeDocument/2006/relationships/slide" Target="slides/slide4.xml"/><Relationship Id="rId71"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Aravena" userId="S::alex.aravena.p@mail.pucv.cl::3d3c6775-e7a1-4e1c-b64b-c38162922a1a" providerId="AD" clId="Web-{00000000-0000-0000-0000-000000000000}"/>
    <pc:docChg chg="delSld modSld sldOrd">
      <pc:chgData name="Alex Aravena" userId="S::alex.aravena.p@mail.pucv.cl::3d3c6775-e7a1-4e1c-b64b-c38162922a1a" providerId="AD" clId="Web-{00000000-0000-0000-0000-000000000000}" dt="2026-10-20T23:38:32.892" v="213" actId="14100"/>
      <pc:docMkLst>
        <pc:docMk/>
      </pc:docMkLst>
      <pc:sldChg chg="addSp delSp modSp ord">
        <pc:chgData name="Alex Aravena" userId="S::alex.aravena.p@mail.pucv.cl::3d3c6775-e7a1-4e1c-b64b-c38162922a1a" providerId="AD" clId="Web-{00000000-0000-0000-0000-000000000000}" dt="2026-10-20T23:38:12.610" v="210"/>
        <pc:sldMkLst>
          <pc:docMk/>
          <pc:sldMk cId="0" sldId="261"/>
        </pc:sldMkLst>
        <pc:spChg chg="del">
          <ac:chgData name="Alex Aravena" userId="S::alex.aravena.p@mail.pucv.cl::3d3c6775-e7a1-4e1c-b64b-c38162922a1a" providerId="AD" clId="Web-{00000000-0000-0000-0000-000000000000}" dt="2026-10-20T23:38:12.610" v="210"/>
          <ac:spMkLst>
            <pc:docMk/>
            <pc:sldMk cId="0" sldId="261"/>
            <ac:spMk id="3" creationId="{C321038A-144F-D274-7365-0E51AD4DA502}"/>
          </ac:spMkLst>
        </pc:spChg>
        <pc:spChg chg="add del">
          <ac:chgData name="Alex Aravena" userId="S::alex.aravena.p@mail.pucv.cl::3d3c6775-e7a1-4e1c-b64b-c38162922a1a" providerId="AD" clId="Web-{00000000-0000-0000-0000-000000000000}" dt="2026-10-20T23:36:20.715" v="112"/>
          <ac:spMkLst>
            <pc:docMk/>
            <pc:sldMk cId="0" sldId="261"/>
            <ac:spMk id="371" creationId="{00000000-0000-0000-0000-000000000000}"/>
          </ac:spMkLst>
        </pc:spChg>
        <pc:spChg chg="add del mod">
          <ac:chgData name="Alex Aravena" userId="S::alex.aravena.p@mail.pucv.cl::3d3c6775-e7a1-4e1c-b64b-c38162922a1a" providerId="AD" clId="Web-{00000000-0000-0000-0000-000000000000}" dt="2026-10-20T23:36:20.715" v="113"/>
          <ac:spMkLst>
            <pc:docMk/>
            <pc:sldMk cId="0" sldId="261"/>
            <ac:spMk id="372" creationId="{00000000-0000-0000-0000-000000000000}"/>
          </ac:spMkLst>
        </pc:spChg>
        <pc:spChg chg="add del">
          <ac:chgData name="Alex Aravena" userId="S::alex.aravena.p@mail.pucv.cl::3d3c6775-e7a1-4e1c-b64b-c38162922a1a" providerId="AD" clId="Web-{00000000-0000-0000-0000-000000000000}" dt="2026-10-20T23:36:20.715" v="114"/>
          <ac:spMkLst>
            <pc:docMk/>
            <pc:sldMk cId="0" sldId="261"/>
            <ac:spMk id="373" creationId="{00000000-0000-0000-0000-000000000000}"/>
          </ac:spMkLst>
        </pc:spChg>
        <pc:spChg chg="add del">
          <ac:chgData name="Alex Aravena" userId="S::alex.aravena.p@mail.pucv.cl::3d3c6775-e7a1-4e1c-b64b-c38162922a1a" providerId="AD" clId="Web-{00000000-0000-0000-0000-000000000000}" dt="2026-10-20T23:36:20.715" v="115"/>
          <ac:spMkLst>
            <pc:docMk/>
            <pc:sldMk cId="0" sldId="261"/>
            <ac:spMk id="374" creationId="{00000000-0000-0000-0000-000000000000}"/>
          </ac:spMkLst>
        </pc:spChg>
        <pc:spChg chg="add del">
          <ac:chgData name="Alex Aravena" userId="S::alex.aravena.p@mail.pucv.cl::3d3c6775-e7a1-4e1c-b64b-c38162922a1a" providerId="AD" clId="Web-{00000000-0000-0000-0000-000000000000}" dt="2026-10-20T23:36:20.715" v="116"/>
          <ac:spMkLst>
            <pc:docMk/>
            <pc:sldMk cId="0" sldId="261"/>
            <ac:spMk id="375" creationId="{00000000-0000-0000-0000-000000000000}"/>
          </ac:spMkLst>
        </pc:spChg>
        <pc:spChg chg="add del">
          <ac:chgData name="Alex Aravena" userId="S::alex.aravena.p@mail.pucv.cl::3d3c6775-e7a1-4e1c-b64b-c38162922a1a" providerId="AD" clId="Web-{00000000-0000-0000-0000-000000000000}" dt="2026-10-20T23:36:20.715" v="117"/>
          <ac:spMkLst>
            <pc:docMk/>
            <pc:sldMk cId="0" sldId="261"/>
            <ac:spMk id="376" creationId="{00000000-0000-0000-0000-000000000000}"/>
          </ac:spMkLst>
        </pc:spChg>
        <pc:spChg chg="add del">
          <ac:chgData name="Alex Aravena" userId="S::alex.aravena.p@mail.pucv.cl::3d3c6775-e7a1-4e1c-b64b-c38162922a1a" providerId="AD" clId="Web-{00000000-0000-0000-0000-000000000000}" dt="2026-10-20T23:36:20.715" v="118"/>
          <ac:spMkLst>
            <pc:docMk/>
            <pc:sldMk cId="0" sldId="261"/>
            <ac:spMk id="377" creationId="{00000000-0000-0000-0000-000000000000}"/>
          </ac:spMkLst>
        </pc:spChg>
        <pc:spChg chg="add del">
          <ac:chgData name="Alex Aravena" userId="S::alex.aravena.p@mail.pucv.cl::3d3c6775-e7a1-4e1c-b64b-c38162922a1a" providerId="AD" clId="Web-{00000000-0000-0000-0000-000000000000}" dt="2026-10-20T23:36:20.715" v="119"/>
          <ac:spMkLst>
            <pc:docMk/>
            <pc:sldMk cId="0" sldId="261"/>
            <ac:spMk id="378" creationId="{00000000-0000-0000-0000-000000000000}"/>
          </ac:spMkLst>
        </pc:spChg>
        <pc:spChg chg="add del">
          <ac:chgData name="Alex Aravena" userId="S::alex.aravena.p@mail.pucv.cl::3d3c6775-e7a1-4e1c-b64b-c38162922a1a" providerId="AD" clId="Web-{00000000-0000-0000-0000-000000000000}" dt="2026-10-20T23:36:20.715" v="120"/>
          <ac:spMkLst>
            <pc:docMk/>
            <pc:sldMk cId="0" sldId="261"/>
            <ac:spMk id="379" creationId="{00000000-0000-0000-0000-000000000000}"/>
          </ac:spMkLst>
        </pc:spChg>
        <pc:spChg chg="add del">
          <ac:chgData name="Alex Aravena" userId="S::alex.aravena.p@mail.pucv.cl::3d3c6775-e7a1-4e1c-b64b-c38162922a1a" providerId="AD" clId="Web-{00000000-0000-0000-0000-000000000000}" dt="2026-10-20T23:36:20.715" v="121"/>
          <ac:spMkLst>
            <pc:docMk/>
            <pc:sldMk cId="0" sldId="261"/>
            <ac:spMk id="380" creationId="{00000000-0000-0000-0000-000000000000}"/>
          </ac:spMkLst>
        </pc:spChg>
        <pc:spChg chg="add del">
          <ac:chgData name="Alex Aravena" userId="S::alex.aravena.p@mail.pucv.cl::3d3c6775-e7a1-4e1c-b64b-c38162922a1a" providerId="AD" clId="Web-{00000000-0000-0000-0000-000000000000}" dt="2026-10-20T23:36:20.715" v="122"/>
          <ac:spMkLst>
            <pc:docMk/>
            <pc:sldMk cId="0" sldId="261"/>
            <ac:spMk id="381" creationId="{00000000-0000-0000-0000-000000000000}"/>
          </ac:spMkLst>
        </pc:spChg>
        <pc:spChg chg="add del">
          <ac:chgData name="Alex Aravena" userId="S::alex.aravena.p@mail.pucv.cl::3d3c6775-e7a1-4e1c-b64b-c38162922a1a" providerId="AD" clId="Web-{00000000-0000-0000-0000-000000000000}" dt="2026-10-20T23:36:20.715" v="123"/>
          <ac:spMkLst>
            <pc:docMk/>
            <pc:sldMk cId="0" sldId="261"/>
            <ac:spMk id="382" creationId="{00000000-0000-0000-0000-000000000000}"/>
          </ac:spMkLst>
        </pc:spChg>
        <pc:spChg chg="add del">
          <ac:chgData name="Alex Aravena" userId="S::alex.aravena.p@mail.pucv.cl::3d3c6775-e7a1-4e1c-b64b-c38162922a1a" providerId="AD" clId="Web-{00000000-0000-0000-0000-000000000000}" dt="2026-10-20T23:36:20.715" v="124"/>
          <ac:spMkLst>
            <pc:docMk/>
            <pc:sldMk cId="0" sldId="261"/>
            <ac:spMk id="383" creationId="{00000000-0000-0000-0000-000000000000}"/>
          </ac:spMkLst>
        </pc:spChg>
        <pc:spChg chg="add del">
          <ac:chgData name="Alex Aravena" userId="S::alex.aravena.p@mail.pucv.cl::3d3c6775-e7a1-4e1c-b64b-c38162922a1a" providerId="AD" clId="Web-{00000000-0000-0000-0000-000000000000}" dt="2026-10-20T23:36:20.715" v="125"/>
          <ac:spMkLst>
            <pc:docMk/>
            <pc:sldMk cId="0" sldId="261"/>
            <ac:spMk id="384" creationId="{00000000-0000-0000-0000-000000000000}"/>
          </ac:spMkLst>
        </pc:spChg>
        <pc:spChg chg="add del">
          <ac:chgData name="Alex Aravena" userId="S::alex.aravena.p@mail.pucv.cl::3d3c6775-e7a1-4e1c-b64b-c38162922a1a" providerId="AD" clId="Web-{00000000-0000-0000-0000-000000000000}" dt="2026-10-20T23:36:20.715" v="126"/>
          <ac:spMkLst>
            <pc:docMk/>
            <pc:sldMk cId="0" sldId="261"/>
            <ac:spMk id="385" creationId="{00000000-0000-0000-0000-000000000000}"/>
          </ac:spMkLst>
        </pc:spChg>
        <pc:spChg chg="add del">
          <ac:chgData name="Alex Aravena" userId="S::alex.aravena.p@mail.pucv.cl::3d3c6775-e7a1-4e1c-b64b-c38162922a1a" providerId="AD" clId="Web-{00000000-0000-0000-0000-000000000000}" dt="2026-10-20T23:36:20.715" v="128"/>
          <ac:spMkLst>
            <pc:docMk/>
            <pc:sldMk cId="0" sldId="261"/>
            <ac:spMk id="387" creationId="{00000000-0000-0000-0000-000000000000}"/>
          </ac:spMkLst>
        </pc:spChg>
        <pc:spChg chg="add del">
          <ac:chgData name="Alex Aravena" userId="S::alex.aravena.p@mail.pucv.cl::3d3c6775-e7a1-4e1c-b64b-c38162922a1a" providerId="AD" clId="Web-{00000000-0000-0000-0000-000000000000}" dt="2026-10-20T23:36:20.715" v="129"/>
          <ac:spMkLst>
            <pc:docMk/>
            <pc:sldMk cId="0" sldId="261"/>
            <ac:spMk id="388" creationId="{00000000-0000-0000-0000-000000000000}"/>
          </ac:spMkLst>
        </pc:spChg>
        <pc:spChg chg="add del">
          <ac:chgData name="Alex Aravena" userId="S::alex.aravena.p@mail.pucv.cl::3d3c6775-e7a1-4e1c-b64b-c38162922a1a" providerId="AD" clId="Web-{00000000-0000-0000-0000-000000000000}" dt="2026-10-20T23:36:20.715" v="130"/>
          <ac:spMkLst>
            <pc:docMk/>
            <pc:sldMk cId="0" sldId="261"/>
            <ac:spMk id="389" creationId="{00000000-0000-0000-0000-000000000000}"/>
          </ac:spMkLst>
        </pc:spChg>
        <pc:spChg chg="add del">
          <ac:chgData name="Alex Aravena" userId="S::alex.aravena.p@mail.pucv.cl::3d3c6775-e7a1-4e1c-b64b-c38162922a1a" providerId="AD" clId="Web-{00000000-0000-0000-0000-000000000000}" dt="2026-10-20T23:36:20.715" v="131"/>
          <ac:spMkLst>
            <pc:docMk/>
            <pc:sldMk cId="0" sldId="261"/>
            <ac:spMk id="390" creationId="{00000000-0000-0000-0000-000000000000}"/>
          </ac:spMkLst>
        </pc:spChg>
        <pc:spChg chg="add del">
          <ac:chgData name="Alex Aravena" userId="S::alex.aravena.p@mail.pucv.cl::3d3c6775-e7a1-4e1c-b64b-c38162922a1a" providerId="AD" clId="Web-{00000000-0000-0000-0000-000000000000}" dt="2026-10-20T23:36:20.715" v="132"/>
          <ac:spMkLst>
            <pc:docMk/>
            <pc:sldMk cId="0" sldId="261"/>
            <ac:spMk id="391" creationId="{00000000-0000-0000-0000-000000000000}"/>
          </ac:spMkLst>
        </pc:spChg>
        <pc:spChg chg="add del">
          <ac:chgData name="Alex Aravena" userId="S::alex.aravena.p@mail.pucv.cl::3d3c6775-e7a1-4e1c-b64b-c38162922a1a" providerId="AD" clId="Web-{00000000-0000-0000-0000-000000000000}" dt="2026-10-20T23:36:20.715" v="133"/>
          <ac:spMkLst>
            <pc:docMk/>
            <pc:sldMk cId="0" sldId="261"/>
            <ac:spMk id="392" creationId="{00000000-0000-0000-0000-000000000000}"/>
          </ac:spMkLst>
        </pc:spChg>
        <pc:spChg chg="add del">
          <ac:chgData name="Alex Aravena" userId="S::alex.aravena.p@mail.pucv.cl::3d3c6775-e7a1-4e1c-b64b-c38162922a1a" providerId="AD" clId="Web-{00000000-0000-0000-0000-000000000000}" dt="2026-10-20T23:36:20.715" v="134"/>
          <ac:spMkLst>
            <pc:docMk/>
            <pc:sldMk cId="0" sldId="261"/>
            <ac:spMk id="393" creationId="{00000000-0000-0000-0000-000000000000}"/>
          </ac:spMkLst>
        </pc:spChg>
        <pc:spChg chg="add del">
          <ac:chgData name="Alex Aravena" userId="S::alex.aravena.p@mail.pucv.cl::3d3c6775-e7a1-4e1c-b64b-c38162922a1a" providerId="AD" clId="Web-{00000000-0000-0000-0000-000000000000}" dt="2026-10-20T23:36:20.715" v="135"/>
          <ac:spMkLst>
            <pc:docMk/>
            <pc:sldMk cId="0" sldId="261"/>
            <ac:spMk id="394" creationId="{00000000-0000-0000-0000-000000000000}"/>
          </ac:spMkLst>
        </pc:spChg>
        <pc:spChg chg="add del">
          <ac:chgData name="Alex Aravena" userId="S::alex.aravena.p@mail.pucv.cl::3d3c6775-e7a1-4e1c-b64b-c38162922a1a" providerId="AD" clId="Web-{00000000-0000-0000-0000-000000000000}" dt="2026-10-20T23:36:20.715" v="136"/>
          <ac:spMkLst>
            <pc:docMk/>
            <pc:sldMk cId="0" sldId="261"/>
            <ac:spMk id="395" creationId="{00000000-0000-0000-0000-000000000000}"/>
          </ac:spMkLst>
        </pc:spChg>
        <pc:spChg chg="add del">
          <ac:chgData name="Alex Aravena" userId="S::alex.aravena.p@mail.pucv.cl::3d3c6775-e7a1-4e1c-b64b-c38162922a1a" providerId="AD" clId="Web-{00000000-0000-0000-0000-000000000000}" dt="2026-10-20T23:36:20.715" v="137"/>
          <ac:spMkLst>
            <pc:docMk/>
            <pc:sldMk cId="0" sldId="261"/>
            <ac:spMk id="396" creationId="{00000000-0000-0000-0000-000000000000}"/>
          </ac:spMkLst>
        </pc:spChg>
        <pc:spChg chg="add del">
          <ac:chgData name="Alex Aravena" userId="S::alex.aravena.p@mail.pucv.cl::3d3c6775-e7a1-4e1c-b64b-c38162922a1a" providerId="AD" clId="Web-{00000000-0000-0000-0000-000000000000}" dt="2026-10-20T23:36:20.715" v="138"/>
          <ac:spMkLst>
            <pc:docMk/>
            <pc:sldMk cId="0" sldId="261"/>
            <ac:spMk id="397" creationId="{00000000-0000-0000-0000-000000000000}"/>
          </ac:spMkLst>
        </pc:spChg>
        <pc:spChg chg="add del">
          <ac:chgData name="Alex Aravena" userId="S::alex.aravena.p@mail.pucv.cl::3d3c6775-e7a1-4e1c-b64b-c38162922a1a" providerId="AD" clId="Web-{00000000-0000-0000-0000-000000000000}" dt="2026-10-20T23:36:20.715" v="139"/>
          <ac:spMkLst>
            <pc:docMk/>
            <pc:sldMk cId="0" sldId="261"/>
            <ac:spMk id="398" creationId="{00000000-0000-0000-0000-000000000000}"/>
          </ac:spMkLst>
        </pc:spChg>
        <pc:spChg chg="add del">
          <ac:chgData name="Alex Aravena" userId="S::alex.aravena.p@mail.pucv.cl::3d3c6775-e7a1-4e1c-b64b-c38162922a1a" providerId="AD" clId="Web-{00000000-0000-0000-0000-000000000000}" dt="2026-10-20T23:36:20.715" v="140"/>
          <ac:spMkLst>
            <pc:docMk/>
            <pc:sldMk cId="0" sldId="261"/>
            <ac:spMk id="399" creationId="{00000000-0000-0000-0000-000000000000}"/>
          </ac:spMkLst>
        </pc:spChg>
        <pc:spChg chg="add del">
          <ac:chgData name="Alex Aravena" userId="S::alex.aravena.p@mail.pucv.cl::3d3c6775-e7a1-4e1c-b64b-c38162922a1a" providerId="AD" clId="Web-{00000000-0000-0000-0000-000000000000}" dt="2026-10-20T23:36:20.715" v="141"/>
          <ac:spMkLst>
            <pc:docMk/>
            <pc:sldMk cId="0" sldId="261"/>
            <ac:spMk id="400" creationId="{00000000-0000-0000-0000-000000000000}"/>
          </ac:spMkLst>
        </pc:spChg>
        <pc:spChg chg="add del">
          <ac:chgData name="Alex Aravena" userId="S::alex.aravena.p@mail.pucv.cl::3d3c6775-e7a1-4e1c-b64b-c38162922a1a" providerId="AD" clId="Web-{00000000-0000-0000-0000-000000000000}" dt="2026-10-20T23:36:20.715" v="142"/>
          <ac:spMkLst>
            <pc:docMk/>
            <pc:sldMk cId="0" sldId="261"/>
            <ac:spMk id="401" creationId="{00000000-0000-0000-0000-000000000000}"/>
          </ac:spMkLst>
        </pc:spChg>
        <pc:spChg chg="add del">
          <ac:chgData name="Alex Aravena" userId="S::alex.aravena.p@mail.pucv.cl::3d3c6775-e7a1-4e1c-b64b-c38162922a1a" providerId="AD" clId="Web-{00000000-0000-0000-0000-000000000000}" dt="2026-10-20T23:36:20.715" v="143"/>
          <ac:spMkLst>
            <pc:docMk/>
            <pc:sldMk cId="0" sldId="261"/>
            <ac:spMk id="402" creationId="{00000000-0000-0000-0000-000000000000}"/>
          </ac:spMkLst>
        </pc:spChg>
        <pc:spChg chg="add del">
          <ac:chgData name="Alex Aravena" userId="S::alex.aravena.p@mail.pucv.cl::3d3c6775-e7a1-4e1c-b64b-c38162922a1a" providerId="AD" clId="Web-{00000000-0000-0000-0000-000000000000}" dt="2026-10-20T23:36:20.715" v="144"/>
          <ac:spMkLst>
            <pc:docMk/>
            <pc:sldMk cId="0" sldId="261"/>
            <ac:spMk id="403" creationId="{00000000-0000-0000-0000-000000000000}"/>
          </ac:spMkLst>
        </pc:spChg>
        <pc:spChg chg="add del">
          <ac:chgData name="Alex Aravena" userId="S::alex.aravena.p@mail.pucv.cl::3d3c6775-e7a1-4e1c-b64b-c38162922a1a" providerId="AD" clId="Web-{00000000-0000-0000-0000-000000000000}" dt="2026-10-20T23:36:20.730" v="145"/>
          <ac:spMkLst>
            <pc:docMk/>
            <pc:sldMk cId="0" sldId="261"/>
            <ac:spMk id="404" creationId="{00000000-0000-0000-0000-000000000000}"/>
          </ac:spMkLst>
        </pc:spChg>
        <pc:spChg chg="add del">
          <ac:chgData name="Alex Aravena" userId="S::alex.aravena.p@mail.pucv.cl::3d3c6775-e7a1-4e1c-b64b-c38162922a1a" providerId="AD" clId="Web-{00000000-0000-0000-0000-000000000000}" dt="2026-10-20T23:36:20.730" v="146"/>
          <ac:spMkLst>
            <pc:docMk/>
            <pc:sldMk cId="0" sldId="261"/>
            <ac:spMk id="405" creationId="{00000000-0000-0000-0000-000000000000}"/>
          </ac:spMkLst>
        </pc:spChg>
        <pc:spChg chg="add del">
          <ac:chgData name="Alex Aravena" userId="S::alex.aravena.p@mail.pucv.cl::3d3c6775-e7a1-4e1c-b64b-c38162922a1a" providerId="AD" clId="Web-{00000000-0000-0000-0000-000000000000}" dt="2026-10-20T23:36:20.730" v="147"/>
          <ac:spMkLst>
            <pc:docMk/>
            <pc:sldMk cId="0" sldId="261"/>
            <ac:spMk id="406" creationId="{00000000-0000-0000-0000-000000000000}"/>
          </ac:spMkLst>
        </pc:spChg>
        <pc:spChg chg="add del">
          <ac:chgData name="Alex Aravena" userId="S::alex.aravena.p@mail.pucv.cl::3d3c6775-e7a1-4e1c-b64b-c38162922a1a" providerId="AD" clId="Web-{00000000-0000-0000-0000-000000000000}" dt="2026-10-20T23:36:20.730" v="148"/>
          <ac:spMkLst>
            <pc:docMk/>
            <pc:sldMk cId="0" sldId="261"/>
            <ac:spMk id="407" creationId="{00000000-0000-0000-0000-000000000000}"/>
          </ac:spMkLst>
        </pc:spChg>
        <pc:spChg chg="add del">
          <ac:chgData name="Alex Aravena" userId="S::alex.aravena.p@mail.pucv.cl::3d3c6775-e7a1-4e1c-b64b-c38162922a1a" providerId="AD" clId="Web-{00000000-0000-0000-0000-000000000000}" dt="2026-10-20T23:36:20.730" v="149"/>
          <ac:spMkLst>
            <pc:docMk/>
            <pc:sldMk cId="0" sldId="261"/>
            <ac:spMk id="408" creationId="{00000000-0000-0000-0000-000000000000}"/>
          </ac:spMkLst>
        </pc:spChg>
        <pc:spChg chg="add del">
          <ac:chgData name="Alex Aravena" userId="S::alex.aravena.p@mail.pucv.cl::3d3c6775-e7a1-4e1c-b64b-c38162922a1a" providerId="AD" clId="Web-{00000000-0000-0000-0000-000000000000}" dt="2026-10-20T23:36:20.730" v="150"/>
          <ac:spMkLst>
            <pc:docMk/>
            <pc:sldMk cId="0" sldId="261"/>
            <ac:spMk id="409" creationId="{00000000-0000-0000-0000-000000000000}"/>
          </ac:spMkLst>
        </pc:spChg>
        <pc:spChg chg="add del">
          <ac:chgData name="Alex Aravena" userId="S::alex.aravena.p@mail.pucv.cl::3d3c6775-e7a1-4e1c-b64b-c38162922a1a" providerId="AD" clId="Web-{00000000-0000-0000-0000-000000000000}" dt="2026-10-20T23:36:20.730" v="151"/>
          <ac:spMkLst>
            <pc:docMk/>
            <pc:sldMk cId="0" sldId="261"/>
            <ac:spMk id="410" creationId="{00000000-0000-0000-0000-000000000000}"/>
          </ac:spMkLst>
        </pc:spChg>
        <pc:spChg chg="add del">
          <ac:chgData name="Alex Aravena" userId="S::alex.aravena.p@mail.pucv.cl::3d3c6775-e7a1-4e1c-b64b-c38162922a1a" providerId="AD" clId="Web-{00000000-0000-0000-0000-000000000000}" dt="2026-10-20T23:36:20.730" v="152"/>
          <ac:spMkLst>
            <pc:docMk/>
            <pc:sldMk cId="0" sldId="261"/>
            <ac:spMk id="411" creationId="{00000000-0000-0000-0000-000000000000}"/>
          </ac:spMkLst>
        </pc:spChg>
        <pc:spChg chg="add del">
          <ac:chgData name="Alex Aravena" userId="S::alex.aravena.p@mail.pucv.cl::3d3c6775-e7a1-4e1c-b64b-c38162922a1a" providerId="AD" clId="Web-{00000000-0000-0000-0000-000000000000}" dt="2026-10-20T23:36:20.730" v="153"/>
          <ac:spMkLst>
            <pc:docMk/>
            <pc:sldMk cId="0" sldId="261"/>
            <ac:spMk id="412" creationId="{00000000-0000-0000-0000-000000000000}"/>
          </ac:spMkLst>
        </pc:spChg>
        <pc:spChg chg="add del">
          <ac:chgData name="Alex Aravena" userId="S::alex.aravena.p@mail.pucv.cl::3d3c6775-e7a1-4e1c-b64b-c38162922a1a" providerId="AD" clId="Web-{00000000-0000-0000-0000-000000000000}" dt="2026-10-20T23:36:20.730" v="154"/>
          <ac:spMkLst>
            <pc:docMk/>
            <pc:sldMk cId="0" sldId="261"/>
            <ac:spMk id="413" creationId="{00000000-0000-0000-0000-000000000000}"/>
          </ac:spMkLst>
        </pc:spChg>
        <pc:spChg chg="add del">
          <ac:chgData name="Alex Aravena" userId="S::alex.aravena.p@mail.pucv.cl::3d3c6775-e7a1-4e1c-b64b-c38162922a1a" providerId="AD" clId="Web-{00000000-0000-0000-0000-000000000000}" dt="2026-10-20T23:36:20.730" v="155"/>
          <ac:spMkLst>
            <pc:docMk/>
            <pc:sldMk cId="0" sldId="261"/>
            <ac:spMk id="414" creationId="{00000000-0000-0000-0000-000000000000}"/>
          </ac:spMkLst>
        </pc:spChg>
        <pc:spChg chg="add del">
          <ac:chgData name="Alex Aravena" userId="S::alex.aravena.p@mail.pucv.cl::3d3c6775-e7a1-4e1c-b64b-c38162922a1a" providerId="AD" clId="Web-{00000000-0000-0000-0000-000000000000}" dt="2026-10-20T23:36:20.730" v="156"/>
          <ac:spMkLst>
            <pc:docMk/>
            <pc:sldMk cId="0" sldId="261"/>
            <ac:spMk id="415" creationId="{00000000-0000-0000-0000-000000000000}"/>
          </ac:spMkLst>
        </pc:spChg>
        <pc:spChg chg="add del">
          <ac:chgData name="Alex Aravena" userId="S::alex.aravena.p@mail.pucv.cl::3d3c6775-e7a1-4e1c-b64b-c38162922a1a" providerId="AD" clId="Web-{00000000-0000-0000-0000-000000000000}" dt="2026-10-20T23:36:20.730" v="157"/>
          <ac:spMkLst>
            <pc:docMk/>
            <pc:sldMk cId="0" sldId="261"/>
            <ac:spMk id="416" creationId="{00000000-0000-0000-0000-000000000000}"/>
          </ac:spMkLst>
        </pc:spChg>
        <pc:spChg chg="add del">
          <ac:chgData name="Alex Aravena" userId="S::alex.aravena.p@mail.pucv.cl::3d3c6775-e7a1-4e1c-b64b-c38162922a1a" providerId="AD" clId="Web-{00000000-0000-0000-0000-000000000000}" dt="2026-10-20T23:36:20.730" v="158"/>
          <ac:spMkLst>
            <pc:docMk/>
            <pc:sldMk cId="0" sldId="261"/>
            <ac:spMk id="417" creationId="{00000000-0000-0000-0000-000000000000}"/>
          </ac:spMkLst>
        </pc:spChg>
        <pc:spChg chg="add del">
          <ac:chgData name="Alex Aravena" userId="S::alex.aravena.p@mail.pucv.cl::3d3c6775-e7a1-4e1c-b64b-c38162922a1a" providerId="AD" clId="Web-{00000000-0000-0000-0000-000000000000}" dt="2026-10-20T23:36:20.730" v="159"/>
          <ac:spMkLst>
            <pc:docMk/>
            <pc:sldMk cId="0" sldId="261"/>
            <ac:spMk id="418" creationId="{00000000-0000-0000-0000-000000000000}"/>
          </ac:spMkLst>
        </pc:spChg>
        <pc:spChg chg="add del">
          <ac:chgData name="Alex Aravena" userId="S::alex.aravena.p@mail.pucv.cl::3d3c6775-e7a1-4e1c-b64b-c38162922a1a" providerId="AD" clId="Web-{00000000-0000-0000-0000-000000000000}" dt="2026-10-20T23:36:20.730" v="160"/>
          <ac:spMkLst>
            <pc:docMk/>
            <pc:sldMk cId="0" sldId="261"/>
            <ac:spMk id="419" creationId="{00000000-0000-0000-0000-000000000000}"/>
          </ac:spMkLst>
        </pc:spChg>
        <pc:spChg chg="add del">
          <ac:chgData name="Alex Aravena" userId="S::alex.aravena.p@mail.pucv.cl::3d3c6775-e7a1-4e1c-b64b-c38162922a1a" providerId="AD" clId="Web-{00000000-0000-0000-0000-000000000000}" dt="2026-10-20T23:36:20.730" v="161"/>
          <ac:spMkLst>
            <pc:docMk/>
            <pc:sldMk cId="0" sldId="261"/>
            <ac:spMk id="420" creationId="{00000000-0000-0000-0000-000000000000}"/>
          </ac:spMkLst>
        </pc:spChg>
        <pc:spChg chg="add del">
          <ac:chgData name="Alex Aravena" userId="S::alex.aravena.p@mail.pucv.cl::3d3c6775-e7a1-4e1c-b64b-c38162922a1a" providerId="AD" clId="Web-{00000000-0000-0000-0000-000000000000}" dt="2026-10-20T23:36:20.730" v="162"/>
          <ac:spMkLst>
            <pc:docMk/>
            <pc:sldMk cId="0" sldId="261"/>
            <ac:spMk id="421" creationId="{00000000-0000-0000-0000-000000000000}"/>
          </ac:spMkLst>
        </pc:spChg>
        <pc:spChg chg="add del">
          <ac:chgData name="Alex Aravena" userId="S::alex.aravena.p@mail.pucv.cl::3d3c6775-e7a1-4e1c-b64b-c38162922a1a" providerId="AD" clId="Web-{00000000-0000-0000-0000-000000000000}" dt="2026-10-20T23:36:20.730" v="163"/>
          <ac:spMkLst>
            <pc:docMk/>
            <pc:sldMk cId="0" sldId="261"/>
            <ac:spMk id="422" creationId="{00000000-0000-0000-0000-000000000000}"/>
          </ac:spMkLst>
        </pc:spChg>
        <pc:spChg chg="add del">
          <ac:chgData name="Alex Aravena" userId="S::alex.aravena.p@mail.pucv.cl::3d3c6775-e7a1-4e1c-b64b-c38162922a1a" providerId="AD" clId="Web-{00000000-0000-0000-0000-000000000000}" dt="2026-10-20T23:36:20.730" v="164"/>
          <ac:spMkLst>
            <pc:docMk/>
            <pc:sldMk cId="0" sldId="261"/>
            <ac:spMk id="423" creationId="{00000000-0000-0000-0000-000000000000}"/>
          </ac:spMkLst>
        </pc:spChg>
        <pc:spChg chg="add del">
          <ac:chgData name="Alex Aravena" userId="S::alex.aravena.p@mail.pucv.cl::3d3c6775-e7a1-4e1c-b64b-c38162922a1a" providerId="AD" clId="Web-{00000000-0000-0000-0000-000000000000}" dt="2026-10-20T23:36:20.730" v="165"/>
          <ac:spMkLst>
            <pc:docMk/>
            <pc:sldMk cId="0" sldId="261"/>
            <ac:spMk id="424" creationId="{00000000-0000-0000-0000-000000000000}"/>
          </ac:spMkLst>
        </pc:spChg>
        <pc:spChg chg="add del">
          <ac:chgData name="Alex Aravena" userId="S::alex.aravena.p@mail.pucv.cl::3d3c6775-e7a1-4e1c-b64b-c38162922a1a" providerId="AD" clId="Web-{00000000-0000-0000-0000-000000000000}" dt="2026-10-20T23:36:20.730" v="166"/>
          <ac:spMkLst>
            <pc:docMk/>
            <pc:sldMk cId="0" sldId="261"/>
            <ac:spMk id="425" creationId="{00000000-0000-0000-0000-000000000000}"/>
          </ac:spMkLst>
        </pc:spChg>
        <pc:spChg chg="add del">
          <ac:chgData name="Alex Aravena" userId="S::alex.aravena.p@mail.pucv.cl::3d3c6775-e7a1-4e1c-b64b-c38162922a1a" providerId="AD" clId="Web-{00000000-0000-0000-0000-000000000000}" dt="2026-10-20T23:36:20.730" v="167"/>
          <ac:spMkLst>
            <pc:docMk/>
            <pc:sldMk cId="0" sldId="261"/>
            <ac:spMk id="426" creationId="{00000000-0000-0000-0000-000000000000}"/>
          </ac:spMkLst>
        </pc:spChg>
        <pc:spChg chg="add del">
          <ac:chgData name="Alex Aravena" userId="S::alex.aravena.p@mail.pucv.cl::3d3c6775-e7a1-4e1c-b64b-c38162922a1a" providerId="AD" clId="Web-{00000000-0000-0000-0000-000000000000}" dt="2026-10-20T23:36:20.730" v="168"/>
          <ac:spMkLst>
            <pc:docMk/>
            <pc:sldMk cId="0" sldId="261"/>
            <ac:spMk id="427" creationId="{00000000-0000-0000-0000-000000000000}"/>
          </ac:spMkLst>
        </pc:spChg>
        <pc:spChg chg="add del">
          <ac:chgData name="Alex Aravena" userId="S::alex.aravena.p@mail.pucv.cl::3d3c6775-e7a1-4e1c-b64b-c38162922a1a" providerId="AD" clId="Web-{00000000-0000-0000-0000-000000000000}" dt="2026-10-20T23:36:20.730" v="169"/>
          <ac:spMkLst>
            <pc:docMk/>
            <pc:sldMk cId="0" sldId="261"/>
            <ac:spMk id="428" creationId="{00000000-0000-0000-0000-000000000000}"/>
          </ac:spMkLst>
        </pc:spChg>
        <pc:spChg chg="add del">
          <ac:chgData name="Alex Aravena" userId="S::alex.aravena.p@mail.pucv.cl::3d3c6775-e7a1-4e1c-b64b-c38162922a1a" providerId="AD" clId="Web-{00000000-0000-0000-0000-000000000000}" dt="2026-10-20T23:36:20.730" v="170"/>
          <ac:spMkLst>
            <pc:docMk/>
            <pc:sldMk cId="0" sldId="261"/>
            <ac:spMk id="429" creationId="{00000000-0000-0000-0000-000000000000}"/>
          </ac:spMkLst>
        </pc:spChg>
        <pc:spChg chg="add del">
          <ac:chgData name="Alex Aravena" userId="S::alex.aravena.p@mail.pucv.cl::3d3c6775-e7a1-4e1c-b64b-c38162922a1a" providerId="AD" clId="Web-{00000000-0000-0000-0000-000000000000}" dt="2026-10-20T23:36:20.730" v="171"/>
          <ac:spMkLst>
            <pc:docMk/>
            <pc:sldMk cId="0" sldId="261"/>
            <ac:spMk id="430" creationId="{00000000-0000-0000-0000-000000000000}"/>
          </ac:spMkLst>
        </pc:spChg>
        <pc:spChg chg="add del">
          <ac:chgData name="Alex Aravena" userId="S::alex.aravena.p@mail.pucv.cl::3d3c6775-e7a1-4e1c-b64b-c38162922a1a" providerId="AD" clId="Web-{00000000-0000-0000-0000-000000000000}" dt="2026-10-20T23:36:20.730" v="172"/>
          <ac:spMkLst>
            <pc:docMk/>
            <pc:sldMk cId="0" sldId="261"/>
            <ac:spMk id="431" creationId="{00000000-0000-0000-0000-000000000000}"/>
          </ac:spMkLst>
        </pc:spChg>
        <pc:spChg chg="add del">
          <ac:chgData name="Alex Aravena" userId="S::alex.aravena.p@mail.pucv.cl::3d3c6775-e7a1-4e1c-b64b-c38162922a1a" providerId="AD" clId="Web-{00000000-0000-0000-0000-000000000000}" dt="2026-10-20T23:36:20.730" v="173"/>
          <ac:spMkLst>
            <pc:docMk/>
            <pc:sldMk cId="0" sldId="261"/>
            <ac:spMk id="432" creationId="{00000000-0000-0000-0000-000000000000}"/>
          </ac:spMkLst>
        </pc:spChg>
        <pc:spChg chg="add del">
          <ac:chgData name="Alex Aravena" userId="S::alex.aravena.p@mail.pucv.cl::3d3c6775-e7a1-4e1c-b64b-c38162922a1a" providerId="AD" clId="Web-{00000000-0000-0000-0000-000000000000}" dt="2026-10-20T23:36:20.730" v="174"/>
          <ac:spMkLst>
            <pc:docMk/>
            <pc:sldMk cId="0" sldId="261"/>
            <ac:spMk id="433" creationId="{00000000-0000-0000-0000-000000000000}"/>
          </ac:spMkLst>
        </pc:spChg>
        <pc:spChg chg="add del">
          <ac:chgData name="Alex Aravena" userId="S::alex.aravena.p@mail.pucv.cl::3d3c6775-e7a1-4e1c-b64b-c38162922a1a" providerId="AD" clId="Web-{00000000-0000-0000-0000-000000000000}" dt="2026-10-20T23:36:20.730" v="175"/>
          <ac:spMkLst>
            <pc:docMk/>
            <pc:sldMk cId="0" sldId="261"/>
            <ac:spMk id="434" creationId="{00000000-0000-0000-0000-000000000000}"/>
          </ac:spMkLst>
        </pc:spChg>
        <pc:spChg chg="add del">
          <ac:chgData name="Alex Aravena" userId="S::alex.aravena.p@mail.pucv.cl::3d3c6775-e7a1-4e1c-b64b-c38162922a1a" providerId="AD" clId="Web-{00000000-0000-0000-0000-000000000000}" dt="2026-10-20T23:36:20.730" v="176"/>
          <ac:spMkLst>
            <pc:docMk/>
            <pc:sldMk cId="0" sldId="261"/>
            <ac:spMk id="435" creationId="{00000000-0000-0000-0000-000000000000}"/>
          </ac:spMkLst>
        </pc:spChg>
        <pc:spChg chg="add del">
          <ac:chgData name="Alex Aravena" userId="S::alex.aravena.p@mail.pucv.cl::3d3c6775-e7a1-4e1c-b64b-c38162922a1a" providerId="AD" clId="Web-{00000000-0000-0000-0000-000000000000}" dt="2026-10-20T23:36:20.730" v="177"/>
          <ac:spMkLst>
            <pc:docMk/>
            <pc:sldMk cId="0" sldId="261"/>
            <ac:spMk id="436" creationId="{00000000-0000-0000-0000-000000000000}"/>
          </ac:spMkLst>
        </pc:spChg>
        <pc:spChg chg="add del">
          <ac:chgData name="Alex Aravena" userId="S::alex.aravena.p@mail.pucv.cl::3d3c6775-e7a1-4e1c-b64b-c38162922a1a" providerId="AD" clId="Web-{00000000-0000-0000-0000-000000000000}" dt="2026-10-20T23:36:20.730" v="178"/>
          <ac:spMkLst>
            <pc:docMk/>
            <pc:sldMk cId="0" sldId="261"/>
            <ac:spMk id="437" creationId="{00000000-0000-0000-0000-000000000000}"/>
          </ac:spMkLst>
        </pc:spChg>
        <pc:spChg chg="add del">
          <ac:chgData name="Alex Aravena" userId="S::alex.aravena.p@mail.pucv.cl::3d3c6775-e7a1-4e1c-b64b-c38162922a1a" providerId="AD" clId="Web-{00000000-0000-0000-0000-000000000000}" dt="2026-10-20T23:36:20.730" v="179"/>
          <ac:spMkLst>
            <pc:docMk/>
            <pc:sldMk cId="0" sldId="261"/>
            <ac:spMk id="438" creationId="{00000000-0000-0000-0000-000000000000}"/>
          </ac:spMkLst>
        </pc:spChg>
        <pc:spChg chg="add del">
          <ac:chgData name="Alex Aravena" userId="S::alex.aravena.p@mail.pucv.cl::3d3c6775-e7a1-4e1c-b64b-c38162922a1a" providerId="AD" clId="Web-{00000000-0000-0000-0000-000000000000}" dt="2026-10-20T23:36:20.730" v="180"/>
          <ac:spMkLst>
            <pc:docMk/>
            <pc:sldMk cId="0" sldId="261"/>
            <ac:spMk id="439" creationId="{00000000-0000-0000-0000-000000000000}"/>
          </ac:spMkLst>
        </pc:spChg>
        <pc:spChg chg="add del">
          <ac:chgData name="Alex Aravena" userId="S::alex.aravena.p@mail.pucv.cl::3d3c6775-e7a1-4e1c-b64b-c38162922a1a" providerId="AD" clId="Web-{00000000-0000-0000-0000-000000000000}" dt="2026-10-20T23:36:20.730" v="181"/>
          <ac:spMkLst>
            <pc:docMk/>
            <pc:sldMk cId="0" sldId="261"/>
            <ac:spMk id="440" creationId="{00000000-0000-0000-0000-000000000000}"/>
          </ac:spMkLst>
        </pc:spChg>
        <pc:spChg chg="add del">
          <ac:chgData name="Alex Aravena" userId="S::alex.aravena.p@mail.pucv.cl::3d3c6775-e7a1-4e1c-b64b-c38162922a1a" providerId="AD" clId="Web-{00000000-0000-0000-0000-000000000000}" dt="2026-10-20T23:36:20.730" v="182"/>
          <ac:spMkLst>
            <pc:docMk/>
            <pc:sldMk cId="0" sldId="261"/>
            <ac:spMk id="441" creationId="{00000000-0000-0000-0000-000000000000}"/>
          </ac:spMkLst>
        </pc:spChg>
        <pc:spChg chg="add del">
          <ac:chgData name="Alex Aravena" userId="S::alex.aravena.p@mail.pucv.cl::3d3c6775-e7a1-4e1c-b64b-c38162922a1a" providerId="AD" clId="Web-{00000000-0000-0000-0000-000000000000}" dt="2026-10-20T23:36:20.730" v="183"/>
          <ac:spMkLst>
            <pc:docMk/>
            <pc:sldMk cId="0" sldId="261"/>
            <ac:spMk id="442" creationId="{00000000-0000-0000-0000-000000000000}"/>
          </ac:spMkLst>
        </pc:spChg>
        <pc:spChg chg="add del">
          <ac:chgData name="Alex Aravena" userId="S::alex.aravena.p@mail.pucv.cl::3d3c6775-e7a1-4e1c-b64b-c38162922a1a" providerId="AD" clId="Web-{00000000-0000-0000-0000-000000000000}" dt="2026-10-20T23:36:20.730" v="184"/>
          <ac:spMkLst>
            <pc:docMk/>
            <pc:sldMk cId="0" sldId="261"/>
            <ac:spMk id="443" creationId="{00000000-0000-0000-0000-000000000000}"/>
          </ac:spMkLst>
        </pc:spChg>
        <pc:spChg chg="add del">
          <ac:chgData name="Alex Aravena" userId="S::alex.aravena.p@mail.pucv.cl::3d3c6775-e7a1-4e1c-b64b-c38162922a1a" providerId="AD" clId="Web-{00000000-0000-0000-0000-000000000000}" dt="2026-10-20T23:36:20.730" v="185"/>
          <ac:spMkLst>
            <pc:docMk/>
            <pc:sldMk cId="0" sldId="261"/>
            <ac:spMk id="444" creationId="{00000000-0000-0000-0000-000000000000}"/>
          </ac:spMkLst>
        </pc:spChg>
        <pc:spChg chg="add del">
          <ac:chgData name="Alex Aravena" userId="S::alex.aravena.p@mail.pucv.cl::3d3c6775-e7a1-4e1c-b64b-c38162922a1a" providerId="AD" clId="Web-{00000000-0000-0000-0000-000000000000}" dt="2026-10-20T23:36:20.730" v="192"/>
          <ac:spMkLst>
            <pc:docMk/>
            <pc:sldMk cId="0" sldId="261"/>
            <ac:spMk id="451" creationId="{00000000-0000-0000-0000-000000000000}"/>
          </ac:spMkLst>
        </pc:spChg>
        <pc:spChg chg="add del">
          <ac:chgData name="Alex Aravena" userId="S::alex.aravena.p@mail.pucv.cl::3d3c6775-e7a1-4e1c-b64b-c38162922a1a" providerId="AD" clId="Web-{00000000-0000-0000-0000-000000000000}" dt="2026-10-20T23:36:20.730" v="193"/>
          <ac:spMkLst>
            <pc:docMk/>
            <pc:sldMk cId="0" sldId="261"/>
            <ac:spMk id="452" creationId="{00000000-0000-0000-0000-000000000000}"/>
          </ac:spMkLst>
        </pc:spChg>
        <pc:spChg chg="add del">
          <ac:chgData name="Alex Aravena" userId="S::alex.aravena.p@mail.pucv.cl::3d3c6775-e7a1-4e1c-b64b-c38162922a1a" providerId="AD" clId="Web-{00000000-0000-0000-0000-000000000000}" dt="2026-10-20T23:36:20.730" v="194"/>
          <ac:spMkLst>
            <pc:docMk/>
            <pc:sldMk cId="0" sldId="261"/>
            <ac:spMk id="453" creationId="{00000000-0000-0000-0000-000000000000}"/>
          </ac:spMkLst>
        </pc:spChg>
        <pc:spChg chg="add del">
          <ac:chgData name="Alex Aravena" userId="S::alex.aravena.p@mail.pucv.cl::3d3c6775-e7a1-4e1c-b64b-c38162922a1a" providerId="AD" clId="Web-{00000000-0000-0000-0000-000000000000}" dt="2026-10-20T23:36:20.730" v="196"/>
          <ac:spMkLst>
            <pc:docMk/>
            <pc:sldMk cId="0" sldId="261"/>
            <ac:spMk id="455" creationId="{00000000-0000-0000-0000-000000000000}"/>
          </ac:spMkLst>
        </pc:spChg>
        <pc:spChg chg="add del mod">
          <ac:chgData name="Alex Aravena" userId="S::alex.aravena.p@mail.pucv.cl::3d3c6775-e7a1-4e1c-b64b-c38162922a1a" providerId="AD" clId="Web-{00000000-0000-0000-0000-000000000000}" dt="2026-10-20T23:36:34.262" v="205" actId="1076"/>
          <ac:spMkLst>
            <pc:docMk/>
            <pc:sldMk cId="0" sldId="261"/>
            <ac:spMk id="457" creationId="{00000000-0000-0000-0000-000000000000}"/>
          </ac:spMkLst>
        </pc:spChg>
        <pc:spChg chg="add del">
          <ac:chgData name="Alex Aravena" userId="S::alex.aravena.p@mail.pucv.cl::3d3c6775-e7a1-4e1c-b64b-c38162922a1a" providerId="AD" clId="Web-{00000000-0000-0000-0000-000000000000}" dt="2026-10-20T23:36:20.730" v="200"/>
          <ac:spMkLst>
            <pc:docMk/>
            <pc:sldMk cId="0" sldId="261"/>
            <ac:spMk id="460" creationId="{00000000-0000-0000-0000-000000000000}"/>
          </ac:spMkLst>
        </pc:spChg>
        <pc:spChg chg="add del">
          <ac:chgData name="Alex Aravena" userId="S::alex.aravena.p@mail.pucv.cl::3d3c6775-e7a1-4e1c-b64b-c38162922a1a" providerId="AD" clId="Web-{00000000-0000-0000-0000-000000000000}" dt="2026-10-20T23:36:20.730" v="201"/>
          <ac:spMkLst>
            <pc:docMk/>
            <pc:sldMk cId="0" sldId="261"/>
            <ac:spMk id="461" creationId="{00000000-0000-0000-0000-000000000000}"/>
          </ac:spMkLst>
        </pc:spChg>
        <pc:picChg chg="mod">
          <ac:chgData name="Alex Aravena" userId="S::alex.aravena.p@mail.pucv.cl::3d3c6775-e7a1-4e1c-b64b-c38162922a1a" providerId="AD" clId="Web-{00000000-0000-0000-0000-000000000000}" dt="2026-10-20T23:36:59.435" v="209" actId="1076"/>
          <ac:picMkLst>
            <pc:docMk/>
            <pc:sldMk cId="0" sldId="261"/>
            <ac:picMk id="2" creationId="{CFFC17A5-2D3F-7D9B-C162-4ACD73189F25}"/>
          </ac:picMkLst>
        </pc:picChg>
        <pc:cxnChg chg="add del">
          <ac:chgData name="Alex Aravena" userId="S::alex.aravena.p@mail.pucv.cl::3d3c6775-e7a1-4e1c-b64b-c38162922a1a" providerId="AD" clId="Web-{00000000-0000-0000-0000-000000000000}" dt="2026-10-20T23:36:20.715" v="127"/>
          <ac:cxnSpMkLst>
            <pc:docMk/>
            <pc:sldMk cId="0" sldId="261"/>
            <ac:cxnSpMk id="386" creationId="{00000000-0000-0000-0000-000000000000}"/>
          </ac:cxnSpMkLst>
        </pc:cxnChg>
        <pc:cxnChg chg="add del">
          <ac:chgData name="Alex Aravena" userId="S::alex.aravena.p@mail.pucv.cl::3d3c6775-e7a1-4e1c-b64b-c38162922a1a" providerId="AD" clId="Web-{00000000-0000-0000-0000-000000000000}" dt="2026-10-20T23:36:20.730" v="186"/>
          <ac:cxnSpMkLst>
            <pc:docMk/>
            <pc:sldMk cId="0" sldId="261"/>
            <ac:cxnSpMk id="445" creationId="{00000000-0000-0000-0000-000000000000}"/>
          </ac:cxnSpMkLst>
        </pc:cxnChg>
        <pc:cxnChg chg="add del">
          <ac:chgData name="Alex Aravena" userId="S::alex.aravena.p@mail.pucv.cl::3d3c6775-e7a1-4e1c-b64b-c38162922a1a" providerId="AD" clId="Web-{00000000-0000-0000-0000-000000000000}" dt="2026-10-20T23:36:20.730" v="187"/>
          <ac:cxnSpMkLst>
            <pc:docMk/>
            <pc:sldMk cId="0" sldId="261"/>
            <ac:cxnSpMk id="446" creationId="{00000000-0000-0000-0000-000000000000}"/>
          </ac:cxnSpMkLst>
        </pc:cxnChg>
        <pc:cxnChg chg="add del">
          <ac:chgData name="Alex Aravena" userId="S::alex.aravena.p@mail.pucv.cl::3d3c6775-e7a1-4e1c-b64b-c38162922a1a" providerId="AD" clId="Web-{00000000-0000-0000-0000-000000000000}" dt="2026-10-20T23:36:20.730" v="188"/>
          <ac:cxnSpMkLst>
            <pc:docMk/>
            <pc:sldMk cId="0" sldId="261"/>
            <ac:cxnSpMk id="447" creationId="{00000000-0000-0000-0000-000000000000}"/>
          </ac:cxnSpMkLst>
        </pc:cxnChg>
        <pc:cxnChg chg="add del">
          <ac:chgData name="Alex Aravena" userId="S::alex.aravena.p@mail.pucv.cl::3d3c6775-e7a1-4e1c-b64b-c38162922a1a" providerId="AD" clId="Web-{00000000-0000-0000-0000-000000000000}" dt="2026-10-20T23:36:20.730" v="189"/>
          <ac:cxnSpMkLst>
            <pc:docMk/>
            <pc:sldMk cId="0" sldId="261"/>
            <ac:cxnSpMk id="448" creationId="{00000000-0000-0000-0000-000000000000}"/>
          </ac:cxnSpMkLst>
        </pc:cxnChg>
        <pc:cxnChg chg="add del">
          <ac:chgData name="Alex Aravena" userId="S::alex.aravena.p@mail.pucv.cl::3d3c6775-e7a1-4e1c-b64b-c38162922a1a" providerId="AD" clId="Web-{00000000-0000-0000-0000-000000000000}" dt="2026-10-20T23:36:20.730" v="190"/>
          <ac:cxnSpMkLst>
            <pc:docMk/>
            <pc:sldMk cId="0" sldId="261"/>
            <ac:cxnSpMk id="449" creationId="{00000000-0000-0000-0000-000000000000}"/>
          </ac:cxnSpMkLst>
        </pc:cxnChg>
        <pc:cxnChg chg="add del">
          <ac:chgData name="Alex Aravena" userId="S::alex.aravena.p@mail.pucv.cl::3d3c6775-e7a1-4e1c-b64b-c38162922a1a" providerId="AD" clId="Web-{00000000-0000-0000-0000-000000000000}" dt="2026-10-20T23:36:20.730" v="191"/>
          <ac:cxnSpMkLst>
            <pc:docMk/>
            <pc:sldMk cId="0" sldId="261"/>
            <ac:cxnSpMk id="450" creationId="{00000000-0000-0000-0000-000000000000}"/>
          </ac:cxnSpMkLst>
        </pc:cxnChg>
        <pc:cxnChg chg="add del">
          <ac:chgData name="Alex Aravena" userId="S::alex.aravena.p@mail.pucv.cl::3d3c6775-e7a1-4e1c-b64b-c38162922a1a" providerId="AD" clId="Web-{00000000-0000-0000-0000-000000000000}" dt="2026-10-20T23:36:20.730" v="195"/>
          <ac:cxnSpMkLst>
            <pc:docMk/>
            <pc:sldMk cId="0" sldId="261"/>
            <ac:cxnSpMk id="454" creationId="{00000000-0000-0000-0000-000000000000}"/>
          </ac:cxnSpMkLst>
        </pc:cxnChg>
        <pc:cxnChg chg="add del">
          <ac:chgData name="Alex Aravena" userId="S::alex.aravena.p@mail.pucv.cl::3d3c6775-e7a1-4e1c-b64b-c38162922a1a" providerId="AD" clId="Web-{00000000-0000-0000-0000-000000000000}" dt="2026-10-20T23:36:20.730" v="197"/>
          <ac:cxnSpMkLst>
            <pc:docMk/>
            <pc:sldMk cId="0" sldId="261"/>
            <ac:cxnSpMk id="456" creationId="{00000000-0000-0000-0000-000000000000}"/>
          </ac:cxnSpMkLst>
        </pc:cxnChg>
        <pc:cxnChg chg="add del">
          <ac:chgData name="Alex Aravena" userId="S::alex.aravena.p@mail.pucv.cl::3d3c6775-e7a1-4e1c-b64b-c38162922a1a" providerId="AD" clId="Web-{00000000-0000-0000-0000-000000000000}" dt="2026-10-20T23:36:20.730" v="199"/>
          <ac:cxnSpMkLst>
            <pc:docMk/>
            <pc:sldMk cId="0" sldId="261"/>
            <ac:cxnSpMk id="458" creationId="{00000000-0000-0000-0000-000000000000}"/>
          </ac:cxnSpMkLst>
        </pc:cxnChg>
      </pc:sldChg>
      <pc:sldChg chg="modSp">
        <pc:chgData name="Alex Aravena" userId="S::alex.aravena.p@mail.pucv.cl::3d3c6775-e7a1-4e1c-b64b-c38162922a1a" providerId="AD" clId="Web-{00000000-0000-0000-0000-000000000000}" dt="2026-10-20T23:38:32.892" v="213" actId="14100"/>
        <pc:sldMkLst>
          <pc:docMk/>
          <pc:sldMk cId="0" sldId="271"/>
        </pc:sldMkLst>
        <pc:spChg chg="mod">
          <ac:chgData name="Alex Aravena" userId="S::alex.aravena.p@mail.pucv.cl::3d3c6775-e7a1-4e1c-b64b-c38162922a1a" providerId="AD" clId="Web-{00000000-0000-0000-0000-000000000000}" dt="2026-10-20T23:38:32.892" v="213" actId="14100"/>
          <ac:spMkLst>
            <pc:docMk/>
            <pc:sldMk cId="0" sldId="271"/>
            <ac:spMk id="639" creationId="{00000000-0000-0000-0000-000000000000}"/>
          </ac:spMkLst>
        </pc:spChg>
      </pc:sldChg>
      <pc:sldChg chg="del">
        <pc:chgData name="Alex Aravena" userId="S::alex.aravena.p@mail.pucv.cl::3d3c6775-e7a1-4e1c-b64b-c38162922a1a" providerId="AD" clId="Web-{00000000-0000-0000-0000-000000000000}" dt="2026-10-20T22:54:34.962" v="20"/>
        <pc:sldMkLst>
          <pc:docMk/>
          <pc:sldMk cId="0" sldId="272"/>
        </pc:sldMkLst>
      </pc:sldChg>
    </pc:docChg>
  </pc:docChgLst>
  <pc:docChgLst>
    <pc:chgData name="Leandro Chamorro Rojas" userId="S::leandro.chamorro.r@mail.pucv.cl::e3266c43-4908-4900-80a3-442f0ccddd51" providerId="AD" clId="Web-{3AE63D20-A9F5-5E5D-053C-132AC028C5F5}"/>
    <pc:docChg chg="modSld">
      <pc:chgData name="Leandro Chamorro Rojas" userId="S::leandro.chamorro.r@mail.pucv.cl::e3266c43-4908-4900-80a3-442f0ccddd51" providerId="AD" clId="Web-{3AE63D20-A9F5-5E5D-053C-132AC028C5F5}" dt="2026-10-21T00:34:02.467" v="3"/>
      <pc:docMkLst>
        <pc:docMk/>
      </pc:docMkLst>
      <pc:sldChg chg="delSp modSp">
        <pc:chgData name="Leandro Chamorro Rojas" userId="S::leandro.chamorro.r@mail.pucv.cl::e3266c43-4908-4900-80a3-442f0ccddd51" providerId="AD" clId="Web-{3AE63D20-A9F5-5E5D-053C-132AC028C5F5}" dt="2026-10-21T00:34:02.467" v="3"/>
        <pc:sldMkLst>
          <pc:docMk/>
          <pc:sldMk cId="0" sldId="261"/>
        </pc:sldMkLst>
        <pc:spChg chg="del">
          <ac:chgData name="Leandro Chamorro Rojas" userId="S::leandro.chamorro.r@mail.pucv.cl::e3266c43-4908-4900-80a3-442f0ccddd51" providerId="AD" clId="Web-{3AE63D20-A9F5-5E5D-053C-132AC028C5F5}" dt="2026-10-21T00:34:02.467" v="3"/>
          <ac:spMkLst>
            <pc:docMk/>
            <pc:sldMk cId="0" sldId="261"/>
            <ac:spMk id="451" creationId="{00000000-0000-0000-0000-000000000000}"/>
          </ac:spMkLst>
        </pc:spChg>
        <pc:spChg chg="mod">
          <ac:chgData name="Leandro Chamorro Rojas" userId="S::leandro.chamorro.r@mail.pucv.cl::e3266c43-4908-4900-80a3-442f0ccddd51" providerId="AD" clId="Web-{3AE63D20-A9F5-5E5D-053C-132AC028C5F5}" dt="2026-10-21T00:33:52.232" v="0" actId="20577"/>
          <ac:spMkLst>
            <pc:docMk/>
            <pc:sldMk cId="0" sldId="261"/>
            <ac:spMk id="453" creationId="{00000000-0000-0000-0000-000000000000}"/>
          </ac:spMkLst>
        </pc:spChg>
        <pc:spChg chg="mod">
          <ac:chgData name="Leandro Chamorro Rojas" userId="S::leandro.chamorro.r@mail.pucv.cl::e3266c43-4908-4900-80a3-442f0ccddd51" providerId="AD" clId="Web-{3AE63D20-A9F5-5E5D-053C-132AC028C5F5}" dt="2026-10-21T00:33:55.779" v="2" actId="20577"/>
          <ac:spMkLst>
            <pc:docMk/>
            <pc:sldMk cId="0" sldId="261"/>
            <ac:spMk id="455" creationId="{00000000-0000-0000-0000-000000000000}"/>
          </ac:spMkLst>
        </pc:spChg>
        <pc:spChg chg="mod">
          <ac:chgData name="Leandro Chamorro Rojas" userId="S::leandro.chamorro.r@mail.pucv.cl::e3266c43-4908-4900-80a3-442f0ccddd51" providerId="AD" clId="Web-{3AE63D20-A9F5-5E5D-053C-132AC028C5F5}" dt="2026-10-21T00:33:54.123" v="1" actId="20577"/>
          <ac:spMkLst>
            <pc:docMk/>
            <pc:sldMk cId="0" sldId="261"/>
            <ac:spMk id="460" creationId="{00000000-0000-0000-0000-000000000000}"/>
          </ac:spMkLst>
        </pc:spChg>
      </pc:sldChg>
    </pc:docChg>
  </pc:docChgLst>
  <pc:docChgLst>
    <pc:chgData name="Guest User" userId="S::urn:spo:tenantanon#6e4d5417-163d-4e66-83d7-c68ec7528de3::" providerId="AD" clId="Web-{4DC9CC42-96D1-0F39-9CCE-B2860139B7D5}"/>
    <pc:docChg chg="modSld">
      <pc:chgData name="Guest User" userId="S::urn:spo:tenantanon#6e4d5417-163d-4e66-83d7-c68ec7528de3::" providerId="AD" clId="Web-{4DC9CC42-96D1-0F39-9CCE-B2860139B7D5}" dt="2026-10-20T22:38:54.804" v="51"/>
      <pc:docMkLst>
        <pc:docMk/>
      </pc:docMkLst>
      <pc:sldChg chg="delSp modSp">
        <pc:chgData name="Guest User" userId="S::urn:spo:tenantanon#6e4d5417-163d-4e66-83d7-c68ec7528de3::" providerId="AD" clId="Web-{4DC9CC42-96D1-0F39-9CCE-B2860139B7D5}" dt="2026-10-20T22:38:54.804" v="51"/>
        <pc:sldMkLst>
          <pc:docMk/>
          <pc:sldMk cId="0" sldId="292"/>
        </pc:sldMkLst>
        <pc:spChg chg="del">
          <ac:chgData name="Guest User" userId="S::urn:spo:tenantanon#6e4d5417-163d-4e66-83d7-c68ec7528de3::" providerId="AD" clId="Web-{4DC9CC42-96D1-0F39-9CCE-B2860139B7D5}" dt="2026-10-20T22:38:54.804" v="51"/>
          <ac:spMkLst>
            <pc:docMk/>
            <pc:sldMk cId="0" sldId="292"/>
            <ac:spMk id="1831" creationId="{00000000-0000-0000-0000-000000000000}"/>
          </ac:spMkLst>
        </pc:spChg>
        <pc:spChg chg="mod">
          <ac:chgData name="Guest User" userId="S::urn:spo:tenantanon#6e4d5417-163d-4e66-83d7-c68ec7528de3::" providerId="AD" clId="Web-{4DC9CC42-96D1-0F39-9CCE-B2860139B7D5}" dt="2026-10-20T22:38:19.991" v="4" actId="20577"/>
          <ac:spMkLst>
            <pc:docMk/>
            <pc:sldMk cId="0" sldId="292"/>
            <ac:spMk id="1844" creationId="{00000000-0000-0000-0000-000000000000}"/>
          </ac:spMkLst>
        </pc:spChg>
        <pc:spChg chg="mod">
          <ac:chgData name="Guest User" userId="S::urn:spo:tenantanon#6e4d5417-163d-4e66-83d7-c68ec7528de3::" providerId="AD" clId="Web-{4DC9CC42-96D1-0F39-9CCE-B2860139B7D5}" dt="2026-10-20T22:38:23.803" v="9" actId="20577"/>
          <ac:spMkLst>
            <pc:docMk/>
            <pc:sldMk cId="0" sldId="292"/>
            <ac:spMk id="1853" creationId="{00000000-0000-0000-0000-000000000000}"/>
          </ac:spMkLst>
        </pc:spChg>
        <pc:spChg chg="mod">
          <ac:chgData name="Guest User" userId="S::urn:spo:tenantanon#6e4d5417-163d-4e66-83d7-c68ec7528de3::" providerId="AD" clId="Web-{4DC9CC42-96D1-0F39-9CCE-B2860139B7D5}" dt="2026-10-20T22:38:26.350" v="15" actId="20577"/>
          <ac:spMkLst>
            <pc:docMk/>
            <pc:sldMk cId="0" sldId="292"/>
            <ac:spMk id="1862" creationId="{00000000-0000-0000-0000-000000000000}"/>
          </ac:spMkLst>
        </pc:spChg>
        <pc:spChg chg="mod">
          <ac:chgData name="Guest User" userId="S::urn:spo:tenantanon#6e4d5417-163d-4e66-83d7-c68ec7528de3::" providerId="AD" clId="Web-{4DC9CC42-96D1-0F39-9CCE-B2860139B7D5}" dt="2026-10-20T22:38:29.944" v="19" actId="20577"/>
          <ac:spMkLst>
            <pc:docMk/>
            <pc:sldMk cId="0" sldId="292"/>
            <ac:spMk id="1871" creationId="{00000000-0000-0000-0000-000000000000}"/>
          </ac:spMkLst>
        </pc:spChg>
        <pc:spChg chg="mod">
          <ac:chgData name="Guest User" userId="S::urn:spo:tenantanon#6e4d5417-163d-4e66-83d7-c68ec7528de3::" providerId="AD" clId="Web-{4DC9CC42-96D1-0F39-9CCE-B2860139B7D5}" dt="2026-10-20T22:38:32.569" v="25" actId="20577"/>
          <ac:spMkLst>
            <pc:docMk/>
            <pc:sldMk cId="0" sldId="292"/>
            <ac:spMk id="1880" creationId="{00000000-0000-0000-0000-000000000000}"/>
          </ac:spMkLst>
        </pc:spChg>
        <pc:spChg chg="mod">
          <ac:chgData name="Guest User" userId="S::urn:spo:tenantanon#6e4d5417-163d-4e66-83d7-c68ec7528de3::" providerId="AD" clId="Web-{4DC9CC42-96D1-0F39-9CCE-B2860139B7D5}" dt="2026-10-20T22:38:35.116" v="30" actId="20577"/>
          <ac:spMkLst>
            <pc:docMk/>
            <pc:sldMk cId="0" sldId="292"/>
            <ac:spMk id="1889" creationId="{00000000-0000-0000-0000-000000000000}"/>
          </ac:spMkLst>
        </pc:spChg>
        <pc:spChg chg="mod">
          <ac:chgData name="Guest User" userId="S::urn:spo:tenantanon#6e4d5417-163d-4e66-83d7-c68ec7528de3::" providerId="AD" clId="Web-{4DC9CC42-96D1-0F39-9CCE-B2860139B7D5}" dt="2026-10-20T22:38:38.866" v="34" actId="20577"/>
          <ac:spMkLst>
            <pc:docMk/>
            <pc:sldMk cId="0" sldId="292"/>
            <ac:spMk id="1898" creationId="{00000000-0000-0000-0000-000000000000}"/>
          </ac:spMkLst>
        </pc:spChg>
        <pc:spChg chg="mod">
          <ac:chgData name="Guest User" userId="S::urn:spo:tenantanon#6e4d5417-163d-4e66-83d7-c68ec7528de3::" providerId="AD" clId="Web-{4DC9CC42-96D1-0F39-9CCE-B2860139B7D5}" dt="2026-10-20T22:38:41.898" v="39" actId="20577"/>
          <ac:spMkLst>
            <pc:docMk/>
            <pc:sldMk cId="0" sldId="292"/>
            <ac:spMk id="1907" creationId="{00000000-0000-0000-0000-000000000000}"/>
          </ac:spMkLst>
        </pc:spChg>
        <pc:spChg chg="mod">
          <ac:chgData name="Guest User" userId="S::urn:spo:tenantanon#6e4d5417-163d-4e66-83d7-c68ec7528de3::" providerId="AD" clId="Web-{4DC9CC42-96D1-0F39-9CCE-B2860139B7D5}" dt="2026-10-20T22:38:44.117" v="44" actId="20577"/>
          <ac:spMkLst>
            <pc:docMk/>
            <pc:sldMk cId="0" sldId="292"/>
            <ac:spMk id="1916" creationId="{00000000-0000-0000-0000-000000000000}"/>
          </ac:spMkLst>
        </pc:spChg>
        <pc:spChg chg="mod">
          <ac:chgData name="Guest User" userId="S::urn:spo:tenantanon#6e4d5417-163d-4e66-83d7-c68ec7528de3::" providerId="AD" clId="Web-{4DC9CC42-96D1-0F39-9CCE-B2860139B7D5}" dt="2026-10-20T22:38:48.445" v="50" actId="20577"/>
          <ac:spMkLst>
            <pc:docMk/>
            <pc:sldMk cId="0" sldId="292"/>
            <ac:spMk id="1925" creationId="{00000000-0000-0000-0000-000000000000}"/>
          </ac:spMkLst>
        </pc:spChg>
      </pc:sldChg>
    </pc:docChg>
  </pc:docChgLst>
  <pc:docChgLst>
    <pc:chgData name="Guest User" userId="S::urn:spo:tenantanon#6e4d5417-163d-4e66-83d7-c68ec7528de3::" providerId="AD" clId="Web-{E66A248C-3EB0-2D62-97BD-B389C63C57A7}"/>
    <pc:docChg chg="modSld">
      <pc:chgData name="Guest User" userId="S::urn:spo:tenantanon#6e4d5417-163d-4e66-83d7-c68ec7528de3::" providerId="AD" clId="Web-{E66A248C-3EB0-2D62-97BD-B389C63C57A7}" dt="2026-10-20T22:33:34.384" v="0" actId="1076"/>
      <pc:docMkLst>
        <pc:docMk/>
      </pc:docMkLst>
      <pc:sldChg chg="modSp">
        <pc:chgData name="Guest User" userId="S::urn:spo:tenantanon#6e4d5417-163d-4e66-83d7-c68ec7528de3::" providerId="AD" clId="Web-{E66A248C-3EB0-2D62-97BD-B389C63C57A7}" dt="2026-10-20T22:33:34.384" v="0" actId="1076"/>
        <pc:sldMkLst>
          <pc:docMk/>
          <pc:sldMk cId="0" sldId="256"/>
        </pc:sldMkLst>
        <pc:spChg chg="mod">
          <ac:chgData name="Guest User" userId="S::urn:spo:tenantanon#6e4d5417-163d-4e66-83d7-c68ec7528de3::" providerId="AD" clId="Web-{E66A248C-3EB0-2D62-97BD-B389C63C57A7}" dt="2026-10-20T22:33:34.384" v="0" actId="1076"/>
          <ac:spMkLst>
            <pc:docMk/>
            <pc:sldMk cId="0" sldId="256"/>
            <ac:spMk id="239" creationId="{00000000-0000-0000-0000-000000000000}"/>
          </ac:spMkLst>
        </pc:spChg>
      </pc:sldChg>
    </pc:docChg>
  </pc:docChgLst>
  <pc:docChgLst>
    <pc:chgData name="Guest User" userId="S::urn:spo:tenantanon#6e4d5417-163d-4e66-83d7-c68ec7528de3::" providerId="AD" clId="Web-{6E77489C-9C97-D8B2-E502-9AD454A1A150}"/>
    <pc:docChg chg="modSld">
      <pc:chgData name="Guest User" userId="S::urn:spo:tenantanon#6e4d5417-163d-4e66-83d7-c68ec7528de3::" providerId="AD" clId="Web-{6E77489C-9C97-D8B2-E502-9AD454A1A150}" dt="2026-10-21T01:26:52.020" v="111"/>
      <pc:docMkLst>
        <pc:docMk/>
      </pc:docMkLst>
      <pc:sldChg chg="addSp delSp modSp">
        <pc:chgData name="Guest User" userId="S::urn:spo:tenantanon#6e4d5417-163d-4e66-83d7-c68ec7528de3::" providerId="AD" clId="Web-{6E77489C-9C97-D8B2-E502-9AD454A1A150}" dt="2026-10-21T01:26:52.020" v="111"/>
        <pc:sldMkLst>
          <pc:docMk/>
          <pc:sldMk cId="0" sldId="292"/>
        </pc:sldMkLst>
        <pc:spChg chg="del">
          <ac:chgData name="Guest User" userId="S::urn:spo:tenantanon#6e4d5417-163d-4e66-83d7-c68ec7528de3::" providerId="AD" clId="Web-{6E77489C-9C97-D8B2-E502-9AD454A1A150}" dt="2026-10-21T01:26:52.020" v="111"/>
          <ac:spMkLst>
            <pc:docMk/>
            <pc:sldMk cId="0" sldId="292"/>
            <ac:spMk id="1827" creationId="{00000000-0000-0000-0000-000000000000}"/>
          </ac:spMkLst>
        </pc:spChg>
        <pc:spChg chg="del">
          <ac:chgData name="Guest User" userId="S::urn:spo:tenantanon#6e4d5417-163d-4e66-83d7-c68ec7528de3::" providerId="AD" clId="Web-{6E77489C-9C97-D8B2-E502-9AD454A1A150}" dt="2026-10-21T01:26:52.020" v="110"/>
          <ac:spMkLst>
            <pc:docMk/>
            <pc:sldMk cId="0" sldId="292"/>
            <ac:spMk id="1828" creationId="{00000000-0000-0000-0000-000000000000}"/>
          </ac:spMkLst>
        </pc:spChg>
        <pc:spChg chg="del">
          <ac:chgData name="Guest User" userId="S::urn:spo:tenantanon#6e4d5417-163d-4e66-83d7-c68ec7528de3::" providerId="AD" clId="Web-{6E77489C-9C97-D8B2-E502-9AD454A1A150}" dt="2026-10-21T01:26:52.020" v="109"/>
          <ac:spMkLst>
            <pc:docMk/>
            <pc:sldMk cId="0" sldId="292"/>
            <ac:spMk id="1829" creationId="{00000000-0000-0000-0000-000000000000}"/>
          </ac:spMkLst>
        </pc:spChg>
        <pc:spChg chg="del">
          <ac:chgData name="Guest User" userId="S::urn:spo:tenantanon#6e4d5417-163d-4e66-83d7-c68ec7528de3::" providerId="AD" clId="Web-{6E77489C-9C97-D8B2-E502-9AD454A1A150}" dt="2026-10-21T01:26:52.020" v="108"/>
          <ac:spMkLst>
            <pc:docMk/>
            <pc:sldMk cId="0" sldId="292"/>
            <ac:spMk id="1830" creationId="{00000000-0000-0000-0000-000000000000}"/>
          </ac:spMkLst>
        </pc:spChg>
        <pc:spChg chg="mod">
          <ac:chgData name="Guest User" userId="S::urn:spo:tenantanon#6e4d5417-163d-4e66-83d7-c68ec7528de3::" providerId="AD" clId="Web-{6E77489C-9C97-D8B2-E502-9AD454A1A150}" dt="2026-10-20T22:43:06.048" v="8" actId="20577"/>
          <ac:spMkLst>
            <pc:docMk/>
            <pc:sldMk cId="0" sldId="292"/>
            <ac:spMk id="1839" creationId="{00000000-0000-0000-0000-000000000000}"/>
          </ac:spMkLst>
        </pc:spChg>
        <pc:spChg chg="del">
          <ac:chgData name="Guest User" userId="S::urn:spo:tenantanon#6e4d5417-163d-4e66-83d7-c68ec7528de3::" providerId="AD" clId="Web-{6E77489C-9C97-D8B2-E502-9AD454A1A150}" dt="2026-10-21T01:20:25.633" v="107"/>
          <ac:spMkLst>
            <pc:docMk/>
            <pc:sldMk cId="0" sldId="292"/>
            <ac:spMk id="1844" creationId="{00000000-0000-0000-0000-000000000000}"/>
          </ac:spMkLst>
        </pc:spChg>
        <pc:spChg chg="mod">
          <ac:chgData name="Guest User" userId="S::urn:spo:tenantanon#6e4d5417-163d-4e66-83d7-c68ec7528de3::" providerId="AD" clId="Web-{6E77489C-9C97-D8B2-E502-9AD454A1A150}" dt="2026-10-20T22:43:12.657" v="16" actId="20577"/>
          <ac:spMkLst>
            <pc:docMk/>
            <pc:sldMk cId="0" sldId="292"/>
            <ac:spMk id="1848" creationId="{00000000-0000-0000-0000-000000000000}"/>
          </ac:spMkLst>
        </pc:spChg>
        <pc:spChg chg="add del">
          <ac:chgData name="Guest User" userId="S::urn:spo:tenantanon#6e4d5417-163d-4e66-83d7-c68ec7528de3::" providerId="AD" clId="Web-{6E77489C-9C97-D8B2-E502-9AD454A1A150}" dt="2026-10-21T01:20:24.461" v="106"/>
          <ac:spMkLst>
            <pc:docMk/>
            <pc:sldMk cId="0" sldId="292"/>
            <ac:spMk id="1853" creationId="{00000000-0000-0000-0000-000000000000}"/>
          </ac:spMkLst>
        </pc:spChg>
        <pc:spChg chg="mod">
          <ac:chgData name="Guest User" userId="S::urn:spo:tenantanon#6e4d5417-163d-4e66-83d7-c68ec7528de3::" providerId="AD" clId="Web-{6E77489C-9C97-D8B2-E502-9AD454A1A150}" dt="2026-10-20T22:43:31.517" v="24" actId="20577"/>
          <ac:spMkLst>
            <pc:docMk/>
            <pc:sldMk cId="0" sldId="292"/>
            <ac:spMk id="1857" creationId="{00000000-0000-0000-0000-000000000000}"/>
          </ac:spMkLst>
        </pc:spChg>
        <pc:spChg chg="add del">
          <ac:chgData name="Guest User" userId="S::urn:spo:tenantanon#6e4d5417-163d-4e66-83d7-c68ec7528de3::" providerId="AD" clId="Web-{6E77489C-9C97-D8B2-E502-9AD454A1A150}" dt="2026-10-21T01:20:23.758" v="105"/>
          <ac:spMkLst>
            <pc:docMk/>
            <pc:sldMk cId="0" sldId="292"/>
            <ac:spMk id="1862" creationId="{00000000-0000-0000-0000-000000000000}"/>
          </ac:spMkLst>
        </pc:spChg>
        <pc:spChg chg="mod">
          <ac:chgData name="Guest User" userId="S::urn:spo:tenantanon#6e4d5417-163d-4e66-83d7-c68ec7528de3::" providerId="AD" clId="Web-{6E77489C-9C97-D8B2-E502-9AD454A1A150}" dt="2026-10-20T22:43:43.799" v="32" actId="20577"/>
          <ac:spMkLst>
            <pc:docMk/>
            <pc:sldMk cId="0" sldId="292"/>
            <ac:spMk id="1866" creationId="{00000000-0000-0000-0000-000000000000}"/>
          </ac:spMkLst>
        </pc:spChg>
        <pc:spChg chg="add del">
          <ac:chgData name="Guest User" userId="S::urn:spo:tenantanon#6e4d5417-163d-4e66-83d7-c68ec7528de3::" providerId="AD" clId="Web-{6E77489C-9C97-D8B2-E502-9AD454A1A150}" dt="2026-10-21T01:20:23.070" v="104"/>
          <ac:spMkLst>
            <pc:docMk/>
            <pc:sldMk cId="0" sldId="292"/>
            <ac:spMk id="1871" creationId="{00000000-0000-0000-0000-000000000000}"/>
          </ac:spMkLst>
        </pc:spChg>
        <pc:spChg chg="mod">
          <ac:chgData name="Guest User" userId="S::urn:spo:tenantanon#6e4d5417-163d-4e66-83d7-c68ec7528de3::" providerId="AD" clId="Web-{6E77489C-9C97-D8B2-E502-9AD454A1A150}" dt="2026-10-20T22:43:46.252" v="37" actId="20577"/>
          <ac:spMkLst>
            <pc:docMk/>
            <pc:sldMk cId="0" sldId="292"/>
            <ac:spMk id="1875" creationId="{00000000-0000-0000-0000-000000000000}"/>
          </ac:spMkLst>
        </pc:spChg>
        <pc:spChg chg="add del">
          <ac:chgData name="Guest User" userId="S::urn:spo:tenantanon#6e4d5417-163d-4e66-83d7-c68ec7528de3::" providerId="AD" clId="Web-{6E77489C-9C97-D8B2-E502-9AD454A1A150}" dt="2026-10-21T01:20:22.367" v="103"/>
          <ac:spMkLst>
            <pc:docMk/>
            <pc:sldMk cId="0" sldId="292"/>
            <ac:spMk id="1880" creationId="{00000000-0000-0000-0000-000000000000}"/>
          </ac:spMkLst>
        </pc:spChg>
        <pc:spChg chg="mod">
          <ac:chgData name="Guest User" userId="S::urn:spo:tenantanon#6e4d5417-163d-4e66-83d7-c68ec7528de3::" providerId="AD" clId="Web-{6E77489C-9C97-D8B2-E502-9AD454A1A150}" dt="2026-10-20T22:44:00.878" v="45" actId="20577"/>
          <ac:spMkLst>
            <pc:docMk/>
            <pc:sldMk cId="0" sldId="292"/>
            <ac:spMk id="1884" creationId="{00000000-0000-0000-0000-000000000000}"/>
          </ac:spMkLst>
        </pc:spChg>
        <pc:spChg chg="add del">
          <ac:chgData name="Guest User" userId="S::urn:spo:tenantanon#6e4d5417-163d-4e66-83d7-c68ec7528de3::" providerId="AD" clId="Web-{6E77489C-9C97-D8B2-E502-9AD454A1A150}" dt="2026-10-21T01:20:21.758" v="102"/>
          <ac:spMkLst>
            <pc:docMk/>
            <pc:sldMk cId="0" sldId="292"/>
            <ac:spMk id="1889" creationId="{00000000-0000-0000-0000-000000000000}"/>
          </ac:spMkLst>
        </pc:spChg>
        <pc:spChg chg="mod">
          <ac:chgData name="Guest User" userId="S::urn:spo:tenantanon#6e4d5417-163d-4e66-83d7-c68ec7528de3::" providerId="AD" clId="Web-{6E77489C-9C97-D8B2-E502-9AD454A1A150}" dt="2026-10-20T22:44:09.003" v="55" actId="20577"/>
          <ac:spMkLst>
            <pc:docMk/>
            <pc:sldMk cId="0" sldId="292"/>
            <ac:spMk id="1893" creationId="{00000000-0000-0000-0000-000000000000}"/>
          </ac:spMkLst>
        </pc:spChg>
        <pc:spChg chg="add del">
          <ac:chgData name="Guest User" userId="S::urn:spo:tenantanon#6e4d5417-163d-4e66-83d7-c68ec7528de3::" providerId="AD" clId="Web-{6E77489C-9C97-D8B2-E502-9AD454A1A150}" dt="2026-10-21T01:20:20.679" v="101"/>
          <ac:spMkLst>
            <pc:docMk/>
            <pc:sldMk cId="0" sldId="292"/>
            <ac:spMk id="1898" creationId="{00000000-0000-0000-0000-000000000000}"/>
          </ac:spMkLst>
        </pc:spChg>
        <pc:spChg chg="mod">
          <ac:chgData name="Guest User" userId="S::urn:spo:tenantanon#6e4d5417-163d-4e66-83d7-c68ec7528de3::" providerId="AD" clId="Web-{6E77489C-9C97-D8B2-E502-9AD454A1A150}" dt="2026-10-20T22:44:26.488" v="65" actId="20577"/>
          <ac:spMkLst>
            <pc:docMk/>
            <pc:sldMk cId="0" sldId="292"/>
            <ac:spMk id="1902" creationId="{00000000-0000-0000-0000-000000000000}"/>
          </ac:spMkLst>
        </pc:spChg>
        <pc:spChg chg="add del">
          <ac:chgData name="Guest User" userId="S::urn:spo:tenantanon#6e4d5417-163d-4e66-83d7-c68ec7528de3::" providerId="AD" clId="Web-{6E77489C-9C97-D8B2-E502-9AD454A1A150}" dt="2026-10-21T01:20:19.992" v="100"/>
          <ac:spMkLst>
            <pc:docMk/>
            <pc:sldMk cId="0" sldId="292"/>
            <ac:spMk id="1907" creationId="{00000000-0000-0000-0000-000000000000}"/>
          </ac:spMkLst>
        </pc:spChg>
        <pc:spChg chg="mod">
          <ac:chgData name="Guest User" userId="S::urn:spo:tenantanon#6e4d5417-163d-4e66-83d7-c68ec7528de3::" providerId="AD" clId="Web-{6E77489C-9C97-D8B2-E502-9AD454A1A150}" dt="2026-10-20T22:44:32.957" v="73" actId="20577"/>
          <ac:spMkLst>
            <pc:docMk/>
            <pc:sldMk cId="0" sldId="292"/>
            <ac:spMk id="1911" creationId="{00000000-0000-0000-0000-000000000000}"/>
          </ac:spMkLst>
        </pc:spChg>
        <pc:spChg chg="add del">
          <ac:chgData name="Guest User" userId="S::urn:spo:tenantanon#6e4d5417-163d-4e66-83d7-c68ec7528de3::" providerId="AD" clId="Web-{6E77489C-9C97-D8B2-E502-9AD454A1A150}" dt="2026-10-21T01:20:19.336" v="99"/>
          <ac:spMkLst>
            <pc:docMk/>
            <pc:sldMk cId="0" sldId="292"/>
            <ac:spMk id="1916" creationId="{00000000-0000-0000-0000-000000000000}"/>
          </ac:spMkLst>
        </pc:spChg>
        <pc:spChg chg="mod">
          <ac:chgData name="Guest User" userId="S::urn:spo:tenantanon#6e4d5417-163d-4e66-83d7-c68ec7528de3::" providerId="AD" clId="Web-{6E77489C-9C97-D8B2-E502-9AD454A1A150}" dt="2026-10-20T22:44:37.957" v="79" actId="20577"/>
          <ac:spMkLst>
            <pc:docMk/>
            <pc:sldMk cId="0" sldId="292"/>
            <ac:spMk id="1920" creationId="{00000000-0000-0000-0000-000000000000}"/>
          </ac:spMkLst>
        </pc:spChg>
        <pc:spChg chg="add del">
          <ac:chgData name="Guest User" userId="S::urn:spo:tenantanon#6e4d5417-163d-4e66-83d7-c68ec7528de3::" providerId="AD" clId="Web-{6E77489C-9C97-D8B2-E502-9AD454A1A150}" dt="2026-10-21T01:20:18.242" v="98"/>
          <ac:spMkLst>
            <pc:docMk/>
            <pc:sldMk cId="0" sldId="292"/>
            <ac:spMk id="1925" creationId="{00000000-0000-0000-0000-000000000000}"/>
          </ac:spMkLst>
        </pc:spChg>
      </pc:sldChg>
    </pc:docChg>
  </pc:docChgLst>
  <pc:docChgLst>
    <pc:chgData name="Patricio Henríquez Tapia" userId="4f189ec0-b5da-4dd3-b70a-6f9a76bc763e" providerId="ADAL" clId="{2A6394DD-8411-431D-8451-C5B24C4EE61F}"/>
    <pc:docChg chg="undo custSel modSld sldOrd">
      <pc:chgData name="Patricio Henríquez Tapia" userId="4f189ec0-b5da-4dd3-b70a-6f9a76bc763e" providerId="ADAL" clId="{2A6394DD-8411-431D-8451-C5B24C4EE61F}" dt="2026-10-21T01:15:34.265" v="294" actId="20577"/>
      <pc:docMkLst>
        <pc:docMk/>
      </pc:docMkLst>
      <pc:sldChg chg="ord">
        <pc:chgData name="Patricio Henríquez Tapia" userId="4f189ec0-b5da-4dd3-b70a-6f9a76bc763e" providerId="ADAL" clId="{2A6394DD-8411-431D-8451-C5B24C4EE61F}" dt="2026-10-21T00:05:11.460" v="1"/>
        <pc:sldMkLst>
          <pc:docMk/>
          <pc:sldMk cId="0" sldId="257"/>
        </pc:sldMkLst>
      </pc:sldChg>
      <pc:sldChg chg="modSp mod">
        <pc:chgData name="Patricio Henríquez Tapia" userId="4f189ec0-b5da-4dd3-b70a-6f9a76bc763e" providerId="ADAL" clId="{2A6394DD-8411-431D-8451-C5B24C4EE61F}" dt="2026-10-21T00:06:22.792" v="5" actId="1076"/>
        <pc:sldMkLst>
          <pc:docMk/>
          <pc:sldMk cId="0" sldId="261"/>
        </pc:sldMkLst>
        <pc:spChg chg="mod">
          <ac:chgData name="Patricio Henríquez Tapia" userId="4f189ec0-b5da-4dd3-b70a-6f9a76bc763e" providerId="ADAL" clId="{2A6394DD-8411-431D-8451-C5B24C4EE61F}" dt="2026-10-21T00:06:22.792" v="5" actId="1076"/>
          <ac:spMkLst>
            <pc:docMk/>
            <pc:sldMk cId="0" sldId="261"/>
            <ac:spMk id="457" creationId="{00000000-0000-0000-0000-000000000000}"/>
          </ac:spMkLst>
        </pc:spChg>
      </pc:sldChg>
      <pc:sldChg chg="delSp modSp mod">
        <pc:chgData name="Patricio Henríquez Tapia" userId="4f189ec0-b5da-4dd3-b70a-6f9a76bc763e" providerId="ADAL" clId="{2A6394DD-8411-431D-8451-C5B24C4EE61F}" dt="2026-10-21T00:13:46.895" v="7" actId="478"/>
        <pc:sldMkLst>
          <pc:docMk/>
          <pc:sldMk cId="0" sldId="295"/>
        </pc:sldMkLst>
        <pc:spChg chg="del mod">
          <ac:chgData name="Patricio Henríquez Tapia" userId="4f189ec0-b5da-4dd3-b70a-6f9a76bc763e" providerId="ADAL" clId="{2A6394DD-8411-431D-8451-C5B24C4EE61F}" dt="2026-10-21T00:13:46.895" v="7" actId="478"/>
          <ac:spMkLst>
            <pc:docMk/>
            <pc:sldMk cId="0" sldId="295"/>
            <ac:spMk id="1886" creationId="{00000000-0000-0000-0000-000000000000}"/>
          </ac:spMkLst>
        </pc:spChg>
      </pc:sldChg>
      <pc:sldChg chg="delSp modSp mod">
        <pc:chgData name="Patricio Henríquez Tapia" userId="4f189ec0-b5da-4dd3-b70a-6f9a76bc763e" providerId="ADAL" clId="{2A6394DD-8411-431D-8451-C5B24C4EE61F}" dt="2026-10-21T01:09:00.973" v="17"/>
        <pc:sldMkLst>
          <pc:docMk/>
          <pc:sldMk cId="0" sldId="297"/>
        </pc:sldMkLst>
        <pc:spChg chg="del">
          <ac:chgData name="Patricio Henríquez Tapia" userId="4f189ec0-b5da-4dd3-b70a-6f9a76bc763e" providerId="ADAL" clId="{2A6394DD-8411-431D-8451-C5B24C4EE61F}" dt="2026-10-21T00:55:28.372" v="8" actId="478"/>
          <ac:spMkLst>
            <pc:docMk/>
            <pc:sldMk cId="0" sldId="297"/>
            <ac:spMk id="1980" creationId="{00000000-0000-0000-0000-000000000000}"/>
          </ac:spMkLst>
        </pc:spChg>
        <pc:spChg chg="mod">
          <ac:chgData name="Patricio Henríquez Tapia" userId="4f189ec0-b5da-4dd3-b70a-6f9a76bc763e" providerId="ADAL" clId="{2A6394DD-8411-431D-8451-C5B24C4EE61F}" dt="2026-10-21T01:09:00.973" v="17"/>
          <ac:spMkLst>
            <pc:docMk/>
            <pc:sldMk cId="0" sldId="297"/>
            <ac:spMk id="2007" creationId="{00000000-0000-0000-0000-000000000000}"/>
          </ac:spMkLst>
        </pc:spChg>
      </pc:sldChg>
      <pc:sldChg chg="modSp mod">
        <pc:chgData name="Patricio Henríquez Tapia" userId="4f189ec0-b5da-4dd3-b70a-6f9a76bc763e" providerId="ADAL" clId="{2A6394DD-8411-431D-8451-C5B24C4EE61F}" dt="2026-10-21T01:13:12.471" v="137" actId="1076"/>
        <pc:sldMkLst>
          <pc:docMk/>
          <pc:sldMk cId="0" sldId="298"/>
        </pc:sldMkLst>
        <pc:spChg chg="mod">
          <ac:chgData name="Patricio Henríquez Tapia" userId="4f189ec0-b5da-4dd3-b70a-6f9a76bc763e" providerId="ADAL" clId="{2A6394DD-8411-431D-8451-C5B24C4EE61F}" dt="2026-10-21T01:13:12.471" v="137" actId="1076"/>
          <ac:spMkLst>
            <pc:docMk/>
            <pc:sldMk cId="0" sldId="298"/>
            <ac:spMk id="2049" creationId="{00000000-0000-0000-0000-000000000000}"/>
          </ac:spMkLst>
        </pc:spChg>
      </pc:sldChg>
      <pc:sldChg chg="modSp mod">
        <pc:chgData name="Patricio Henríquez Tapia" userId="4f189ec0-b5da-4dd3-b70a-6f9a76bc763e" providerId="ADAL" clId="{2A6394DD-8411-431D-8451-C5B24C4EE61F}" dt="2026-10-21T01:15:34.265" v="294" actId="20577"/>
        <pc:sldMkLst>
          <pc:docMk/>
          <pc:sldMk cId="0" sldId="299"/>
        </pc:sldMkLst>
        <pc:spChg chg="mod">
          <ac:chgData name="Patricio Henríquez Tapia" userId="4f189ec0-b5da-4dd3-b70a-6f9a76bc763e" providerId="ADAL" clId="{2A6394DD-8411-431D-8451-C5B24C4EE61F}" dt="2026-10-21T01:13:57.571" v="149" actId="20577"/>
          <ac:spMkLst>
            <pc:docMk/>
            <pc:sldMk cId="0" sldId="299"/>
            <ac:spMk id="2072" creationId="{00000000-0000-0000-0000-000000000000}"/>
          </ac:spMkLst>
        </pc:spChg>
        <pc:spChg chg="mod">
          <ac:chgData name="Patricio Henríquez Tapia" userId="4f189ec0-b5da-4dd3-b70a-6f9a76bc763e" providerId="ADAL" clId="{2A6394DD-8411-431D-8451-C5B24C4EE61F}" dt="2026-10-21T01:14:24.730" v="222" actId="20577"/>
          <ac:spMkLst>
            <pc:docMk/>
            <pc:sldMk cId="0" sldId="299"/>
            <ac:spMk id="2076" creationId="{00000000-0000-0000-0000-000000000000}"/>
          </ac:spMkLst>
        </pc:spChg>
        <pc:spChg chg="mod">
          <ac:chgData name="Patricio Henríquez Tapia" userId="4f189ec0-b5da-4dd3-b70a-6f9a76bc763e" providerId="ADAL" clId="{2A6394DD-8411-431D-8451-C5B24C4EE61F}" dt="2026-10-21T01:15:17.838" v="279" actId="20577"/>
          <ac:spMkLst>
            <pc:docMk/>
            <pc:sldMk cId="0" sldId="299"/>
            <ac:spMk id="2080" creationId="{00000000-0000-0000-0000-000000000000}"/>
          </ac:spMkLst>
        </pc:spChg>
        <pc:spChg chg="mod">
          <ac:chgData name="Patricio Henríquez Tapia" userId="4f189ec0-b5da-4dd3-b70a-6f9a76bc763e" providerId="ADAL" clId="{2A6394DD-8411-431D-8451-C5B24C4EE61F}" dt="2026-10-21T01:15:34.265" v="294" actId="20577"/>
          <ac:spMkLst>
            <pc:docMk/>
            <pc:sldMk cId="0" sldId="299"/>
            <ac:spMk id="2084" creationId="{00000000-0000-0000-0000-000000000000}"/>
          </ac:spMkLst>
        </pc:spChg>
      </pc:sldChg>
      <pc:sldChg chg="ord">
        <pc:chgData name="Patricio Henríquez Tapia" userId="4f189ec0-b5da-4dd3-b70a-6f9a76bc763e" providerId="ADAL" clId="{2A6394DD-8411-431D-8451-C5B24C4EE61F}" dt="2026-10-21T00:05:31.618" v="3"/>
        <pc:sldMkLst>
          <pc:docMk/>
          <pc:sldMk cId="0" sldId="300"/>
        </pc:sldMkLst>
      </pc:sldChg>
    </pc:docChg>
  </pc:docChgLst>
  <pc:docChgLst>
    <pc:chgData name="Guest User" userId="S::urn:spo:tenantanon#6e4d5417-163d-4e66-83d7-c68ec7528de3::" providerId="AD" clId="Web-{09D02B70-182A-7A0A-56DE-9E4175509914}"/>
    <pc:docChg chg="modSld sldOrd">
      <pc:chgData name="Guest User" userId="S::urn:spo:tenantanon#6e4d5417-163d-4e66-83d7-c68ec7528de3::" providerId="AD" clId="Web-{09D02B70-182A-7A0A-56DE-9E4175509914}" dt="2026-10-21T00:05:56.530" v="58"/>
      <pc:docMkLst>
        <pc:docMk/>
      </pc:docMkLst>
      <pc:sldChg chg="delSp">
        <pc:chgData name="Guest User" userId="S::urn:spo:tenantanon#6e4d5417-163d-4e66-83d7-c68ec7528de3::" providerId="AD" clId="Web-{09D02B70-182A-7A0A-56DE-9E4175509914}" dt="2026-10-20T23:27:23.555" v="1"/>
        <pc:sldMkLst>
          <pc:docMk/>
          <pc:sldMk cId="0" sldId="257"/>
        </pc:sldMkLst>
        <pc:spChg chg="del">
          <ac:chgData name="Guest User" userId="S::urn:spo:tenantanon#6e4d5417-163d-4e66-83d7-c68ec7528de3::" providerId="AD" clId="Web-{09D02B70-182A-7A0A-56DE-9E4175509914}" dt="2026-10-20T23:27:22.461" v="0"/>
          <ac:spMkLst>
            <pc:docMk/>
            <pc:sldMk cId="0" sldId="257"/>
            <ac:spMk id="253" creationId="{00000000-0000-0000-0000-000000000000}"/>
          </ac:spMkLst>
        </pc:spChg>
        <pc:spChg chg="del">
          <ac:chgData name="Guest User" userId="S::urn:spo:tenantanon#6e4d5417-163d-4e66-83d7-c68ec7528de3::" providerId="AD" clId="Web-{09D02B70-182A-7A0A-56DE-9E4175509914}" dt="2026-10-20T23:27:23.555" v="1"/>
          <ac:spMkLst>
            <pc:docMk/>
            <pc:sldMk cId="0" sldId="257"/>
            <ac:spMk id="254" creationId="{00000000-0000-0000-0000-000000000000}"/>
          </ac:spMkLst>
        </pc:spChg>
      </pc:sldChg>
      <pc:sldChg chg="ord">
        <pc:chgData name="Guest User" userId="S::urn:spo:tenantanon#6e4d5417-163d-4e66-83d7-c68ec7528de3::" providerId="AD" clId="Web-{09D02B70-182A-7A0A-56DE-9E4175509914}" dt="2026-10-21T00:05:56.530" v="58"/>
        <pc:sldMkLst>
          <pc:docMk/>
          <pc:sldMk cId="0" sldId="260"/>
        </pc:sldMkLst>
      </pc:sldChg>
      <pc:sldChg chg="addSp delSp modSp">
        <pc:chgData name="Guest User" userId="S::urn:spo:tenantanon#6e4d5417-163d-4e66-83d7-c68ec7528de3::" providerId="AD" clId="Web-{09D02B70-182A-7A0A-56DE-9E4175509914}" dt="2026-10-20T23:40:16.005" v="57"/>
        <pc:sldMkLst>
          <pc:docMk/>
          <pc:sldMk cId="0" sldId="261"/>
        </pc:sldMkLst>
        <pc:spChg chg="add mod">
          <ac:chgData name="Guest User" userId="S::urn:spo:tenantanon#6e4d5417-163d-4e66-83d7-c68ec7528de3::" providerId="AD" clId="Web-{09D02B70-182A-7A0A-56DE-9E4175509914}" dt="2026-10-20T23:35:29.354" v="45" actId="20577"/>
          <ac:spMkLst>
            <pc:docMk/>
            <pc:sldMk cId="0" sldId="261"/>
            <ac:spMk id="3" creationId="{C321038A-144F-D274-7365-0E51AD4DA502}"/>
          </ac:spMkLst>
        </pc:spChg>
        <pc:spChg chg="mod">
          <ac:chgData name="Guest User" userId="S::urn:spo:tenantanon#6e4d5417-163d-4e66-83d7-c68ec7528de3::" providerId="AD" clId="Web-{09D02B70-182A-7A0A-56DE-9E4175509914}" dt="2026-10-20T23:34:24.367" v="15" actId="20577"/>
          <ac:spMkLst>
            <pc:docMk/>
            <pc:sldMk cId="0" sldId="261"/>
            <ac:spMk id="372" creationId="{00000000-0000-0000-0000-000000000000}"/>
          </ac:spMkLst>
        </pc:spChg>
        <pc:spChg chg="mod">
          <ac:chgData name="Guest User" userId="S::urn:spo:tenantanon#6e4d5417-163d-4e66-83d7-c68ec7528de3::" providerId="AD" clId="Web-{09D02B70-182A-7A0A-56DE-9E4175509914}" dt="2026-10-20T23:36:14.965" v="51" actId="1076"/>
          <ac:spMkLst>
            <pc:docMk/>
            <pc:sldMk cId="0" sldId="261"/>
            <ac:spMk id="377" creationId="{00000000-0000-0000-0000-000000000000}"/>
          </ac:spMkLst>
        </pc:spChg>
        <pc:picChg chg="add del mod">
          <ac:chgData name="Guest User" userId="S::urn:spo:tenantanon#6e4d5417-163d-4e66-83d7-c68ec7528de3::" providerId="AD" clId="Web-{09D02B70-182A-7A0A-56DE-9E4175509914}" dt="2026-10-20T23:40:16.005" v="57"/>
          <ac:picMkLst>
            <pc:docMk/>
            <pc:sldMk cId="0" sldId="261"/>
            <ac:picMk id="2" creationId="{CFFC17A5-2D3F-7D9B-C162-4ACD73189F25}"/>
          </ac:picMkLst>
        </pc:picChg>
      </pc:sldChg>
      <pc:sldChg chg="ord">
        <pc:chgData name="Guest User" userId="S::urn:spo:tenantanon#6e4d5417-163d-4e66-83d7-c68ec7528de3::" providerId="AD" clId="Web-{09D02B70-182A-7A0A-56DE-9E4175509914}" dt="2026-10-20T23:35:57.605" v="46"/>
        <pc:sldMkLst>
          <pc:docMk/>
          <pc:sldMk cId="0" sldId="300"/>
        </pc:sldMkLst>
      </pc:sldChg>
    </pc:docChg>
  </pc:docChgLst>
</pc:chgInfo>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s-ES"/>
  <c:roundedCorners val="1"/>
  <c:style val="2"/>
  <c:chart>
    <c:title>
      <c:tx>
        <c:rich>
          <a:bodyPr/>
          <a:lstStyle/>
          <a:p>
            <a:r>
              <a:rPr lang="es-CL" sz="1800" b="1" noProof="0">
                <a:solidFill>
                  <a:srgbClr val="111111"/>
                </a:solidFill>
                <a:latin typeface="Inter SemiBold"/>
              </a:rPr>
              <a:t>Horas-hombre por mes</a:t>
            </a:r>
          </a:p>
        </c:rich>
      </c:tx>
      <c:overlay val="0"/>
    </c:title>
    <c:autoTitleDeleted val="0"/>
    <c:plotArea>
      <c:layout/>
      <c:barChart>
        <c:barDir val="col"/>
        <c:grouping val="stacked"/>
        <c:varyColors val="1"/>
        <c:ser>
          <c:idx val="0"/>
          <c:order val="0"/>
          <c:tx>
            <c:strRef>
              <c:f>Sheet1!$B$1</c:f>
              <c:strCache>
                <c:ptCount val="1"/>
                <c:pt idx="0">
                  <c:v>E1 desarrollo</c:v>
                </c:pt>
              </c:strCache>
            </c:strRef>
          </c:tx>
          <c:spPr>
            <a:solidFill>
              <a:srgbClr val="E8641B"/>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Sheet1!$B$2:$B$57</c:f>
              <c:numCache>
                <c:formatCode>General</c:formatCode>
                <c:ptCount val="56"/>
                <c:pt idx="0">
                  <c:v>1415.81</c:v>
                </c:pt>
                <c:pt idx="1">
                  <c:v>2909.52</c:v>
                </c:pt>
                <c:pt idx="2">
                  <c:v>2361.67</c:v>
                </c:pt>
                <c:pt idx="3">
                  <c:v>3142.78</c:v>
                </c:pt>
                <c:pt idx="4">
                  <c:v>5039.21</c:v>
                </c:pt>
                <c:pt idx="5">
                  <c:v>5335.52</c:v>
                </c:pt>
                <c:pt idx="6">
                  <c:v>5107.82</c:v>
                </c:pt>
                <c:pt idx="7">
                  <c:v>4640.8599999999997</c:v>
                </c:pt>
                <c:pt idx="8">
                  <c:v>3151.92</c:v>
                </c:pt>
                <c:pt idx="9">
                  <c:v>2060.5700000000002</c:v>
                </c:pt>
                <c:pt idx="10">
                  <c:v>1676.35</c:v>
                </c:pt>
                <c:pt idx="11">
                  <c:v>1299.1400000000001</c:v>
                </c:pt>
                <c:pt idx="12">
                  <c:v>0</c:v>
                </c:pt>
                <c:pt idx="13">
                  <c:v>0</c:v>
                </c:pt>
                <c:pt idx="14">
                  <c:v>0</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D55E-4811-90CF-DADE352C388E}"/>
            </c:ext>
          </c:extLst>
        </c:ser>
        <c:ser>
          <c:idx val="1"/>
          <c:order val="1"/>
          <c:tx>
            <c:strRef>
              <c:f>Sheet1!$C$1</c:f>
              <c:strCache>
                <c:ptCount val="1"/>
                <c:pt idx="0">
                  <c:v>E1 marcha blanca</c:v>
                </c:pt>
              </c:strCache>
            </c:strRef>
          </c:tx>
          <c:spPr>
            <a:solidFill>
              <a:srgbClr val="F29A5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Sheet1!$C$2:$C$57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3952.7</c:v>
                </c:pt>
                <c:pt idx="13">
                  <c:v>4333.79</c:v>
                </c:pt>
                <c:pt idx="14">
                  <c:v>4060.68</c:v>
                </c:pt>
                <c:pt idx="15">
                  <c:v>0</c:v>
                </c:pt>
                <c:pt idx="16">
                  <c:v>0</c:v>
                </c:pt>
                <c:pt idx="17">
                  <c:v>0</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1-D55E-4811-90CF-DADE352C388E}"/>
            </c:ext>
          </c:extLst>
        </c:ser>
        <c:ser>
          <c:idx val="2"/>
          <c:order val="2"/>
          <c:tx>
            <c:strRef>
              <c:f>Sheet1!$D$1</c:f>
              <c:strCache>
                <c:ptCount val="1"/>
                <c:pt idx="0">
                  <c:v>E2 desarrollo</c:v>
                </c:pt>
              </c:strCache>
            </c:strRef>
          </c:tx>
          <c:spPr>
            <a:solidFill>
              <a:srgbClr val="111111"/>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Sheet1!$D$2:$D$57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548.57000000000005</c:v>
                </c:pt>
                <c:pt idx="13">
                  <c:v>571.42999999999995</c:v>
                </c:pt>
                <c:pt idx="14">
                  <c:v>4045.71</c:v>
                </c:pt>
                <c:pt idx="15">
                  <c:v>2948.35</c:v>
                </c:pt>
                <c:pt idx="16">
                  <c:v>1729.57</c:v>
                </c:pt>
                <c:pt idx="17">
                  <c:v>1562.91</c:v>
                </c:pt>
                <c:pt idx="18">
                  <c:v>0</c:v>
                </c:pt>
                <c:pt idx="19">
                  <c:v>0</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2-D55E-4811-90CF-DADE352C388E}"/>
            </c:ext>
          </c:extLst>
        </c:ser>
        <c:ser>
          <c:idx val="3"/>
          <c:order val="3"/>
          <c:tx>
            <c:strRef>
              <c:f>Sheet1!$E$1</c:f>
              <c:strCache>
                <c:ptCount val="1"/>
                <c:pt idx="0">
                  <c:v>E2 marcha blanca</c:v>
                </c:pt>
              </c:strCache>
            </c:strRef>
          </c:tx>
          <c:spPr>
            <a:solidFill>
              <a:srgbClr val="606060"/>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Sheet1!$E$2:$E$57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3769.86</c:v>
                </c:pt>
                <c:pt idx="19">
                  <c:v>3538.05</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3-D55E-4811-90CF-DADE352C388E}"/>
            </c:ext>
          </c:extLst>
        </c:ser>
        <c:ser>
          <c:idx val="4"/>
          <c:order val="4"/>
          <c:tx>
            <c:strRef>
              <c:f>Sheet1!$F$1</c:f>
              <c:strCache>
                <c:ptCount val="1"/>
                <c:pt idx="0">
                  <c:v>Soporte puente</c:v>
                </c:pt>
              </c:strCache>
            </c:strRef>
          </c:tx>
          <c:spPr>
            <a:solidFill>
              <a:srgbClr val="C7C7C7"/>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Sheet1!$F$2:$F$57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4715</c:v>
                </c:pt>
                <c:pt idx="16">
                  <c:v>3498</c:v>
                </c:pt>
                <c:pt idx="17">
                  <c:v>2754</c:v>
                </c:pt>
                <c:pt idx="18">
                  <c:v>2779</c:v>
                </c:pt>
                <c:pt idx="19">
                  <c:v>2966</c:v>
                </c:pt>
                <c:pt idx="20">
                  <c:v>0</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4-D55E-4811-90CF-DADE352C388E}"/>
            </c:ext>
          </c:extLst>
        </c:ser>
        <c:ser>
          <c:idx val="5"/>
          <c:order val="5"/>
          <c:tx>
            <c:strRef>
              <c:f>Sheet1!$G$1</c:f>
              <c:strCache>
                <c:ptCount val="1"/>
                <c:pt idx="0">
                  <c:v>Cierre</c:v>
                </c:pt>
              </c:strCache>
            </c:strRef>
          </c:tx>
          <c:spPr>
            <a:solidFill>
              <a:srgbClr val="FAD4BE"/>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Sheet1!$G$2:$G$57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2774.54</c:v>
                </c:pt>
                <c:pt idx="21">
                  <c:v>0</c:v>
                </c:pt>
                <c:pt idx="22">
                  <c:v>0</c:v>
                </c:pt>
                <c:pt idx="23">
                  <c:v>0</c:v>
                </c:pt>
                <c:pt idx="24">
                  <c:v>0</c:v>
                </c:pt>
                <c:pt idx="25">
                  <c:v>0</c:v>
                </c:pt>
                <c:pt idx="26">
                  <c:v>0</c:v>
                </c:pt>
                <c:pt idx="27">
                  <c:v>0</c:v>
                </c:pt>
                <c:pt idx="28">
                  <c:v>0</c:v>
                </c:pt>
                <c:pt idx="29">
                  <c:v>0</c:v>
                </c:pt>
                <c:pt idx="30">
                  <c:v>0</c:v>
                </c:pt>
                <c:pt idx="31">
                  <c:v>0</c:v>
                </c:pt>
                <c:pt idx="32">
                  <c:v>0</c:v>
                </c:pt>
                <c:pt idx="33">
                  <c:v>0</c:v>
                </c:pt>
                <c:pt idx="34">
                  <c:v>0</c:v>
                </c:pt>
                <c:pt idx="35">
                  <c:v>0</c:v>
                </c:pt>
                <c:pt idx="36">
                  <c:v>0</c:v>
                </c:pt>
                <c:pt idx="37">
                  <c:v>0</c:v>
                </c:pt>
                <c:pt idx="38">
                  <c:v>0</c:v>
                </c:pt>
                <c:pt idx="39">
                  <c:v>0</c:v>
                </c:pt>
                <c:pt idx="40">
                  <c:v>0</c:v>
                </c:pt>
                <c:pt idx="41">
                  <c:v>0</c:v>
                </c:pt>
                <c:pt idx="42">
                  <c:v>0</c:v>
                </c:pt>
                <c:pt idx="43">
                  <c:v>0</c:v>
                </c:pt>
                <c:pt idx="44">
                  <c:v>0</c:v>
                </c:pt>
                <c:pt idx="45">
                  <c:v>0</c:v>
                </c:pt>
                <c:pt idx="46">
                  <c:v>0</c:v>
                </c:pt>
                <c:pt idx="47">
                  <c:v>0</c:v>
                </c:pt>
                <c:pt idx="48">
                  <c:v>0</c:v>
                </c:pt>
                <c:pt idx="49">
                  <c:v>0</c:v>
                </c:pt>
                <c:pt idx="50">
                  <c:v>0</c:v>
                </c:pt>
                <c:pt idx="51">
                  <c:v>0</c:v>
                </c:pt>
                <c:pt idx="52">
                  <c:v>0</c:v>
                </c:pt>
                <c:pt idx="53">
                  <c:v>0</c:v>
                </c:pt>
                <c:pt idx="54">
                  <c:v>0</c:v>
                </c:pt>
                <c:pt idx="55">
                  <c:v>0</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5-D55E-4811-90CF-DADE352C388E}"/>
            </c:ext>
          </c:extLst>
        </c:ser>
        <c:ser>
          <c:idx val="6"/>
          <c:order val="6"/>
          <c:tx>
            <c:strRef>
              <c:f>Sheet1!$H$1</c:f>
              <c:strCache>
                <c:ptCount val="1"/>
                <c:pt idx="0">
                  <c:v>Operación</c:v>
                </c:pt>
              </c:strCache>
            </c:strRef>
          </c:tx>
          <c:spPr>
            <a:solidFill>
              <a:srgbClr val="9A9A9A"/>
            </a:solidFill>
          </c:spPr>
          <c:invertIfNegative val="1"/>
          <c:cat>
            <c:strRef>
              <c:f>Sheet1!$A$2:$A$57</c:f>
              <c:strCache>
                <c:ptCount val="56"/>
                <c:pt idx="0">
                  <c:v>1</c:v>
                </c:pt>
                <c:pt idx="1">
                  <c:v>2</c:v>
                </c:pt>
                <c:pt idx="2">
                  <c:v>3</c:v>
                </c:pt>
                <c:pt idx="3">
                  <c:v>4</c:v>
                </c:pt>
                <c:pt idx="4">
                  <c:v>5</c:v>
                </c:pt>
                <c:pt idx="5">
                  <c:v>6</c:v>
                </c:pt>
                <c:pt idx="6">
                  <c:v>7</c:v>
                </c:pt>
                <c:pt idx="7">
                  <c:v>8</c:v>
                </c:pt>
                <c:pt idx="8">
                  <c:v>9</c:v>
                </c:pt>
                <c:pt idx="9">
                  <c:v>10</c:v>
                </c:pt>
                <c:pt idx="10">
                  <c:v>11</c:v>
                </c:pt>
                <c:pt idx="11">
                  <c:v>12</c:v>
                </c:pt>
                <c:pt idx="12">
                  <c:v>13</c:v>
                </c:pt>
                <c:pt idx="13">
                  <c:v>14</c:v>
                </c:pt>
                <c:pt idx="14">
                  <c:v>15</c:v>
                </c:pt>
                <c:pt idx="15">
                  <c:v>16</c:v>
                </c:pt>
                <c:pt idx="16">
                  <c:v>17</c:v>
                </c:pt>
                <c:pt idx="17">
                  <c:v>18</c:v>
                </c:pt>
                <c:pt idx="18">
                  <c:v>19</c:v>
                </c:pt>
                <c:pt idx="19">
                  <c:v>20</c:v>
                </c:pt>
                <c:pt idx="20">
                  <c:v>21</c:v>
                </c:pt>
                <c:pt idx="21">
                  <c:v>22</c:v>
                </c:pt>
                <c:pt idx="22">
                  <c:v>23</c:v>
                </c:pt>
                <c:pt idx="23">
                  <c:v>24</c:v>
                </c:pt>
                <c:pt idx="24">
                  <c:v>25</c:v>
                </c:pt>
                <c:pt idx="25">
                  <c:v>26</c:v>
                </c:pt>
                <c:pt idx="26">
                  <c:v>27</c:v>
                </c:pt>
                <c:pt idx="27">
                  <c:v>28</c:v>
                </c:pt>
                <c:pt idx="28">
                  <c:v>29</c:v>
                </c:pt>
                <c:pt idx="29">
                  <c:v>30</c:v>
                </c:pt>
                <c:pt idx="30">
                  <c:v>31</c:v>
                </c:pt>
                <c:pt idx="31">
                  <c:v>32</c:v>
                </c:pt>
                <c:pt idx="32">
                  <c:v>33</c:v>
                </c:pt>
                <c:pt idx="33">
                  <c:v>34</c:v>
                </c:pt>
                <c:pt idx="34">
                  <c:v>35</c:v>
                </c:pt>
                <c:pt idx="35">
                  <c:v>36</c:v>
                </c:pt>
                <c:pt idx="36">
                  <c:v>37</c:v>
                </c:pt>
                <c:pt idx="37">
                  <c:v>38</c:v>
                </c:pt>
                <c:pt idx="38">
                  <c:v>39</c:v>
                </c:pt>
                <c:pt idx="39">
                  <c:v>40</c:v>
                </c:pt>
                <c:pt idx="40">
                  <c:v>41</c:v>
                </c:pt>
                <c:pt idx="41">
                  <c:v>42</c:v>
                </c:pt>
                <c:pt idx="42">
                  <c:v>43</c:v>
                </c:pt>
                <c:pt idx="43">
                  <c:v>44</c:v>
                </c:pt>
                <c:pt idx="44">
                  <c:v>45</c:v>
                </c:pt>
                <c:pt idx="45">
                  <c:v>46</c:v>
                </c:pt>
                <c:pt idx="46">
                  <c:v>47</c:v>
                </c:pt>
                <c:pt idx="47">
                  <c:v>48</c:v>
                </c:pt>
                <c:pt idx="48">
                  <c:v>49</c:v>
                </c:pt>
                <c:pt idx="49">
                  <c:v>50</c:v>
                </c:pt>
                <c:pt idx="50">
                  <c:v>51</c:v>
                </c:pt>
                <c:pt idx="51">
                  <c:v>52</c:v>
                </c:pt>
                <c:pt idx="52">
                  <c:v>53</c:v>
                </c:pt>
                <c:pt idx="53">
                  <c:v>54</c:v>
                </c:pt>
                <c:pt idx="54">
                  <c:v>55</c:v>
                </c:pt>
                <c:pt idx="55">
                  <c:v>56</c:v>
                </c:pt>
              </c:strCache>
            </c:strRef>
          </c:cat>
          <c:val>
            <c:numRef>
              <c:f>Sheet1!$H$2:$H$57</c:f>
              <c:numCache>
                <c:formatCode>General</c:formatCode>
                <c:ptCount val="56"/>
                <c:pt idx="0">
                  <c:v>0</c:v>
                </c:pt>
                <c:pt idx="1">
                  <c:v>0</c:v>
                </c:pt>
                <c:pt idx="2">
                  <c:v>0</c:v>
                </c:pt>
                <c:pt idx="3">
                  <c:v>0</c:v>
                </c:pt>
                <c:pt idx="4">
                  <c:v>0</c:v>
                </c:pt>
                <c:pt idx="5">
                  <c:v>0</c:v>
                </c:pt>
                <c:pt idx="6">
                  <c:v>0</c:v>
                </c:pt>
                <c:pt idx="7">
                  <c:v>0</c:v>
                </c:pt>
                <c:pt idx="8">
                  <c:v>0</c:v>
                </c:pt>
                <c:pt idx="9">
                  <c:v>0</c:v>
                </c:pt>
                <c:pt idx="10">
                  <c:v>0</c:v>
                </c:pt>
                <c:pt idx="11">
                  <c:v>0</c:v>
                </c:pt>
                <c:pt idx="12">
                  <c:v>0</c:v>
                </c:pt>
                <c:pt idx="13">
                  <c:v>0</c:v>
                </c:pt>
                <c:pt idx="14">
                  <c:v>0</c:v>
                </c:pt>
                <c:pt idx="15">
                  <c:v>0</c:v>
                </c:pt>
                <c:pt idx="16">
                  <c:v>0</c:v>
                </c:pt>
                <c:pt idx="17">
                  <c:v>0</c:v>
                </c:pt>
                <c:pt idx="18">
                  <c:v>0</c:v>
                </c:pt>
                <c:pt idx="19">
                  <c:v>0</c:v>
                </c:pt>
                <c:pt idx="20">
                  <c:v>3198.26</c:v>
                </c:pt>
                <c:pt idx="21">
                  <c:v>3232.55</c:v>
                </c:pt>
                <c:pt idx="22">
                  <c:v>3440.54</c:v>
                </c:pt>
                <c:pt idx="23">
                  <c:v>3247.92</c:v>
                </c:pt>
                <c:pt idx="24">
                  <c:v>3341.5</c:v>
                </c:pt>
                <c:pt idx="25">
                  <c:v>3688.21</c:v>
                </c:pt>
                <c:pt idx="26">
                  <c:v>3585.83</c:v>
                </c:pt>
                <c:pt idx="27">
                  <c:v>3635.78</c:v>
                </c:pt>
                <c:pt idx="28">
                  <c:v>3529.78</c:v>
                </c:pt>
                <c:pt idx="29">
                  <c:v>3577.78</c:v>
                </c:pt>
                <c:pt idx="30">
                  <c:v>3635.78</c:v>
                </c:pt>
                <c:pt idx="31">
                  <c:v>3741.78</c:v>
                </c:pt>
                <c:pt idx="32">
                  <c:v>3729.11</c:v>
                </c:pt>
                <c:pt idx="33">
                  <c:v>3529.78</c:v>
                </c:pt>
                <c:pt idx="34">
                  <c:v>3853.78</c:v>
                </c:pt>
                <c:pt idx="35">
                  <c:v>3635.78</c:v>
                </c:pt>
                <c:pt idx="36">
                  <c:v>3317.78</c:v>
                </c:pt>
                <c:pt idx="37">
                  <c:v>3577.78</c:v>
                </c:pt>
                <c:pt idx="38">
                  <c:v>3623.11</c:v>
                </c:pt>
                <c:pt idx="39">
                  <c:v>3635.78</c:v>
                </c:pt>
                <c:pt idx="40">
                  <c:v>3471.78</c:v>
                </c:pt>
                <c:pt idx="41">
                  <c:v>3635.78</c:v>
                </c:pt>
                <c:pt idx="42">
                  <c:v>3635.78</c:v>
                </c:pt>
                <c:pt idx="43">
                  <c:v>3741.78</c:v>
                </c:pt>
                <c:pt idx="44">
                  <c:v>3729.11</c:v>
                </c:pt>
                <c:pt idx="45">
                  <c:v>3529.78</c:v>
                </c:pt>
                <c:pt idx="46">
                  <c:v>3853.78</c:v>
                </c:pt>
                <c:pt idx="47">
                  <c:v>3635.78</c:v>
                </c:pt>
                <c:pt idx="48">
                  <c:v>3317.77</c:v>
                </c:pt>
                <c:pt idx="49">
                  <c:v>3577.77</c:v>
                </c:pt>
                <c:pt idx="50">
                  <c:v>3623.1</c:v>
                </c:pt>
                <c:pt idx="51">
                  <c:v>3635.77</c:v>
                </c:pt>
                <c:pt idx="52">
                  <c:v>3471.77</c:v>
                </c:pt>
                <c:pt idx="53">
                  <c:v>3746.88</c:v>
                </c:pt>
                <c:pt idx="54">
                  <c:v>3599.99</c:v>
                </c:pt>
                <c:pt idx="55">
                  <c:v>3888.44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6-D55E-4811-90CF-DADE352C388E}"/>
            </c:ext>
          </c:extLst>
        </c:ser>
        <c:dLbls>
          <c:showLegendKey val="0"/>
          <c:showVal val="0"/>
          <c:showCatName val="0"/>
          <c:showSerName val="0"/>
          <c:showPercent val="0"/>
          <c:showBubbleSize val="0"/>
        </c:dLbls>
        <c:gapWidth val="25"/>
        <c:overlap val="100"/>
        <c:axId val="-2068027336"/>
        <c:axId val="-2113994440"/>
      </c:barChart>
      <c:catAx>
        <c:axId val="-2068027336"/>
        <c:scaling>
          <c:orientation val="minMax"/>
        </c:scaling>
        <c:delete val="0"/>
        <c:axPos val="b"/>
        <c:numFmt formatCode="General" sourceLinked="0"/>
        <c:majorTickMark val="out"/>
        <c:minorTickMark val="none"/>
        <c:tickLblPos val="nextTo"/>
        <c:spPr>
          <a:ln>
            <a:solidFill>
              <a:srgbClr val="C7C7C7"/>
            </a:solidFill>
          </a:ln>
        </c:spPr>
        <c:txPr>
          <a:bodyPr/>
          <a:lstStyle/>
          <a:p>
            <a:pPr>
              <a:defRPr sz="1300"/>
            </a:pPr>
            <a:endParaRPr lang="es-CL"/>
          </a:p>
        </c:txPr>
        <c:crossAx val="-2113994440"/>
        <c:crosses val="autoZero"/>
        <c:auto val="1"/>
        <c:lblAlgn val="ctr"/>
        <c:lblOffset val="100"/>
        <c:tickLblSkip val="5"/>
        <c:noMultiLvlLbl val="0"/>
      </c:catAx>
      <c:valAx>
        <c:axId val="-2113994440"/>
        <c:scaling>
          <c:orientation val="minMax"/>
        </c:scaling>
        <c:delete val="0"/>
        <c:axPos val="l"/>
        <c:majorGridlines>
          <c:spPr>
            <a:ln>
              <a:solidFill>
                <a:srgbClr val="E6E6E6"/>
              </a:solidFill>
            </a:ln>
          </c:spPr>
        </c:majorGridlines>
        <c:numFmt formatCode="#,##0" sourceLinked="0"/>
        <c:majorTickMark val="out"/>
        <c:minorTickMark val="none"/>
        <c:tickLblPos val="nextTo"/>
        <c:spPr>
          <a:ln>
            <a:noFill/>
          </a:ln>
        </c:spPr>
        <c:txPr>
          <a:bodyPr/>
          <a:lstStyle/>
          <a:p>
            <a:pPr>
              <a:defRPr sz="1300"/>
            </a:pPr>
            <a:endParaRPr lang="es-CL"/>
          </a:p>
        </c:txPr>
        <c:crossAx val="-2068027336"/>
        <c:crosses val="autoZero"/>
        <c:crossBetween val="between"/>
      </c:valAx>
    </c:plotArea>
    <c:legend>
      <c:legendPos val="b"/>
      <c:overlay val="0"/>
      <c:txPr>
        <a:bodyPr/>
        <a:lstStyle/>
        <a:p>
          <a:pPr>
            <a:defRPr sz="1300"/>
          </a:pPr>
          <a:endParaRPr lang="es-CL"/>
        </a:p>
      </c:txPr>
    </c:legend>
    <c:plotVisOnly val="1"/>
    <c:dispBlanksAs val="gap"/>
    <c:showDLblsOverMax val="1"/>
  </c:chart>
  <c:txPr>
    <a:bodyPr/>
    <a:lstStyle/>
    <a:p>
      <a:pPr>
        <a:defRPr sz="1300">
          <a:solidFill>
            <a:srgbClr val="3C3C3C"/>
          </a:solidFill>
          <a:latin typeface="Inter"/>
        </a:defRPr>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0"/>
        <p:cNvGrpSpPr/>
        <p:nvPr/>
      </p:nvGrpSpPr>
      <p:grpSpPr>
        <a:xfrm>
          <a:off x="0" y="0"/>
          <a:ext cx="0" cy="0"/>
          <a:chOff x="0" y="0"/>
          <a:chExt cx="0" cy="0"/>
        </a:xfrm>
      </p:grpSpPr>
      <p:sp>
        <p:nvSpPr>
          <p:cNvPr id="231" name="Google Shape;231;p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32" name="Google Shape;232;p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Buenos días. Somos LafroX SpA y presentamos nuestra Propuesta Técnica para la Licitación TFEP-01/2026 de Distribuidora Puelche: el Sistema Integral de Gestión Logística Puelche.</a:t>
            </a:r>
            <a:endParaRPr/>
          </a:p>
        </p:txBody>
      </p:sp>
      <p:sp>
        <p:nvSpPr>
          <p:cNvPr id="233" name="Google Shape;233;p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90"/>
        <p:cNvGrpSpPr/>
        <p:nvPr/>
      </p:nvGrpSpPr>
      <p:grpSpPr>
        <a:xfrm>
          <a:off x="0" y="0"/>
          <a:ext cx="0" cy="0"/>
          <a:chOff x="0" y="0"/>
          <a:chExt cx="0" cy="0"/>
        </a:xfrm>
      </p:grpSpPr>
      <p:sp>
        <p:nvSpPr>
          <p:cNvPr id="2091" name="Google Shape;2091;p3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92" name="Google Shape;2092;p3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Lo dirige Alex Aravena, Jefe de Proyecto e interlocutor único. Siete líderes cubren arquitectura e integración, seguridad, datos, desarrollo, calidad, operación e implantación: ocho personas para los diez roles mínimos. Peak de 69 personas equivalentes. (SD1 Tabla 1.6; SD7 T-15)</a:t>
            </a:r>
            <a:endParaRPr sz="1200">
              <a:solidFill>
                <a:schemeClr val="dk1"/>
              </a:solidFill>
              <a:latin typeface="Arial"/>
              <a:ea typeface="Arial"/>
              <a:cs typeface="Arial"/>
              <a:sym typeface="Arial"/>
            </a:endParaRPr>
          </a:p>
        </p:txBody>
      </p:sp>
      <p:sp>
        <p:nvSpPr>
          <p:cNvPr id="2093" name="Google Shape;2093;p3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7"/>
        <p:cNvGrpSpPr/>
        <p:nvPr/>
      </p:nvGrpSpPr>
      <p:grpSpPr>
        <a:xfrm>
          <a:off x="0" y="0"/>
          <a:ext cx="0" cy="0"/>
          <a:chOff x="0" y="0"/>
          <a:chExt cx="0" cy="0"/>
        </a:xfrm>
      </p:grpSpPr>
      <p:sp>
        <p:nvSpPr>
          <p:cNvPr id="248" name="Google Shape;248;p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49" name="Google Shape;249;p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Marzo de 2026: un retiro sanitario. Puelche tardó nueve días en saber a qué clientes había llegado el producto. 4.800 kilos retirados y el proveedor de lácteos —6 % de las ventas— suspendió a Puelche por seis meses. Recuerden: nueve días. (Fuente: SD2)</a:t>
            </a:r>
            <a:endParaRPr/>
          </a:p>
        </p:txBody>
      </p:sp>
      <p:sp>
        <p:nvSpPr>
          <p:cNvPr id="250" name="Google Shape;250;p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p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73" name="Google Shape;273;p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Tres problemas que parecen distintos: habilitación sanitaria comprometida (41 % de recepciones sin lote en el producto del retiro), servicio que pierde competitividad (OTIF 82,4 %, 4,2 % de reentregas) y un costo de servir calculado con un prorrateo de 2016 ($4,2 M/mes en diferencias de rendición). La misma causa: el dato no se registra donde ocurre. (SD2)</a:t>
            </a:r>
            <a:endParaRPr/>
          </a:p>
        </p:txBody>
      </p:sp>
      <p:sp>
        <p:nvSpPr>
          <p:cNvPr id="274" name="Google Shape;274;p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5"/>
        <p:cNvGrpSpPr/>
        <p:nvPr/>
      </p:nvGrpSpPr>
      <p:grpSpPr>
        <a:xfrm>
          <a:off x="0" y="0"/>
          <a:ext cx="0" cy="0"/>
          <a:chOff x="0" y="0"/>
          <a:chExt cx="0" cy="0"/>
        </a:xfrm>
      </p:grpSpPr>
      <p:sp>
        <p:nvSpPr>
          <p:cNvPr id="306" name="Google Shape;306;hc7cc306779174be_12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07" name="Google Shape;307;hc7cc306779174be_12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b="0" i="0" u="none" strike="noStrike" cap="none">
                <a:solidFill>
                  <a:schemeClr val="dk1"/>
                </a:solidFill>
                <a:latin typeface="Arial"/>
                <a:ea typeface="Arial"/>
                <a:cs typeface="Arial"/>
                <a:sym typeface="Arial"/>
              </a:rPr>
              <a:t>Los números con que nos van a medir: OTIF de 82,4 % a sobre 95 %; reentregas de 4,2 % a menos de 1 %; ninguna recepción sin lote en los productos que lo requieren; merma de 1,7 % a 1 %; rendición cuadrada el mismo día; y el retiro, de nueve días a menos de dos horas. (SD2, Tabla 2.1)</a:t>
            </a:r>
            <a:endParaRPr/>
          </a:p>
        </p:txBody>
      </p:sp>
      <p:sp>
        <p:nvSpPr>
          <p:cNvPr id="308" name="Google Shape;308;hc7cc306779174be_12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p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52" name="Google Shape;352;p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 esquema de solución tiene tres vistas complementarias. La Figura 3.1 muestra el ciclo logístico: los pedidos de preventa, del canal moderno y del portal pasan por la planificación de rutas, la preparación y la entrega, que registra cobros, devoluciones y envases; el ERP recibe el detalle preparado y sigue siendo el único emisor tributario. La Figura 3.2 sigue el lote desde la recepción hasta la entrega: ante un retiro, la lista de clientes afectados se obtiene en menos de dos horas. La Figura 3.3 muestra la continuidad: preventa y reparto trabajan 14 horas sin señal y el centro de distribución al menos 24 horas sin enlace; al volver la conexión, la sincronización tarda como máximo 10 minutos y 2 horas, respectivamente. (SD3, Figuras 3.1 a 3.3) (Diagramas: SD3, Figuras 3.1, 3.2 y 3.3.)</a:t>
            </a:r>
          </a:p>
        </p:txBody>
      </p:sp>
      <p:sp>
        <p:nvSpPr>
          <p:cNvPr id="353" name="Google Shape;353;p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6"/>
        <p:cNvGrpSpPr/>
        <p:nvPr/>
      </p:nvGrpSpPr>
      <p:grpSpPr>
        <a:xfrm>
          <a:off x="0" y="0"/>
          <a:ext cx="0" cy="0"/>
          <a:chOff x="0" y="0"/>
          <a:chExt cx="0" cy="0"/>
        </a:xfrm>
      </p:grpSpPr>
      <p:sp>
        <p:nvSpPr>
          <p:cNvPr id="367" name="Google Shape;367;p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368" name="Google Shape;368;p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El mapa del sistema: siete interfaces, doce módulos agrupados por frente y los tres sistemas externos: ERP, Transbank y geolocalización; las cadenas se integran por EDI en la Etapa 2. Solo el canal moderno (M11) espera a la Etapa 2. El dato fluye de recepción a inventario, preparación y reparto. El ERP es el único emisor tributario y se accede vía una capa anticorrupción (ACL); M10 consolida OTIF y costo de servir. (SD3 Fig. 3.4–3.8, SD4 Anexo 4-F)</a:t>
            </a:r>
            <a:endParaRPr/>
          </a:p>
        </p:txBody>
      </p:sp>
      <p:sp>
        <p:nvSpPr>
          <p:cNvPr id="369" name="Google Shape;369;p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2"/>
        <p:cNvGrpSpPr/>
        <p:nvPr/>
      </p:nvGrpSpPr>
      <p:grpSpPr>
        <a:xfrm>
          <a:off x="0" y="0"/>
          <a:ext cx="0" cy="0"/>
          <a:chOff x="0" y="0"/>
          <a:chExt cx="0" cy="0"/>
        </a:xfrm>
      </p:grpSpPr>
      <p:sp>
        <p:nvSpPr>
          <p:cNvPr id="463" name="Google Shape;463;p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464" name="Google Shape;464;p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vista general relaciona a cada actor con su aplicación, portal o consola y con los módulos M1 a M12. Se lee en ocho capas: presentación captura y muestra la información, el borde protege la entrada, la puerta de enlace valida las solicitudes, el negocio aplica las reglas en Laravel, la integración conserva y distribuye eventos y el acceso a datos administra la persistencia; seguridad y observabilidad atraviesan todas las capas. Las conexiones son intercambios autorizados, no acceso directo a las bases de datos, y la puerta local permite que la bodega siga operando sin WAN. (SD4, Figura 1)</a:t>
            </a:r>
            <a:endParaRPr sz="1200">
              <a:solidFill>
                <a:schemeClr val="dk1"/>
              </a:solidFill>
              <a:latin typeface="Arial"/>
              <a:ea typeface="Arial"/>
              <a:cs typeface="Arial"/>
              <a:sym typeface="Arial"/>
            </a:endParaRPr>
          </a:p>
        </p:txBody>
      </p:sp>
      <p:sp>
        <p:nvSpPr>
          <p:cNvPr id="465" name="Google Shape;465;p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0"/>
        <p:cNvGrpSpPr/>
        <p:nvPr/>
      </p:nvGrpSpPr>
      <p:grpSpPr>
        <a:xfrm>
          <a:off x="0" y="0"/>
          <a:ext cx="0" cy="0"/>
          <a:chOff x="0" y="0"/>
          <a:chExt cx="0" cy="0"/>
        </a:xfrm>
      </p:grpSpPr>
      <p:sp>
        <p:nvSpPr>
          <p:cNvPr id="481" name="Google Shape;481;hc7cc306779174be_1_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82" name="Google Shape;482;hc7cc306779174be_1_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457200" lvl="0" indent="-298450" algn="l" rtl="0">
              <a:lnSpc>
                <a:spcPct val="100000"/>
              </a:lnSpc>
              <a:spcBef>
                <a:spcPts val="0"/>
              </a:spcBef>
              <a:spcAft>
                <a:spcPts val="0"/>
              </a:spcAft>
              <a:buSzPts val="1100"/>
              <a:buChar char="●"/>
            </a:pPr>
            <a:r>
              <a:rPr lang="en-US" sz="1100"/>
              <a:t>Fuente: diagramas de arquitectura lógica del Subdocumento 4, vista específica de la capa 1. Fuente editable: Arquitectura-logica-general-y-8-capas.drawio.xml.</a:t>
            </a:r>
            <a:endParaRPr/>
          </a:p>
        </p:txBody>
      </p:sp>
      <p:sp>
        <p:nvSpPr>
          <p:cNvPr id="483" name="Google Shape;483;hc7cc306779174be_1_3:notes"/>
          <p:cNvSpPr txBox="1">
            <a:spLocks noGrp="1"/>
          </p:cNvSpPr>
          <p:nvPr>
            <p:ph type="sldNum" idx="12"/>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None/>
            </a:pPr>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1"/>
        <p:cNvGrpSpPr/>
        <p:nvPr/>
      </p:nvGrpSpPr>
      <p:grpSpPr>
        <a:xfrm>
          <a:off x="0" y="0"/>
          <a:ext cx="0" cy="0"/>
          <a:chOff x="0" y="0"/>
          <a:chExt cx="0" cy="0"/>
        </a:xfrm>
      </p:grpSpPr>
      <p:sp>
        <p:nvSpPr>
          <p:cNvPr id="502" name="Google Shape;502;hc7cc306779174be_10_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03" name="Google Shape;503;hc7cc306779174be_10_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0"/>
        <p:cNvGrpSpPr/>
        <p:nvPr/>
      </p:nvGrpSpPr>
      <p:grpSpPr>
        <a:xfrm>
          <a:off x="0" y="0"/>
          <a:ext cx="0" cy="0"/>
          <a:chOff x="0" y="0"/>
          <a:chExt cx="0" cy="0"/>
        </a:xfrm>
      </p:grpSpPr>
      <p:sp>
        <p:nvSpPr>
          <p:cNvPr id="521" name="Google Shape;521;hc7cc306779174be_10_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2" name="Google Shape;522;hc7cc306779174be_10_5: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9"/>
        <p:cNvGrpSpPr/>
        <p:nvPr/>
      </p:nvGrpSpPr>
      <p:grpSpPr>
        <a:xfrm>
          <a:off x="0" y="0"/>
          <a:ext cx="0" cy="0"/>
          <a:chOff x="0" y="0"/>
          <a:chExt cx="0" cy="0"/>
        </a:xfrm>
      </p:grpSpPr>
      <p:sp>
        <p:nvSpPr>
          <p:cNvPr id="540" name="Google Shape;540;hc7cc306779174be_10_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41" name="Google Shape;541;hc7cc306779174be_10_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8"/>
        <p:cNvGrpSpPr/>
        <p:nvPr/>
      </p:nvGrpSpPr>
      <p:grpSpPr>
        <a:xfrm>
          <a:off x="0" y="0"/>
          <a:ext cx="0" cy="0"/>
          <a:chOff x="0" y="0"/>
          <a:chExt cx="0" cy="0"/>
        </a:xfrm>
      </p:grpSpPr>
      <p:sp>
        <p:nvSpPr>
          <p:cNvPr id="559" name="Google Shape;559;hc7cc306779174be_10_1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60" name="Google Shape;560;hc7cc306779174be_10_11: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7"/>
        <p:cNvGrpSpPr/>
        <p:nvPr/>
      </p:nvGrpSpPr>
      <p:grpSpPr>
        <a:xfrm>
          <a:off x="0" y="0"/>
          <a:ext cx="0" cy="0"/>
          <a:chOff x="0" y="0"/>
          <a:chExt cx="0" cy="0"/>
        </a:xfrm>
      </p:grpSpPr>
      <p:sp>
        <p:nvSpPr>
          <p:cNvPr id="578" name="Google Shape;578;hc7cc306779174be_10_7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79" name="Google Shape;579;hc7cc306779174be_10_7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hc7cc306779174be_10_9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98" name="Google Shape;598;hc7cc306779174be_10_9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5"/>
        <p:cNvGrpSpPr/>
        <p:nvPr/>
      </p:nvGrpSpPr>
      <p:grpSpPr>
        <a:xfrm>
          <a:off x="0" y="0"/>
          <a:ext cx="0" cy="0"/>
          <a:chOff x="0" y="0"/>
          <a:chExt cx="0" cy="0"/>
        </a:xfrm>
      </p:grpSpPr>
      <p:sp>
        <p:nvSpPr>
          <p:cNvPr id="616" name="Google Shape;616;hc7cc306779174be_10_11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617" name="Google Shape;617;hc7cc306779174be_10_11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4"/>
        <p:cNvGrpSpPr/>
        <p:nvPr/>
      </p:nvGrpSpPr>
      <p:grpSpPr>
        <a:xfrm>
          <a:off x="0" y="0"/>
          <a:ext cx="0" cy="0"/>
          <a:chOff x="0" y="0"/>
          <a:chExt cx="0" cy="0"/>
        </a:xfrm>
      </p:grpSpPr>
      <p:sp>
        <p:nvSpPr>
          <p:cNvPr id="635" name="Google Shape;635;p1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636" name="Google Shape;636;p1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vista general se lee en tres franjas. Arriba, quienes llegan desde fuera: portales y terminales por el borde global hacia API Gateway, la casa matriz y el teletrabajo por Verified Access y las cadenas de supermercados por AS2. Al centro, AWS: la región primaria sa-east-1, con la VPC de producción y la VPC Hub, y us-east-1 para la recuperación ante desastres. Abajo, las cinco instalaciones con cómputo, cada una con su túnel VPN: el CD Talca con un clúster Proxmox y Ceph de tres nodos, el CD Concepción con dos servidores y los tres cross-docking con dos mini-PC cada uno. Cada bodega confirma sus operaciones contra su propio WMS. (SD4, Figura 14)</a:t>
            </a:r>
            <a:endParaRPr sz="1200">
              <a:solidFill>
                <a:schemeClr val="dk1"/>
              </a:solidFill>
              <a:latin typeface="Arial"/>
              <a:ea typeface="Arial"/>
              <a:cs typeface="Arial"/>
              <a:sym typeface="Arial"/>
            </a:endParaRPr>
          </a:p>
        </p:txBody>
      </p:sp>
      <p:sp>
        <p:nvSpPr>
          <p:cNvPr id="637" name="Google Shape;637;p1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1"/>
        <p:cNvGrpSpPr/>
        <p:nvPr/>
      </p:nvGrpSpPr>
      <p:grpSpPr>
        <a:xfrm>
          <a:off x="0" y="0"/>
          <a:ext cx="0" cy="0"/>
          <a:chOff x="0" y="0"/>
          <a:chExt cx="0" cy="0"/>
        </a:xfrm>
      </p:grpSpPr>
      <p:sp>
        <p:nvSpPr>
          <p:cNvPr id="1512" name="Google Shape;1512;p2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13" name="Google Shape;1513;p2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Dos niveles: tres bloques contractuales —Etapa 1, Etapa 2 y Operación, solapados en los meses 13–15 y 19–20— y ocho frentes con un responsable nominado cada uno. (T-14 Tabla 7.52, T-15 Tabla 7.1)</a:t>
            </a:r>
            <a:endParaRPr/>
          </a:p>
        </p:txBody>
      </p:sp>
      <p:sp>
        <p:nvSpPr>
          <p:cNvPr id="1514" name="Google Shape;1514;p2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59"/>
        <p:cNvGrpSpPr/>
        <p:nvPr/>
      </p:nvGrpSpPr>
      <p:grpSpPr>
        <a:xfrm>
          <a:off x="0" y="0"/>
          <a:ext cx="0" cy="0"/>
          <a:chOff x="0" y="0"/>
          <a:chExt cx="0" cy="0"/>
        </a:xfrm>
      </p:grpSpPr>
      <p:sp>
        <p:nvSpPr>
          <p:cNvPr id="1560" name="Google Shape;1560;p2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561" name="Google Shape;1561;p2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1562" name="Google Shape;1562;p2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5"/>
        <p:cNvGrpSpPr/>
        <p:nvPr/>
      </p:nvGrpSpPr>
      <p:grpSpPr>
        <a:xfrm>
          <a:off x="0" y="0"/>
          <a:ext cx="0" cy="0"/>
          <a:chOff x="0" y="0"/>
          <a:chExt cx="0" cy="0"/>
        </a:xfrm>
      </p:grpSpPr>
      <p:sp>
        <p:nvSpPr>
          <p:cNvPr id="1626" name="Google Shape;1626;p2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627" name="Google Shape;1627;p2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Gantt mes a mes. En gris, los congelamientos de septiembre y diciembre: no se despliega nada. Migración en los meses 7 a 12; la Etapa 1 entra en tres olas y pasa a producción en el H7 (mes 16), la Etapa 2 en el H12 (mes 21); cada paso tiene su reversión. Abajo, los riesgos principales en su mes estimado: se concentran en el mes 11. (T-14, T-15, T-18, SD8 Anexo 8.B)</a:t>
            </a:r>
            <a:endParaRPr/>
          </a:p>
        </p:txBody>
      </p:sp>
      <p:sp>
        <p:nvSpPr>
          <p:cNvPr id="1628" name="Google Shape;1628;p2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8"/>
        <p:cNvGrpSpPr/>
        <p:nvPr/>
      </p:nvGrpSpPr>
      <p:grpSpPr>
        <a:xfrm>
          <a:off x="0" y="0"/>
          <a:ext cx="0" cy="0"/>
          <a:chOff x="0" y="0"/>
          <a:chExt cx="0" cy="0"/>
        </a:xfrm>
      </p:grpSpPr>
      <p:sp>
        <p:nvSpPr>
          <p:cNvPr id="729" name="Google Shape;729;hc7cc306779174be_0_8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30" name="Google Shape;730;hc7cc306779174be_0_8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PMBOK adaptado a 56 meses con valor ganado (alerta si SPI o CPI &lt; 0,90); RUP en iteraciones de dos semanas; DevSecOps con compuertas que bloquean (pruebas, análisis estático, contratos, cobertura 70/80 %). Nada se despliega en septiembre, diciembre ni los tres primeros días hábiles del mes. (SD6)</a:t>
            </a:r>
            <a:endParaRPr/>
          </a:p>
        </p:txBody>
      </p:sp>
      <p:sp>
        <p:nvSpPr>
          <p:cNvPr id="731" name="Google Shape;731;hc7cc306779174be_0_8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5"/>
        <p:cNvGrpSpPr/>
        <p:nvPr/>
      </p:nvGrpSpPr>
      <p:grpSpPr>
        <a:xfrm>
          <a:off x="0" y="0"/>
          <a:ext cx="0" cy="0"/>
          <a:chOff x="0" y="0"/>
          <a:chExt cx="0" cy="0"/>
        </a:xfrm>
      </p:grpSpPr>
      <p:sp>
        <p:nvSpPr>
          <p:cNvPr id="756" name="Google Shape;756;hc7cc306779174be_0_0: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57" name="Google Shape;757;hc7cc306779174be_0_0: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Las fases RUP ordenan el trabajo: la construcción concentra la mitad de las horas. Cada cambio recorre el ciclo DevSecOps, que se aplica en las puertas G1 a G3 del plan de calidad. (SD1, SD9 Fig. 9.3; HH de la EDT, T-14)</a:t>
            </a:r>
          </a:p>
        </p:txBody>
      </p:sp>
      <p:sp>
        <p:nvSpPr>
          <p:cNvPr id="758" name="Google Shape;758;hc7cc306779174be_0_0: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0"/>
        <p:cNvGrpSpPr/>
        <p:nvPr/>
      </p:nvGrpSpPr>
      <p:grpSpPr>
        <a:xfrm>
          <a:off x="0" y="0"/>
          <a:ext cx="0" cy="0"/>
          <a:chOff x="0" y="0"/>
          <a:chExt cx="0" cy="0"/>
        </a:xfrm>
      </p:grpSpPr>
      <p:sp>
        <p:nvSpPr>
          <p:cNvPr id="781" name="Google Shape;781;hc7cc306779174be_8_7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782" name="Google Shape;782;hc7cc306779174be_8_7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EDT ordena el trabajo en nueve fases, 49 cuentas de control y 222 paquetes. Las fases 1 a 4 se ejecutan una vez por etapa. Recorramos cada fase. (T-14 Tabla 7.1, T-15 Tabla 7.3)</a:t>
            </a:r>
          </a:p>
        </p:txBody>
      </p:sp>
      <p:sp>
        <p:nvSpPr>
          <p:cNvPr id="783" name="Google Shape;783;hc7cc306779174be_8_7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0"/>
        <p:cNvGrpSpPr/>
        <p:nvPr/>
      </p:nvGrpSpPr>
      <p:grpSpPr>
        <a:xfrm>
          <a:off x="0" y="0"/>
          <a:ext cx="0" cy="0"/>
          <a:chOff x="0" y="0"/>
          <a:chExt cx="0" cy="0"/>
        </a:xfrm>
      </p:grpSpPr>
      <p:sp>
        <p:nvSpPr>
          <p:cNvPr id="851" name="Google Shape;851;hc7cc306779174be_8_14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852" name="Google Shape;852;hc7cc306779174be_8_14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Inicio: nueve cuentas de gestión —alcance, planificación, interesados, calidad, riesgos, reversibilidad, gobierno y cumplimiento—. Se ejecuta una vez por etapa. (T-14 §7.2)</a:t>
            </a:r>
          </a:p>
        </p:txBody>
      </p:sp>
      <p:sp>
        <p:nvSpPr>
          <p:cNvPr id="853" name="Google Shape;853;hc7cc306779174be_8_14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27"/>
        <p:cNvGrpSpPr/>
        <p:nvPr/>
      </p:nvGrpSpPr>
      <p:grpSpPr>
        <a:xfrm>
          <a:off x="0" y="0"/>
          <a:ext cx="0" cy="0"/>
          <a:chOff x="0" y="0"/>
          <a:chExt cx="0" cy="0"/>
        </a:xfrm>
      </p:grpSpPr>
      <p:sp>
        <p:nvSpPr>
          <p:cNvPr id="928" name="Google Shape;928;hc7cc306779174be_8_22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929" name="Google Shape;929;hc7cc306779174be_8_22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Elaboración: arquitectura, seguridad, diseño de la sala técnica, validación, continuidad y experiencia de usuario. Cierra con el H2 en el mes 4 y, en la Etapa 2, con el H8 en el mes 14. (T-14 §7.2)</a:t>
            </a:r>
          </a:p>
        </p:txBody>
      </p:sp>
      <p:sp>
        <p:nvSpPr>
          <p:cNvPr id="930" name="Google Shape;930;hc7cc306779174be_8_22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1"/>
        <p:cNvGrpSpPr/>
        <p:nvPr/>
      </p:nvGrpSpPr>
      <p:grpSpPr>
        <a:xfrm>
          <a:off x="0" y="0"/>
          <a:ext cx="0" cy="0"/>
          <a:chOff x="0" y="0"/>
          <a:chExt cx="0" cy="0"/>
        </a:xfrm>
      </p:grpSpPr>
      <p:sp>
        <p:nvSpPr>
          <p:cNvPr id="1002" name="Google Shape;1002;hc7cc306779174be_8_29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03" name="Google Shape;1003;hc7cc306779174be_8_29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Construcción: la fase más grande, 79 paquetes. Ambientes, nube, base compartida, módulos de cada etapa, integraciones, migración, pruebas, innovaciones y documentación. (T-14 §7.2)</a:t>
            </a:r>
          </a:p>
        </p:txBody>
      </p:sp>
      <p:sp>
        <p:nvSpPr>
          <p:cNvPr id="1004" name="Google Shape;1004;hc7cc306779174be_8_29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0"/>
        <p:cNvGrpSpPr/>
        <p:nvPr/>
      </p:nvGrpSpPr>
      <p:grpSpPr>
        <a:xfrm>
          <a:off x="0" y="0"/>
          <a:ext cx="0" cy="0"/>
          <a:chOff x="0" y="0"/>
          <a:chExt cx="0" cy="0"/>
        </a:xfrm>
      </p:grpSpPr>
      <p:sp>
        <p:nvSpPr>
          <p:cNvPr id="1081" name="Google Shape;1081;hc7cc306779174be_8_37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082" name="Google Shape;1082;hc7cc306779174be_8_3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Transición: plan de implantación y las dos marchas blancas con su paso a producción (H7 mes 16 y H12 mes 21). (T-14 §7.2)</a:t>
            </a:r>
          </a:p>
        </p:txBody>
      </p:sp>
      <p:sp>
        <p:nvSpPr>
          <p:cNvPr id="1083" name="Google Shape;1083;hc7cc306779174be_8_37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51"/>
        <p:cNvGrpSpPr/>
        <p:nvPr/>
      </p:nvGrpSpPr>
      <p:grpSpPr>
        <a:xfrm>
          <a:off x="0" y="0"/>
          <a:ext cx="0" cy="0"/>
          <a:chOff x="0" y="0"/>
          <a:chExt cx="0" cy="0"/>
        </a:xfrm>
      </p:grpSpPr>
      <p:sp>
        <p:nvSpPr>
          <p:cNvPr id="1152" name="Google Shape;1152;hc7cc306779174be_8_44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153" name="Google Shape;1153;hc7cc306779174be_8_44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Adquisiciones: hardware, nube y licencias, enlaces y acuerdos con terceros. El cliente compra el equipo de terreno; LafroX lo especifica. (T-14 §7.2)</a:t>
            </a:r>
          </a:p>
        </p:txBody>
      </p:sp>
      <p:sp>
        <p:nvSpPr>
          <p:cNvPr id="1154" name="Google Shape;1154;hc7cc306779174be_8_44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23"/>
        <p:cNvGrpSpPr/>
        <p:nvPr/>
      </p:nvGrpSpPr>
      <p:grpSpPr>
        <a:xfrm>
          <a:off x="0" y="0"/>
          <a:ext cx="0" cy="0"/>
          <a:chOff x="0" y="0"/>
          <a:chExt cx="0" cy="0"/>
        </a:xfrm>
      </p:grpSpPr>
      <p:sp>
        <p:nvSpPr>
          <p:cNvPr id="1224" name="Google Shape;1224;hc7cc306779174be_8_513: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25" name="Google Shape;1225;hc7cc306779174be_8_513: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Infraestructura y sitios: sala técnica de Talca, cableado, racks, seguridad física, equipos de campo y configuración de los sitios, meses 3 a 12. (T-14 §7.2)</a:t>
            </a:r>
          </a:p>
        </p:txBody>
      </p:sp>
      <p:sp>
        <p:nvSpPr>
          <p:cNvPr id="1226" name="Google Shape;1226;hc7cc306779174be_8_513: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97"/>
        <p:cNvGrpSpPr/>
        <p:nvPr/>
      </p:nvGrpSpPr>
      <p:grpSpPr>
        <a:xfrm>
          <a:off x="0" y="0"/>
          <a:ext cx="0" cy="0"/>
          <a:chOff x="0" y="0"/>
          <a:chExt cx="0" cy="0"/>
        </a:xfrm>
      </p:grpSpPr>
      <p:sp>
        <p:nvSpPr>
          <p:cNvPr id="1298" name="Google Shape;1298;hc7cc306779174be_8_58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299" name="Google Shape;1299;hc7cc306779174be_8_58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Capacitación y gestión del cambio: capacitación por rol, gestión del cambio con las cadenas y los transportistas, y certificación de usuarios. (T-14 §7.2)</a:t>
            </a:r>
          </a:p>
        </p:txBody>
      </p:sp>
      <p:sp>
        <p:nvSpPr>
          <p:cNvPr id="1300" name="Google Shape;1300;hc7cc306779174be_8_58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68"/>
        <p:cNvGrpSpPr/>
        <p:nvPr/>
      </p:nvGrpSpPr>
      <p:grpSpPr>
        <a:xfrm>
          <a:off x="0" y="0"/>
          <a:ext cx="0" cy="0"/>
          <a:chOff x="0" y="0"/>
          <a:chExt cx="0" cy="0"/>
        </a:xfrm>
      </p:grpSpPr>
      <p:sp>
        <p:nvSpPr>
          <p:cNvPr id="1369" name="Google Shape;1369;hc7cc306779174be_8_656: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370" name="Google Shape;1370;hc7cc306779174be_8_656: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Operación y soporte: 36 meses de servicio, 129.879 HH. Operación, mantenimiento fuera de congelamientos, innovaciones, informes y transferencia. (T-14 §7.2)</a:t>
            </a:r>
          </a:p>
        </p:txBody>
      </p:sp>
      <p:sp>
        <p:nvSpPr>
          <p:cNvPr id="1371" name="Google Shape;1371;hc7cc306779174be_8_656: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41"/>
        <p:cNvGrpSpPr/>
        <p:nvPr/>
      </p:nvGrpSpPr>
      <p:grpSpPr>
        <a:xfrm>
          <a:off x="0" y="0"/>
          <a:ext cx="0" cy="0"/>
          <a:chOff x="0" y="0"/>
          <a:chExt cx="0" cy="0"/>
        </a:xfrm>
      </p:grpSpPr>
      <p:sp>
        <p:nvSpPr>
          <p:cNvPr id="1442" name="Google Shape;1442;hc7cc306779174be_8_728: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443" name="Google Shape;1443;hc7cc306779174be_8_728: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Cierre: cierre de la implementación y salida ordenada al término del contrato, con el plan de reversibilidad (meses 54–56). (T-14 §7.2)</a:t>
            </a:r>
          </a:p>
        </p:txBody>
      </p:sp>
      <p:sp>
        <p:nvSpPr>
          <p:cNvPr id="1444" name="Google Shape;1444;hc7cc306779174be_8_728: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33"/>
        <p:cNvGrpSpPr/>
        <p:nvPr/>
      </p:nvGrpSpPr>
      <p:grpSpPr>
        <a:xfrm>
          <a:off x="0" y="0"/>
          <a:ext cx="0" cy="0"/>
          <a:chOff x="0" y="0"/>
          <a:chExt cx="0" cy="0"/>
        </a:xfrm>
      </p:grpSpPr>
      <p:sp>
        <p:nvSpPr>
          <p:cNvPr id="1734" name="Google Shape;1734;p27: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35" name="Google Shape;1735;p2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El esfuerzo sube con la construcción de la Etapa 1, baja hacia la certificación y vuelve a subir cuando se solapan la marcha blanca E1 y el desarrollo E2: máximo de 8.106 HH en el mes 15, con 69 personas equivalentes. Desde el mes 21 la operación se estabiliza entre 3.200 y 3.900 HH. Total: 217.543 HH. (T-15 Tablas 7.5 y 7.6)</a:t>
            </a:r>
            <a:endParaRPr/>
          </a:p>
        </p:txBody>
      </p:sp>
      <p:sp>
        <p:nvSpPr>
          <p:cNvPr id="1736" name="Google Shape;1736;p27: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30"/>
        <p:cNvGrpSpPr/>
        <p:nvPr/>
      </p:nvGrpSpPr>
      <p:grpSpPr>
        <a:xfrm>
          <a:off x="0" y="0"/>
          <a:ext cx="0" cy="0"/>
          <a:chOff x="0" y="0"/>
          <a:chExt cx="0" cy="0"/>
        </a:xfrm>
      </p:grpSpPr>
      <p:sp>
        <p:nvSpPr>
          <p:cNvPr id="1831" name="Google Shape;1831;hc7cc306779174be_4_25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32" name="Google Shape;1832;hc7cc306779174be_4_25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Las Bases (Art. 4.3) advierten que mencionar un estándar sin evidencia vale cero. Por eso cada norma dice cómo se acredita: ISO 25010 con ocho características y su umbral; 25012 con métricas de datos y conciliaciones; 29119 con tres niveles de proceso de prueba; PMBOK planificando, gestionando y controlando la calidad, con su costo; WCAG con herramienta y revisión manual; OWASP con análisis estático y dinámico. ISO 9001 da el marco de auditoría y CMMI nivel 3 la madurez del proceso. Leyes: Decreto 977, SII/DTE, Art. 25 bis, Ley 21.719 y GS1/EDI. (SD9 Tabla 9.2 y §9.1.4, SD2 §2.2.2)</a:t>
            </a:r>
            <a:endParaRPr/>
          </a:p>
        </p:txBody>
      </p:sp>
      <p:sp>
        <p:nvSpPr>
          <p:cNvPr id="1833" name="Google Shape;1833;hc7cc306779174be_4_25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75"/>
        <p:cNvGrpSpPr/>
        <p:nvPr/>
      </p:nvGrpSpPr>
      <p:grpSpPr>
        <a:xfrm>
          <a:off x="0" y="0"/>
          <a:ext cx="0" cy="0"/>
          <a:chOff x="0" y="0"/>
          <a:chExt cx="0" cy="0"/>
        </a:xfrm>
      </p:grpSpPr>
      <p:sp>
        <p:nvSpPr>
          <p:cNvPr id="1876" name="Google Shape;1876;hc7cc306779174be_4_48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¿Con qué se juzga la calidad? Con cuatro objetivos que el cliente usará para medir el éxito: 100 % de requisitos con prueba aprobada, cero defectos críticos o altos al cierre de cada marcha blanca, cero minutos de caída entre 05:30 y 07:00 y los 16 resultados del Caso. Y con las ocho características de ISO 25010 que exige el Art. 24, cada una con su umbral. Desempeño y fiabilidad concentran el modelo porque el despacho depende de segundos y de seguir operando sin enlace. El aseguramiento lo lidera Maximiliano Miño, que no responde a Desarrollo y puede vetar una promoción. (SD9 Tabla 9.1, Fig. 9.1–9.2, Tabla 9.3)</a:t>
            </a:r>
            <a:endParaRPr/>
          </a:p>
        </p:txBody>
      </p:sp>
      <p:sp>
        <p:nvSpPr>
          <p:cNvPr id="1877" name="Google Shape;1877;hc7cc306779174be_4_48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16"/>
        <p:cNvGrpSpPr/>
        <p:nvPr/>
      </p:nvGrpSpPr>
      <p:grpSpPr>
        <a:xfrm>
          <a:off x="0" y="0"/>
          <a:ext cx="0" cy="0"/>
          <a:chOff x="0" y="0"/>
          <a:chExt cx="0" cy="0"/>
        </a:xfrm>
      </p:grpSpPr>
      <p:sp>
        <p:nvSpPr>
          <p:cNvPr id="1917" name="Google Shape;1917;p31: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918" name="Google Shape;1918;p31: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calidad se previene: siete puertas, de G0 a G6, y nadie puede levantar un bloqueo. La aceptación exige las seis condiciones copulativas del Art. 17.3: ninguna compensa a otra. Además 1.316 casos de prueba (80 % automatizados) y pruebas a −22 °C. (SD9, SD7)</a:t>
            </a:r>
            <a:endParaRPr/>
          </a:p>
        </p:txBody>
      </p:sp>
      <p:sp>
        <p:nvSpPr>
          <p:cNvPr id="1919" name="Google Shape;1919;p31: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69"/>
        <p:cNvGrpSpPr/>
        <p:nvPr/>
      </p:nvGrpSpPr>
      <p:grpSpPr>
        <a:xfrm>
          <a:off x="0" y="0"/>
          <a:ext cx="0" cy="0"/>
          <a:chOff x="0" y="0"/>
          <a:chExt cx="0" cy="0"/>
        </a:xfrm>
      </p:grpSpPr>
      <p:sp>
        <p:nvSpPr>
          <p:cNvPr id="1970" name="Google Shape;1970;hc7cc306779174be_4_957: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Cada prueba corre en un ambiente cada vez más parecido a producción, y lo que se promueve es la misma imagen. Desarrollo: unitarias y contratos. QA: integración de las 15 interfaces y regresión. Preproducción: aceptación de usuario, carga, resiliencia, migración e intrusión. Lo que no cabe en la nube se prueba en terreno: 14 horas sin señal y cámara a −22 °C con guantes. La carga no se elige: es 1,5 veces el peak, 21,99 TPS. 1.316 casos con 80 % automatizados; la regresión completa cabe en una noche. Ningún ambiente de prueba usa datos reales sin anonimizar. (SD9 Fig. 9.4–9.5, Tablas 9.8–9.9, T-13)</a:t>
            </a:r>
            <a:endParaRPr/>
          </a:p>
        </p:txBody>
      </p:sp>
      <p:sp>
        <p:nvSpPr>
          <p:cNvPr id="1971" name="Google Shape;1971;hc7cc306779174be_4_957: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10"/>
        <p:cNvGrpSpPr/>
        <p:nvPr/>
      </p:nvGrpSpPr>
      <p:grpSpPr>
        <a:xfrm>
          <a:off x="0" y="0"/>
          <a:ext cx="0" cy="0"/>
          <a:chOff x="0" y="0"/>
          <a:chExt cx="0" cy="0"/>
        </a:xfrm>
      </p:grpSpPr>
      <p:sp>
        <p:nvSpPr>
          <p:cNvPr id="2011" name="Google Shape;2011;hc7cc306779174be_4_107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La trazabilidad une todo: con el mismo ejemplo del inicio, el retiro en menos de dos horas, se sigue la cadena desde el Caso hasta el acta del H7, pasando por requisito, módulo, paquete de la EDT, prueba, código y despliegue. La matriz se genera desde el repositorio, no a mano. La verificación la hace el equipo; la validación, el cliente en cada hito. Cuando un resultado se desvía, el ciclo PDCA lo corrige con diagramas de control, Pareto y causa raíz, y cierra solo con evidencia. El costo de conformidad es 11.136 HH, el 5,1 % de la línea base: 37,9 % prevención y 62,1 % evaluación. (SD9 Fig. 9.6–9.8, Tablas 9.5–9.6)</a:t>
            </a:r>
            <a:endParaRPr/>
          </a:p>
        </p:txBody>
      </p:sp>
      <p:sp>
        <p:nvSpPr>
          <p:cNvPr id="2012" name="Google Shape;2012;hc7cc306779174be_4_107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63"/>
        <p:cNvGrpSpPr/>
        <p:nvPr/>
      </p:nvGrpSpPr>
      <p:grpSpPr>
        <a:xfrm>
          <a:off x="0" y="0"/>
          <a:ext cx="0" cy="0"/>
          <a:chOff x="0" y="0"/>
          <a:chExt cx="0" cy="0"/>
        </a:xfrm>
      </p:grpSpPr>
      <p:sp>
        <p:nvSpPr>
          <p:cNvPr id="1764" name="Google Shape;1764;hc7cc306779174be_6_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65" name="Google Shape;1765;hc7cc306779174be_6_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Partimos por la RBS: 45 riesgos en siete ramas. La más grande es Solución y tecnología, con 14, donde están los dos críticos: retiro sin trazabilidad completa (R-012) y recuperación fuera de RTO/RPO (R-015). Cada rama tiene un color que se repite en la siguiente lámina. (SD8 Fig. 8.1)</a:t>
            </a:r>
            <a:endParaRPr/>
          </a:p>
        </p:txBody>
      </p:sp>
      <p:sp>
        <p:nvSpPr>
          <p:cNvPr id="1766" name="Google Shape;1766;hc7cc306779174be_6_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53"/>
        <p:cNvGrpSpPr/>
        <p:nvPr/>
      </p:nvGrpSpPr>
      <p:grpSpPr>
        <a:xfrm>
          <a:off x="0" y="0"/>
          <a:ext cx="0" cy="0"/>
          <a:chOff x="0" y="0"/>
          <a:chExt cx="0" cy="0"/>
        </a:xfrm>
      </p:grpSpPr>
      <p:sp>
        <p:nvSpPr>
          <p:cNvPr id="1754" name="Google Shape;1754;hc7cc306779174be_0_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755" name="Google Shape;1755;hc7cc306779174be_0_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La RBS clasifica los 45 riesgos en siete ramas, siguiendo ISO 31000. Cada punto es un riesgo coloreado por su zona. Recorremos las ramas una a una. (SD8 Fig. 8.1)</a:t>
            </a:r>
          </a:p>
        </p:txBody>
      </p:sp>
      <p:sp>
        <p:nvSpPr>
          <p:cNvPr id="1756" name="Google Shape;1756;hc7cc306779174be_0_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Solución y tecnología concentra 14 riesgos, incluidos los dos críticos: retiro sin trazabilidad (R-012) y recuperación fuera de RTO/RPO (R-015). (SD8 Fig. 8.1, T-16)</a:t>
            </a:r>
          </a:p>
        </p:txBody>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Integración y legado: el ERP de 2017, la convivencia con el WMS y la certificación EDI son los altos de esta rama. (SD8 Fig. 8.1, T-16)</a:t>
            </a:r>
          </a:p>
        </p:txBody>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Operación del cliente: enlaces de Concepción, cross-docking incomunicado, sala y energía, y la única de zona baja, envases y custodia. (SD8 Fig. 8.1, T-16)</a:t>
            </a:r>
          </a:p>
        </p:txBody>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Personas y adopción: objeción sindical, conductores rotativos y pérdida del conocimiento de rutas. (SD8 Fig. 8.1, T-16)</a:t>
            </a:r>
          </a:p>
        </p:txBody>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Contrato y licitación: la marcha blanca que impide la aceptación es el riesgo alto. (SD8 Fig. 8.1, T-16)</a:t>
            </a:r>
          </a:p>
        </p:txBody>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Regulatorio y externo: POD sin evidencia y cambio normativo, ambos altos. (SD8 Fig. 8.1, T-16)</a:t>
            </a:r>
          </a:p>
        </p:txBody>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381000" y="685800"/>
            <a:ext cx="6096000" cy="3429000"/>
          </a:xfrm>
        </p:spPr>
      </p:sp>
      <p:sp>
        <p:nvSpPr>
          <p:cNvPr id="3" name="Notes Placeholder 2"/>
          <p:cNvSpPr>
            <a:spLocks noGrp="1"/>
          </p:cNvSpPr>
          <p:nvPr>
            <p:ph type="body" idx="1"/>
          </p:nvPr>
        </p:nvSpPr>
        <p:spPr/>
        <p:txBody>
          <a:bodyPr/>
          <a:lstStyle/>
          <a:p>
            <a:r>
              <a:t>Empresa proveedora: dotación compartida entre etapas y costos subestimados. (SD8 Fig. 8.1, T-16)</a:t>
            </a:r>
          </a:p>
        </p:txBody>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16"/>
        <p:cNvGrpSpPr/>
        <p:nvPr/>
      </p:nvGrpSpPr>
      <p:grpSpPr>
        <a:xfrm>
          <a:off x="0" y="0"/>
          <a:ext cx="0" cy="0"/>
          <a:chOff x="0" y="0"/>
          <a:chExt cx="0" cy="0"/>
        </a:xfrm>
      </p:grpSpPr>
      <p:sp>
        <p:nvSpPr>
          <p:cNvPr id="1817" name="Google Shape;1817;p29: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1818" name="Google Shape;1818;p29: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r>
              <a:t>Los diez riesgos de mayor exposición del registro. Los dos críticos son el retiro sin trazabilidad (R-012) y la recuperación fuera de RTO/RPO (R-015), ambos con 0,50 × 0,80 = 0,40. Todos tienen respuesta de mitigación, responsable y una probabilidad objetivo. Contingencia de 2.058 HH más 1.600 HH de reserva de gestión. (SD8 Tabla 8.4, T-16, Anexo 8.B Tabla 8.1)</a:t>
            </a:r>
          </a:p>
        </p:txBody>
      </p:sp>
      <p:sp>
        <p:nvSpPr>
          <p:cNvPr id="1819" name="Google Shape;1819;p29: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24"/>
        <p:cNvGrpSpPr/>
        <p:nvPr/>
      </p:nvGrpSpPr>
      <p:grpSpPr>
        <a:xfrm>
          <a:off x="0" y="0"/>
          <a:ext cx="0" cy="0"/>
          <a:chOff x="0" y="0"/>
          <a:chExt cx="0" cy="0"/>
        </a:xfrm>
      </p:grpSpPr>
      <p:sp>
        <p:nvSpPr>
          <p:cNvPr id="1825" name="Google Shape;1825;hc7cc306779174be_6_5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26" name="Google Shape;1826;hc7cc306779174be_6_58: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r>
              <a:t>La matriz cruza probabilidad e impacto; el número de cada celda es la cantidad de riesgos y el color es la zona: exposición P × I con cortes en 0,08, 0,20 y 0,40. Los dos críticos están en probabilidad media e impacto alto. Las celdas claras no tienen riesgos registrados. (SD8 Tabla 8.4 y escala de exposición)</a:t>
            </a:r>
          </a:p>
        </p:txBody>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57"/>
        <p:cNvGrpSpPr/>
        <p:nvPr/>
      </p:nvGrpSpPr>
      <p:grpSpPr>
        <a:xfrm>
          <a:off x="0" y="0"/>
          <a:ext cx="0" cy="0"/>
          <a:chOff x="0" y="0"/>
          <a:chExt cx="0" cy="0"/>
        </a:xfrm>
      </p:grpSpPr>
      <p:sp>
        <p:nvSpPr>
          <p:cNvPr id="2058" name="Google Shape;2058;p32: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059" name="Google Shape;2059;p32: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Cinco innovaciones, una por tipo del Art. 28: seguimiento del vencimiento posentrega, reproducción de incidentes de terreno, vida útil según historia térmica (EPCIS 2.0 + Arrhenius/Q10), pago ligado al costo de servir y hoja de negocio del almacenero sin internet. Sin hardware nuevo ni modelos de IA aprendidos. (SD13)</a:t>
            </a:r>
            <a:endParaRPr/>
          </a:p>
        </p:txBody>
      </p:sp>
      <p:sp>
        <p:nvSpPr>
          <p:cNvPr id="2060" name="Google Shape;2060;p32: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38"/>
        <p:cNvGrpSpPr/>
        <p:nvPr/>
      </p:nvGrpSpPr>
      <p:grpSpPr>
        <a:xfrm>
          <a:off x="0" y="0"/>
          <a:ext cx="0" cy="0"/>
          <a:chOff x="0" y="0"/>
          <a:chExt cx="0" cy="0"/>
        </a:xfrm>
      </p:grpSpPr>
      <p:sp>
        <p:nvSpPr>
          <p:cNvPr id="2139" name="Google Shape;2139;p34: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40" name="Google Shape;2140;p34: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(Transición automática.)</a:t>
            </a:r>
            <a:endParaRPr/>
          </a:p>
        </p:txBody>
      </p:sp>
      <p:sp>
        <p:nvSpPr>
          <p:cNvPr id="2141" name="Google Shape;2141;p34: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54"/>
        <p:cNvGrpSpPr/>
        <p:nvPr/>
      </p:nvGrpSpPr>
      <p:grpSpPr>
        <a:xfrm>
          <a:off x="0" y="0"/>
          <a:ext cx="0" cy="0"/>
          <a:chOff x="0" y="0"/>
          <a:chExt cx="0" cy="0"/>
        </a:xfrm>
      </p:grpSpPr>
      <p:sp>
        <p:nvSpPr>
          <p:cNvPr id="2155" name="Google Shape;2155;p35:notes"/>
          <p:cNvSpPr>
            <a:spLocks noGrp="1" noRot="1" noChangeAspect="1"/>
          </p:cNvSpPr>
          <p:nvPr>
            <p:ph type="sldImg" idx="2"/>
          </p:nvPr>
        </p:nvSpPr>
        <p:spPr>
          <a:xfrm>
            <a:off x="-1166813" y="0"/>
            <a:ext cx="5334001" cy="3000375"/>
          </a:xfrm>
          <a:custGeom>
            <a:avLst/>
            <a:gdLst/>
            <a:ahLst/>
            <a:cxnLst/>
            <a:rect l="l" t="t" r="r" b="b"/>
            <a:pathLst>
              <a:path w="120000" h="120000" extrusionOk="0">
                <a:moveTo>
                  <a:pt x="0" y="0"/>
                </a:moveTo>
                <a:lnTo>
                  <a:pt x="120000" y="0"/>
                </a:lnTo>
                <a:lnTo>
                  <a:pt x="120000" y="120000"/>
                </a:lnTo>
                <a:lnTo>
                  <a:pt x="0" y="120000"/>
                </a:lnTo>
                <a:close/>
              </a:path>
            </a:pathLst>
          </a:custGeom>
          <a:noFill/>
          <a:ln>
            <a:noFill/>
          </a:ln>
        </p:spPr>
      </p:sp>
      <p:sp>
        <p:nvSpPr>
          <p:cNvPr id="2156" name="Google Shape;2156;p35:notes"/>
          <p:cNvSpPr txBox="1">
            <a:spLocks noGrp="1"/>
          </p:cNvSpPr>
          <p:nvPr>
            <p:ph type="body" idx="1"/>
          </p:nvPr>
        </p:nvSpPr>
        <p:spPr>
          <a:xfrm>
            <a:off x="0" y="0"/>
            <a:ext cx="3000000" cy="3000000"/>
          </a:xfrm>
          <a:prstGeom prst="rect">
            <a:avLst/>
          </a:prstGeom>
          <a:noFill/>
          <a:ln>
            <a:noFill/>
          </a:ln>
        </p:spPr>
        <p:txBody>
          <a:bodyPr spcFirstLastPara="1" wrap="square" lIns="91425" tIns="45700" rIns="91425" bIns="45700" anchor="t" anchorCtr="0">
            <a:noAutofit/>
          </a:bodyPr>
          <a:lstStyle/>
          <a:p>
            <a:pPr marL="0" marR="0" lvl="0" indent="0" algn="l" rtl="0">
              <a:spcBef>
                <a:spcPts val="0"/>
              </a:spcBef>
              <a:spcAft>
                <a:spcPts val="0"/>
              </a:spcAft>
              <a:buNone/>
            </a:pPr>
            <a:r>
              <a:rPr lang="en-US" sz="1200">
                <a:solidFill>
                  <a:schemeClr val="dk1"/>
                </a:solidFill>
                <a:latin typeface="Arial"/>
                <a:ea typeface="Arial"/>
                <a:cs typeface="Arial"/>
                <a:sym typeface="Arial"/>
              </a:rPr>
              <a:t>De nueve días a menos de dos horas: el dato capturado donde ocurre, trazable de punta a punta, aun sin señal. Gracias; quedamos atentos a sus preguntas.</a:t>
            </a:r>
            <a:endParaRPr/>
          </a:p>
        </p:txBody>
      </p:sp>
      <p:sp>
        <p:nvSpPr>
          <p:cNvPr id="2157" name="Google Shape;2157;p35:notes"/>
          <p:cNvSpPr txBox="1">
            <a:spLocks noGrp="1"/>
          </p:cNvSpPr>
          <p:nvPr>
            <p:ph type="sldNum" idx="12"/>
          </p:nvPr>
        </p:nvSpPr>
        <p:spPr>
          <a:xfrm>
            <a:off x="0" y="0"/>
            <a:ext cx="3000000" cy="3000000"/>
          </a:xfrm>
          <a:prstGeom prst="rect">
            <a:avLst/>
          </a:prstGeom>
          <a:no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1"/>
        <p:cNvGrpSpPr/>
        <p:nvPr/>
      </p:nvGrpSpPr>
      <p:grpSpPr>
        <a:xfrm>
          <a:off x="0" y="0"/>
          <a:ext cx="0" cy="0"/>
          <a:chOff x="0" y="0"/>
          <a:chExt cx="0" cy="0"/>
        </a:xfrm>
      </p:grpSpPr>
      <p:sp>
        <p:nvSpPr>
          <p:cNvPr id="12" name="Google Shape;12;p3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 name="Google Shape;13;p3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 name="Google Shape;14;p3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5"/>
        <p:cNvGrpSpPr/>
        <p:nvPr/>
      </p:nvGrpSpPr>
      <p:grpSpPr>
        <a:xfrm>
          <a:off x="0" y="0"/>
          <a:ext cx="0" cy="0"/>
          <a:chOff x="0" y="0"/>
          <a:chExt cx="0" cy="0"/>
        </a:xfrm>
      </p:grpSpPr>
      <p:sp>
        <p:nvSpPr>
          <p:cNvPr id="16" name="Google Shape;16;p38"/>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 name="Google Shape;17;p38"/>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8" name="Google Shape;18;p3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 name="Google Shape;19;p3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 name="Google Shape;20;p3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
        <p:cNvGrpSpPr/>
        <p:nvPr/>
      </p:nvGrpSpPr>
      <p:grpSpPr>
        <a:xfrm>
          <a:off x="0" y="0"/>
          <a:ext cx="0" cy="0"/>
          <a:chOff x="0" y="0"/>
          <a:chExt cx="0" cy="0"/>
        </a:xfrm>
      </p:grpSpPr>
      <p:sp>
        <p:nvSpPr>
          <p:cNvPr id="22" name="Google Shape;22;p3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3" name="Google Shape;23;p3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24" name="Google Shape;24;p3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5" name="Google Shape;25;p3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6" name="Google Shape;26;p3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7"/>
        <p:cNvGrpSpPr/>
        <p:nvPr/>
      </p:nvGrpSpPr>
      <p:grpSpPr>
        <a:xfrm>
          <a:off x="0" y="0"/>
          <a:ext cx="0" cy="0"/>
          <a:chOff x="0" y="0"/>
          <a:chExt cx="0" cy="0"/>
        </a:xfrm>
      </p:grpSpPr>
      <p:sp>
        <p:nvSpPr>
          <p:cNvPr id="28" name="Google Shape;28;p40"/>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9" name="Google Shape;29;p40"/>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30" name="Google Shape;30;p4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1" name="Google Shape;31;p4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2" name="Google Shape;32;p4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33"/>
        <p:cNvGrpSpPr/>
        <p:nvPr/>
      </p:nvGrpSpPr>
      <p:grpSpPr>
        <a:xfrm>
          <a:off x="0" y="0"/>
          <a:ext cx="0" cy="0"/>
          <a:chOff x="0" y="0"/>
          <a:chExt cx="0" cy="0"/>
        </a:xfrm>
      </p:grpSpPr>
      <p:sp>
        <p:nvSpPr>
          <p:cNvPr id="34" name="Google Shape;34;p4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5" name="Google Shape;35;p41"/>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6" name="Google Shape;36;p41"/>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37" name="Google Shape;37;p41"/>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8" name="Google Shape;38;p41"/>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9" name="Google Shape;39;p41"/>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40"/>
        <p:cNvGrpSpPr/>
        <p:nvPr/>
      </p:nvGrpSpPr>
      <p:grpSpPr>
        <a:xfrm>
          <a:off x="0" y="0"/>
          <a:ext cx="0" cy="0"/>
          <a:chOff x="0" y="0"/>
          <a:chExt cx="0" cy="0"/>
        </a:xfrm>
      </p:grpSpPr>
      <p:sp>
        <p:nvSpPr>
          <p:cNvPr id="41" name="Google Shape;41;p4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2" name="Google Shape;42;p42"/>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3" name="Google Shape;43;p42"/>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4" name="Google Shape;44;p42"/>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45" name="Google Shape;45;p42"/>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46" name="Google Shape;46;p4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7" name="Google Shape;47;p4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4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9"/>
        <p:cNvGrpSpPr/>
        <p:nvPr/>
      </p:nvGrpSpPr>
      <p:grpSpPr>
        <a:xfrm>
          <a:off x="0" y="0"/>
          <a:ext cx="0" cy="0"/>
          <a:chOff x="0" y="0"/>
          <a:chExt cx="0" cy="0"/>
        </a:xfrm>
      </p:grpSpPr>
      <p:sp>
        <p:nvSpPr>
          <p:cNvPr id="50" name="Google Shape;50;p4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1" name="Google Shape;51;p4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4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4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44"/>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44"/>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57" name="Google Shape;57;p44"/>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58" name="Google Shape;58;p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45"/>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45"/>
          <p:cNvSpPr>
            <a:spLocks noGrp="1"/>
          </p:cNvSpPr>
          <p:nvPr>
            <p:ph type="pic" idx="2"/>
          </p:nvPr>
        </p:nvSpPr>
        <p:spPr>
          <a:xfrm>
            <a:off x="1792288" y="612775"/>
            <a:ext cx="5486400" cy="4114800"/>
          </a:xfrm>
          <a:prstGeom prst="rect">
            <a:avLst/>
          </a:prstGeom>
          <a:noFill/>
          <a:ln>
            <a:noFill/>
          </a:ln>
        </p:spPr>
      </p:sp>
      <p:sp>
        <p:nvSpPr>
          <p:cNvPr id="64" name="Google Shape;64;p45"/>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65" name="Google Shape;65;p4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4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4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4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46"/>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1" name="Google Shape;71;p4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4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4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47"/>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47"/>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77" name="Google Shape;77;p47"/>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47"/>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47"/>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6"/>
        <p:cNvGrpSpPr/>
        <p:nvPr/>
      </p:nvGrpSpPr>
      <p:grpSpPr>
        <a:xfrm>
          <a:off x="0" y="0"/>
          <a:ext cx="0" cy="0"/>
          <a:chOff x="0" y="0"/>
          <a:chExt cx="0" cy="0"/>
        </a:xfrm>
      </p:grpSpPr>
      <p:sp>
        <p:nvSpPr>
          <p:cNvPr id="87" name="Google Shape;87;hc7cc306779174be_8_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8" name="Google Shape;88;hc7cc306779174be_8_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89" name="Google Shape;89;hc7cc306779174be_8_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0"/>
        <p:cNvGrpSpPr/>
        <p:nvPr/>
      </p:nvGrpSpPr>
      <p:grpSpPr>
        <a:xfrm>
          <a:off x="0" y="0"/>
          <a:ext cx="0" cy="0"/>
          <a:chOff x="0" y="0"/>
          <a:chExt cx="0" cy="0"/>
        </a:xfrm>
      </p:grpSpPr>
      <p:sp>
        <p:nvSpPr>
          <p:cNvPr id="91" name="Google Shape;91;hc7cc306779174be_8_10"/>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2" name="Google Shape;92;hc7cc306779174be_8_10"/>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93" name="Google Shape;93;hc7cc306779174be_8_1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4" name="Google Shape;94;hc7cc306779174be_8_1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95" name="Google Shape;95;hc7cc306779174be_8_1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6"/>
        <p:cNvGrpSpPr/>
        <p:nvPr/>
      </p:nvGrpSpPr>
      <p:grpSpPr>
        <a:xfrm>
          <a:off x="0" y="0"/>
          <a:ext cx="0" cy="0"/>
          <a:chOff x="0" y="0"/>
          <a:chExt cx="0" cy="0"/>
        </a:xfrm>
      </p:grpSpPr>
      <p:sp>
        <p:nvSpPr>
          <p:cNvPr id="97" name="Google Shape;97;hc7cc306779174be_8_1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98" name="Google Shape;98;hc7cc306779174be_8_1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99" name="Google Shape;99;hc7cc306779174be_8_1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0" name="Google Shape;100;hc7cc306779174be_8_1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1" name="Google Shape;101;hc7cc306779174be_8_1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02"/>
        <p:cNvGrpSpPr/>
        <p:nvPr/>
      </p:nvGrpSpPr>
      <p:grpSpPr>
        <a:xfrm>
          <a:off x="0" y="0"/>
          <a:ext cx="0" cy="0"/>
          <a:chOff x="0" y="0"/>
          <a:chExt cx="0" cy="0"/>
        </a:xfrm>
      </p:grpSpPr>
      <p:sp>
        <p:nvSpPr>
          <p:cNvPr id="103" name="Google Shape;103;hc7cc306779174be_8_2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04" name="Google Shape;104;hc7cc306779174be_8_2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360"/>
              </a:spcBef>
              <a:spcAft>
                <a:spcPts val="0"/>
              </a:spcAft>
              <a:buClr>
                <a:srgbClr val="888888"/>
              </a:buClr>
              <a:buSzPts val="1800"/>
              <a:buNone/>
              <a:defRPr sz="1800">
                <a:solidFill>
                  <a:srgbClr val="888888"/>
                </a:solidFill>
              </a:defRPr>
            </a:lvl2pPr>
            <a:lvl3pPr marL="1371600" lvl="2" indent="-228600" algn="l">
              <a:spcBef>
                <a:spcPts val="320"/>
              </a:spcBef>
              <a:spcAft>
                <a:spcPts val="0"/>
              </a:spcAft>
              <a:buClr>
                <a:srgbClr val="888888"/>
              </a:buClr>
              <a:buSzPts val="1600"/>
              <a:buNone/>
              <a:defRPr sz="1600">
                <a:solidFill>
                  <a:srgbClr val="888888"/>
                </a:solidFill>
              </a:defRPr>
            </a:lvl3pPr>
            <a:lvl4pPr marL="1828800" lvl="3" indent="-228600" algn="l">
              <a:spcBef>
                <a:spcPts val="280"/>
              </a:spcBef>
              <a:spcAft>
                <a:spcPts val="0"/>
              </a:spcAft>
              <a:buClr>
                <a:srgbClr val="888888"/>
              </a:buClr>
              <a:buSzPts val="1400"/>
              <a:buNone/>
              <a:defRPr sz="1400">
                <a:solidFill>
                  <a:srgbClr val="888888"/>
                </a:solidFill>
              </a:defRPr>
            </a:lvl4pPr>
            <a:lvl5pPr marL="2286000" lvl="4" indent="-228600" algn="l">
              <a:spcBef>
                <a:spcPts val="280"/>
              </a:spcBef>
              <a:spcAft>
                <a:spcPts val="0"/>
              </a:spcAft>
              <a:buClr>
                <a:srgbClr val="888888"/>
              </a:buClr>
              <a:buSzPts val="1400"/>
              <a:buNone/>
              <a:defRPr sz="1400">
                <a:solidFill>
                  <a:srgbClr val="888888"/>
                </a:solidFill>
              </a:defRPr>
            </a:lvl5pPr>
            <a:lvl6pPr marL="2743200" lvl="5" indent="-228600" algn="l">
              <a:spcBef>
                <a:spcPts val="280"/>
              </a:spcBef>
              <a:spcAft>
                <a:spcPts val="0"/>
              </a:spcAft>
              <a:buClr>
                <a:srgbClr val="888888"/>
              </a:buClr>
              <a:buSzPts val="1400"/>
              <a:buNone/>
              <a:defRPr sz="1400">
                <a:solidFill>
                  <a:srgbClr val="888888"/>
                </a:solidFill>
              </a:defRPr>
            </a:lvl6pPr>
            <a:lvl7pPr marL="3200400" lvl="6" indent="-228600" algn="l">
              <a:spcBef>
                <a:spcPts val="280"/>
              </a:spcBef>
              <a:spcAft>
                <a:spcPts val="0"/>
              </a:spcAft>
              <a:buClr>
                <a:srgbClr val="888888"/>
              </a:buClr>
              <a:buSzPts val="1400"/>
              <a:buNone/>
              <a:defRPr sz="1400">
                <a:solidFill>
                  <a:srgbClr val="888888"/>
                </a:solidFill>
              </a:defRPr>
            </a:lvl7pPr>
            <a:lvl8pPr marL="3657600" lvl="7" indent="-228600" algn="l">
              <a:spcBef>
                <a:spcPts val="280"/>
              </a:spcBef>
              <a:spcAft>
                <a:spcPts val="0"/>
              </a:spcAft>
              <a:buClr>
                <a:srgbClr val="888888"/>
              </a:buClr>
              <a:buSzPts val="1400"/>
              <a:buNone/>
              <a:defRPr sz="1400">
                <a:solidFill>
                  <a:srgbClr val="888888"/>
                </a:solidFill>
              </a:defRPr>
            </a:lvl8pPr>
            <a:lvl9pPr marL="4114800" lvl="8" indent="-228600" algn="l">
              <a:spcBef>
                <a:spcPts val="280"/>
              </a:spcBef>
              <a:spcAft>
                <a:spcPts val="0"/>
              </a:spcAft>
              <a:buClr>
                <a:srgbClr val="888888"/>
              </a:buClr>
              <a:buSzPts val="1400"/>
              <a:buNone/>
              <a:defRPr sz="1400">
                <a:solidFill>
                  <a:srgbClr val="888888"/>
                </a:solidFill>
              </a:defRPr>
            </a:lvl9pPr>
          </a:lstStyle>
          <a:p>
            <a:endParaRPr/>
          </a:p>
        </p:txBody>
      </p:sp>
      <p:sp>
        <p:nvSpPr>
          <p:cNvPr id="105" name="Google Shape;105;hc7cc306779174be_8_22"/>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6" name="Google Shape;106;hc7cc306779174be_8_22"/>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07" name="Google Shape;107;hc7cc306779174be_8_22"/>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08"/>
        <p:cNvGrpSpPr/>
        <p:nvPr/>
      </p:nvGrpSpPr>
      <p:grpSpPr>
        <a:xfrm>
          <a:off x="0" y="0"/>
          <a:ext cx="0" cy="0"/>
          <a:chOff x="0" y="0"/>
          <a:chExt cx="0" cy="0"/>
        </a:xfrm>
      </p:grpSpPr>
      <p:sp>
        <p:nvSpPr>
          <p:cNvPr id="109" name="Google Shape;109;hc7cc306779174be_8_2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0" name="Google Shape;110;hc7cc306779174be_8_28"/>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1" name="Google Shape;111;hc7cc306779174be_8_28"/>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spcBef>
                <a:spcPts val="560"/>
              </a:spcBef>
              <a:spcAft>
                <a:spcPts val="0"/>
              </a:spcAft>
              <a:buClr>
                <a:schemeClr val="dk1"/>
              </a:buClr>
              <a:buSzPts val="2800"/>
              <a:buChar char="•"/>
              <a:defRPr sz="2800"/>
            </a:lvl1pPr>
            <a:lvl2pPr marL="914400" lvl="1" indent="-381000" algn="l">
              <a:spcBef>
                <a:spcPts val="48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360"/>
              </a:spcBef>
              <a:spcAft>
                <a:spcPts val="0"/>
              </a:spcAft>
              <a:buClr>
                <a:schemeClr val="dk1"/>
              </a:buClr>
              <a:buSzPts val="1800"/>
              <a:buChar char="–"/>
              <a:defRPr sz="1800"/>
            </a:lvl4pPr>
            <a:lvl5pPr marL="2286000" lvl="4" indent="-342900" algn="l">
              <a:spcBef>
                <a:spcPts val="360"/>
              </a:spcBef>
              <a:spcAft>
                <a:spcPts val="0"/>
              </a:spcAft>
              <a:buClr>
                <a:schemeClr val="dk1"/>
              </a:buClr>
              <a:buSzPts val="1800"/>
              <a:buChar char="»"/>
              <a:defRPr sz="1800"/>
            </a:lvl5pPr>
            <a:lvl6pPr marL="2743200" lvl="5" indent="-342900" algn="l">
              <a:spcBef>
                <a:spcPts val="360"/>
              </a:spcBef>
              <a:spcAft>
                <a:spcPts val="0"/>
              </a:spcAft>
              <a:buClr>
                <a:schemeClr val="dk1"/>
              </a:buClr>
              <a:buSzPts val="1800"/>
              <a:buChar char="•"/>
              <a:defRPr sz="1800"/>
            </a:lvl6pPr>
            <a:lvl7pPr marL="3200400" lvl="6" indent="-342900" algn="l">
              <a:spcBef>
                <a:spcPts val="360"/>
              </a:spcBef>
              <a:spcAft>
                <a:spcPts val="0"/>
              </a:spcAft>
              <a:buClr>
                <a:schemeClr val="dk1"/>
              </a:buClr>
              <a:buSzPts val="1800"/>
              <a:buChar char="•"/>
              <a:defRPr sz="1800"/>
            </a:lvl7pPr>
            <a:lvl8pPr marL="3657600" lvl="7" indent="-342900" algn="l">
              <a:spcBef>
                <a:spcPts val="360"/>
              </a:spcBef>
              <a:spcAft>
                <a:spcPts val="0"/>
              </a:spcAft>
              <a:buClr>
                <a:schemeClr val="dk1"/>
              </a:buClr>
              <a:buSzPts val="1800"/>
              <a:buChar char="•"/>
              <a:defRPr sz="1800"/>
            </a:lvl8pPr>
            <a:lvl9pPr marL="4114800" lvl="8" indent="-342900" algn="l">
              <a:spcBef>
                <a:spcPts val="360"/>
              </a:spcBef>
              <a:spcAft>
                <a:spcPts val="0"/>
              </a:spcAft>
              <a:buClr>
                <a:schemeClr val="dk1"/>
              </a:buClr>
              <a:buSzPts val="1800"/>
              <a:buChar char="•"/>
              <a:defRPr sz="1800"/>
            </a:lvl9pPr>
          </a:lstStyle>
          <a:p>
            <a:endParaRPr/>
          </a:p>
        </p:txBody>
      </p:sp>
      <p:sp>
        <p:nvSpPr>
          <p:cNvPr id="112" name="Google Shape;112;hc7cc306779174be_8_28"/>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3" name="Google Shape;113;hc7cc306779174be_8_28"/>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14" name="Google Shape;114;hc7cc306779174be_8_28"/>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15"/>
        <p:cNvGrpSpPr/>
        <p:nvPr/>
      </p:nvGrpSpPr>
      <p:grpSpPr>
        <a:xfrm>
          <a:off x="0" y="0"/>
          <a:ext cx="0" cy="0"/>
          <a:chOff x="0" y="0"/>
          <a:chExt cx="0" cy="0"/>
        </a:xfrm>
      </p:grpSpPr>
      <p:sp>
        <p:nvSpPr>
          <p:cNvPr id="116" name="Google Shape;116;hc7cc306779174be_8_3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17" name="Google Shape;117;hc7cc306779174be_8_35"/>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18" name="Google Shape;118;hc7cc306779174be_8_35"/>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19" name="Google Shape;119;hc7cc306779174be_8_35"/>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spcBef>
                <a:spcPts val="48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360"/>
              </a:spcBef>
              <a:spcAft>
                <a:spcPts val="0"/>
              </a:spcAft>
              <a:buClr>
                <a:schemeClr val="dk1"/>
              </a:buClr>
              <a:buSzPts val="1800"/>
              <a:buNone/>
              <a:defRPr sz="1800" b="1"/>
            </a:lvl3pPr>
            <a:lvl4pPr marL="1828800" lvl="3" indent="-228600" algn="l">
              <a:spcBef>
                <a:spcPts val="320"/>
              </a:spcBef>
              <a:spcAft>
                <a:spcPts val="0"/>
              </a:spcAft>
              <a:buClr>
                <a:schemeClr val="dk1"/>
              </a:buClr>
              <a:buSzPts val="1600"/>
              <a:buNone/>
              <a:defRPr sz="1600" b="1"/>
            </a:lvl4pPr>
            <a:lvl5pPr marL="2286000" lvl="4" indent="-228600" algn="l">
              <a:spcBef>
                <a:spcPts val="320"/>
              </a:spcBef>
              <a:spcAft>
                <a:spcPts val="0"/>
              </a:spcAft>
              <a:buClr>
                <a:schemeClr val="dk1"/>
              </a:buClr>
              <a:buSzPts val="1600"/>
              <a:buNone/>
              <a:defRPr sz="1600" b="1"/>
            </a:lvl5pPr>
            <a:lvl6pPr marL="2743200" lvl="5" indent="-228600" algn="l">
              <a:spcBef>
                <a:spcPts val="320"/>
              </a:spcBef>
              <a:spcAft>
                <a:spcPts val="0"/>
              </a:spcAft>
              <a:buClr>
                <a:schemeClr val="dk1"/>
              </a:buClr>
              <a:buSzPts val="1600"/>
              <a:buNone/>
              <a:defRPr sz="1600" b="1"/>
            </a:lvl6pPr>
            <a:lvl7pPr marL="3200400" lvl="6" indent="-228600" algn="l">
              <a:spcBef>
                <a:spcPts val="320"/>
              </a:spcBef>
              <a:spcAft>
                <a:spcPts val="0"/>
              </a:spcAft>
              <a:buClr>
                <a:schemeClr val="dk1"/>
              </a:buClr>
              <a:buSzPts val="1600"/>
              <a:buNone/>
              <a:defRPr sz="1600" b="1"/>
            </a:lvl7pPr>
            <a:lvl8pPr marL="3657600" lvl="7" indent="-228600" algn="l">
              <a:spcBef>
                <a:spcPts val="320"/>
              </a:spcBef>
              <a:spcAft>
                <a:spcPts val="0"/>
              </a:spcAft>
              <a:buClr>
                <a:schemeClr val="dk1"/>
              </a:buClr>
              <a:buSzPts val="1600"/>
              <a:buNone/>
              <a:defRPr sz="1600" b="1"/>
            </a:lvl8pPr>
            <a:lvl9pPr marL="4114800" lvl="8" indent="-228600" algn="l">
              <a:spcBef>
                <a:spcPts val="320"/>
              </a:spcBef>
              <a:spcAft>
                <a:spcPts val="0"/>
              </a:spcAft>
              <a:buClr>
                <a:schemeClr val="dk1"/>
              </a:buClr>
              <a:buSzPts val="1600"/>
              <a:buNone/>
              <a:defRPr sz="1600" b="1"/>
            </a:lvl9pPr>
          </a:lstStyle>
          <a:p>
            <a:endParaRPr/>
          </a:p>
        </p:txBody>
      </p:sp>
      <p:sp>
        <p:nvSpPr>
          <p:cNvPr id="120" name="Google Shape;120;hc7cc306779174be_8_35"/>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spcBef>
                <a:spcPts val="48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360"/>
              </a:spcBef>
              <a:spcAft>
                <a:spcPts val="0"/>
              </a:spcAft>
              <a:buClr>
                <a:schemeClr val="dk1"/>
              </a:buClr>
              <a:buSzPts val="1800"/>
              <a:buChar char="•"/>
              <a:defRPr sz="1800"/>
            </a:lvl3pPr>
            <a:lvl4pPr marL="1828800" lvl="3" indent="-330200" algn="l">
              <a:spcBef>
                <a:spcPts val="320"/>
              </a:spcBef>
              <a:spcAft>
                <a:spcPts val="0"/>
              </a:spcAft>
              <a:buClr>
                <a:schemeClr val="dk1"/>
              </a:buClr>
              <a:buSzPts val="1600"/>
              <a:buChar char="–"/>
              <a:defRPr sz="1600"/>
            </a:lvl4pPr>
            <a:lvl5pPr marL="2286000" lvl="4" indent="-330200" algn="l">
              <a:spcBef>
                <a:spcPts val="320"/>
              </a:spcBef>
              <a:spcAft>
                <a:spcPts val="0"/>
              </a:spcAft>
              <a:buClr>
                <a:schemeClr val="dk1"/>
              </a:buClr>
              <a:buSzPts val="1600"/>
              <a:buChar char="»"/>
              <a:defRPr sz="1600"/>
            </a:lvl5pPr>
            <a:lvl6pPr marL="2743200" lvl="5" indent="-330200" algn="l">
              <a:spcBef>
                <a:spcPts val="320"/>
              </a:spcBef>
              <a:spcAft>
                <a:spcPts val="0"/>
              </a:spcAft>
              <a:buClr>
                <a:schemeClr val="dk1"/>
              </a:buClr>
              <a:buSzPts val="1600"/>
              <a:buChar char="•"/>
              <a:defRPr sz="1600"/>
            </a:lvl6pPr>
            <a:lvl7pPr marL="3200400" lvl="6" indent="-330200" algn="l">
              <a:spcBef>
                <a:spcPts val="320"/>
              </a:spcBef>
              <a:spcAft>
                <a:spcPts val="0"/>
              </a:spcAft>
              <a:buClr>
                <a:schemeClr val="dk1"/>
              </a:buClr>
              <a:buSzPts val="1600"/>
              <a:buChar char="•"/>
              <a:defRPr sz="1600"/>
            </a:lvl7pPr>
            <a:lvl8pPr marL="3657600" lvl="7" indent="-330200" algn="l">
              <a:spcBef>
                <a:spcPts val="320"/>
              </a:spcBef>
              <a:spcAft>
                <a:spcPts val="0"/>
              </a:spcAft>
              <a:buClr>
                <a:schemeClr val="dk1"/>
              </a:buClr>
              <a:buSzPts val="1600"/>
              <a:buChar char="•"/>
              <a:defRPr sz="1600"/>
            </a:lvl8pPr>
            <a:lvl9pPr marL="4114800" lvl="8" indent="-330200" algn="l">
              <a:spcBef>
                <a:spcPts val="320"/>
              </a:spcBef>
              <a:spcAft>
                <a:spcPts val="0"/>
              </a:spcAft>
              <a:buClr>
                <a:schemeClr val="dk1"/>
              </a:buClr>
              <a:buSzPts val="1600"/>
              <a:buChar char="•"/>
              <a:defRPr sz="1600"/>
            </a:lvl9pPr>
          </a:lstStyle>
          <a:p>
            <a:endParaRPr/>
          </a:p>
        </p:txBody>
      </p:sp>
      <p:sp>
        <p:nvSpPr>
          <p:cNvPr id="121" name="Google Shape;121;hc7cc306779174be_8_35"/>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2" name="Google Shape;122;hc7cc306779174be_8_35"/>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3" name="Google Shape;123;hc7cc306779174be_8_35"/>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24"/>
        <p:cNvGrpSpPr/>
        <p:nvPr/>
      </p:nvGrpSpPr>
      <p:grpSpPr>
        <a:xfrm>
          <a:off x="0" y="0"/>
          <a:ext cx="0" cy="0"/>
          <a:chOff x="0" y="0"/>
          <a:chExt cx="0" cy="0"/>
        </a:xfrm>
      </p:grpSpPr>
      <p:sp>
        <p:nvSpPr>
          <p:cNvPr id="125" name="Google Shape;125;hc7cc306779174be_8_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26" name="Google Shape;126;hc7cc306779174be_8_44"/>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7" name="Google Shape;127;hc7cc306779174be_8_44"/>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28" name="Google Shape;128;hc7cc306779174be_8_44"/>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129"/>
        <p:cNvGrpSpPr/>
        <p:nvPr/>
      </p:nvGrpSpPr>
      <p:grpSpPr>
        <a:xfrm>
          <a:off x="0" y="0"/>
          <a:ext cx="0" cy="0"/>
          <a:chOff x="0" y="0"/>
          <a:chExt cx="0" cy="0"/>
        </a:xfrm>
      </p:grpSpPr>
      <p:sp>
        <p:nvSpPr>
          <p:cNvPr id="130" name="Google Shape;130;hc7cc306779174be_8_49"/>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1" name="Google Shape;131;hc7cc306779174be_8_49"/>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spcBef>
                <a:spcPts val="640"/>
              </a:spcBef>
              <a:spcAft>
                <a:spcPts val="0"/>
              </a:spcAft>
              <a:buClr>
                <a:schemeClr val="dk1"/>
              </a:buClr>
              <a:buSzPts val="3200"/>
              <a:buChar char="•"/>
              <a:defRPr sz="3200"/>
            </a:lvl1pPr>
            <a:lvl2pPr marL="914400" lvl="1" indent="-406400" algn="l">
              <a:spcBef>
                <a:spcPts val="560"/>
              </a:spcBef>
              <a:spcAft>
                <a:spcPts val="0"/>
              </a:spcAft>
              <a:buClr>
                <a:schemeClr val="dk1"/>
              </a:buClr>
              <a:buSzPts val="2800"/>
              <a:buChar char="–"/>
              <a:defRPr sz="2800"/>
            </a:lvl2pPr>
            <a:lvl3pPr marL="1371600" lvl="2" indent="-381000" algn="l">
              <a:spcBef>
                <a:spcPts val="48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132" name="Google Shape;132;hc7cc306779174be_8_49"/>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33" name="Google Shape;133;hc7cc306779174be_8_4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4" name="Google Shape;134;hc7cc306779174be_8_4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35" name="Google Shape;135;hc7cc306779174be_8_4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136"/>
        <p:cNvGrpSpPr/>
        <p:nvPr/>
      </p:nvGrpSpPr>
      <p:grpSpPr>
        <a:xfrm>
          <a:off x="0" y="0"/>
          <a:ext cx="0" cy="0"/>
          <a:chOff x="0" y="0"/>
          <a:chExt cx="0" cy="0"/>
        </a:xfrm>
      </p:grpSpPr>
      <p:sp>
        <p:nvSpPr>
          <p:cNvPr id="137" name="Google Shape;137;hc7cc306779174be_8_56"/>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38" name="Google Shape;138;hc7cc306779174be_8_56"/>
          <p:cNvSpPr>
            <a:spLocks noGrp="1"/>
          </p:cNvSpPr>
          <p:nvPr>
            <p:ph type="pic" idx="2"/>
          </p:nvPr>
        </p:nvSpPr>
        <p:spPr>
          <a:xfrm>
            <a:off x="1792288" y="612775"/>
            <a:ext cx="5486400" cy="4114800"/>
          </a:xfrm>
          <a:prstGeom prst="rect">
            <a:avLst/>
          </a:prstGeom>
          <a:noFill/>
          <a:ln>
            <a:noFill/>
          </a:ln>
        </p:spPr>
      </p:sp>
      <p:sp>
        <p:nvSpPr>
          <p:cNvPr id="139" name="Google Shape;139;hc7cc306779174be_8_56"/>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spcBef>
                <a:spcPts val="280"/>
              </a:spcBef>
              <a:spcAft>
                <a:spcPts val="0"/>
              </a:spcAft>
              <a:buClr>
                <a:schemeClr val="dk1"/>
              </a:buClr>
              <a:buSzPts val="1400"/>
              <a:buNone/>
              <a:defRPr sz="1400"/>
            </a:lvl1pPr>
            <a:lvl2pPr marL="914400" lvl="1" indent="-228600" algn="l">
              <a:spcBef>
                <a:spcPts val="24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180"/>
              </a:spcBef>
              <a:spcAft>
                <a:spcPts val="0"/>
              </a:spcAft>
              <a:buClr>
                <a:schemeClr val="dk1"/>
              </a:buClr>
              <a:buSzPts val="900"/>
              <a:buNone/>
              <a:defRPr sz="900"/>
            </a:lvl4pPr>
            <a:lvl5pPr marL="2286000" lvl="4" indent="-228600" algn="l">
              <a:spcBef>
                <a:spcPts val="180"/>
              </a:spcBef>
              <a:spcAft>
                <a:spcPts val="0"/>
              </a:spcAft>
              <a:buClr>
                <a:schemeClr val="dk1"/>
              </a:buClr>
              <a:buSzPts val="900"/>
              <a:buNone/>
              <a:defRPr sz="900"/>
            </a:lvl5pPr>
            <a:lvl6pPr marL="2743200" lvl="5" indent="-228600" algn="l">
              <a:spcBef>
                <a:spcPts val="180"/>
              </a:spcBef>
              <a:spcAft>
                <a:spcPts val="0"/>
              </a:spcAft>
              <a:buClr>
                <a:schemeClr val="dk1"/>
              </a:buClr>
              <a:buSzPts val="900"/>
              <a:buNone/>
              <a:defRPr sz="900"/>
            </a:lvl6pPr>
            <a:lvl7pPr marL="3200400" lvl="6" indent="-228600" algn="l">
              <a:spcBef>
                <a:spcPts val="180"/>
              </a:spcBef>
              <a:spcAft>
                <a:spcPts val="0"/>
              </a:spcAft>
              <a:buClr>
                <a:schemeClr val="dk1"/>
              </a:buClr>
              <a:buSzPts val="900"/>
              <a:buNone/>
              <a:defRPr sz="900"/>
            </a:lvl7pPr>
            <a:lvl8pPr marL="3657600" lvl="7" indent="-228600" algn="l">
              <a:spcBef>
                <a:spcPts val="180"/>
              </a:spcBef>
              <a:spcAft>
                <a:spcPts val="0"/>
              </a:spcAft>
              <a:buClr>
                <a:schemeClr val="dk1"/>
              </a:buClr>
              <a:buSzPts val="900"/>
              <a:buNone/>
              <a:defRPr sz="900"/>
            </a:lvl8pPr>
            <a:lvl9pPr marL="4114800" lvl="8" indent="-228600" algn="l">
              <a:spcBef>
                <a:spcPts val="180"/>
              </a:spcBef>
              <a:spcAft>
                <a:spcPts val="0"/>
              </a:spcAft>
              <a:buClr>
                <a:schemeClr val="dk1"/>
              </a:buClr>
              <a:buSzPts val="900"/>
              <a:buNone/>
              <a:defRPr sz="900"/>
            </a:lvl9pPr>
          </a:lstStyle>
          <a:p>
            <a:endParaRPr/>
          </a:p>
        </p:txBody>
      </p:sp>
      <p:sp>
        <p:nvSpPr>
          <p:cNvPr id="140" name="Google Shape;140;hc7cc306779174be_8_5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1" name="Google Shape;141;hc7cc306779174be_8_5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2" name="Google Shape;142;hc7cc306779174be_8_5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143"/>
        <p:cNvGrpSpPr/>
        <p:nvPr/>
      </p:nvGrpSpPr>
      <p:grpSpPr>
        <a:xfrm>
          <a:off x="0" y="0"/>
          <a:ext cx="0" cy="0"/>
          <a:chOff x="0" y="0"/>
          <a:chExt cx="0" cy="0"/>
        </a:xfrm>
      </p:grpSpPr>
      <p:sp>
        <p:nvSpPr>
          <p:cNvPr id="144" name="Google Shape;144;hc7cc306779174be_8_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45" name="Google Shape;145;hc7cc306779174be_8_63"/>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46" name="Google Shape;146;hc7cc306779174be_8_63"/>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7" name="Google Shape;147;hc7cc306779174be_8_63"/>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48" name="Google Shape;148;hc7cc306779174be_8_63"/>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149"/>
        <p:cNvGrpSpPr/>
        <p:nvPr/>
      </p:nvGrpSpPr>
      <p:grpSpPr>
        <a:xfrm>
          <a:off x="0" y="0"/>
          <a:ext cx="0" cy="0"/>
          <a:chOff x="0" y="0"/>
          <a:chExt cx="0" cy="0"/>
        </a:xfrm>
      </p:grpSpPr>
      <p:sp>
        <p:nvSpPr>
          <p:cNvPr id="150" name="Google Shape;150;hc7cc306779174be_8_6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51" name="Google Shape;151;hc7cc306779174be_8_6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spcBef>
                <a:spcPts val="360"/>
              </a:spcBef>
              <a:spcAft>
                <a:spcPts val="0"/>
              </a:spcAft>
              <a:buClr>
                <a:schemeClr val="dk1"/>
              </a:buClr>
              <a:buSzPts val="1800"/>
              <a:buChar char="•"/>
              <a:defRPr/>
            </a:lvl1pPr>
            <a:lvl2pPr marL="914400" lvl="1" indent="-342900" algn="l">
              <a:spcBef>
                <a:spcPts val="360"/>
              </a:spcBef>
              <a:spcAft>
                <a:spcPts val="0"/>
              </a:spcAft>
              <a:buClr>
                <a:schemeClr val="dk1"/>
              </a:buClr>
              <a:buSzPts val="1800"/>
              <a:buChar char="–"/>
              <a:defRPr/>
            </a:lvl2pPr>
            <a:lvl3pPr marL="1371600" lvl="2" indent="-342900" algn="l">
              <a:spcBef>
                <a:spcPts val="360"/>
              </a:spcBef>
              <a:spcAft>
                <a:spcPts val="0"/>
              </a:spcAft>
              <a:buClr>
                <a:schemeClr val="dk1"/>
              </a:buClr>
              <a:buSzPts val="1800"/>
              <a:buChar char="•"/>
              <a:defRPr/>
            </a:lvl3pPr>
            <a:lvl4pPr marL="1828800" lvl="3" indent="-342900" algn="l">
              <a:spcBef>
                <a:spcPts val="360"/>
              </a:spcBef>
              <a:spcAft>
                <a:spcPts val="0"/>
              </a:spcAft>
              <a:buClr>
                <a:schemeClr val="dk1"/>
              </a:buClr>
              <a:buSzPts val="1800"/>
              <a:buChar char="–"/>
              <a:defRPr/>
            </a:lvl4pPr>
            <a:lvl5pPr marL="2286000" lvl="4" indent="-342900" algn="l">
              <a:spcBef>
                <a:spcPts val="360"/>
              </a:spcBef>
              <a:spcAft>
                <a:spcPts val="0"/>
              </a:spcAft>
              <a:buClr>
                <a:schemeClr val="dk1"/>
              </a:buClr>
              <a:buSzPts val="1800"/>
              <a:buChar char="»"/>
              <a:defRPr/>
            </a:lvl5pPr>
            <a:lvl6pPr marL="2743200" lvl="5" indent="-342900" algn="l">
              <a:spcBef>
                <a:spcPts val="360"/>
              </a:spcBef>
              <a:spcAft>
                <a:spcPts val="0"/>
              </a:spcAft>
              <a:buClr>
                <a:schemeClr val="dk1"/>
              </a:buClr>
              <a:buSzPts val="1800"/>
              <a:buChar char="•"/>
              <a:defRPr/>
            </a:lvl6pPr>
            <a:lvl7pPr marL="3200400" lvl="6" indent="-342900" algn="l">
              <a:spcBef>
                <a:spcPts val="360"/>
              </a:spcBef>
              <a:spcAft>
                <a:spcPts val="0"/>
              </a:spcAft>
              <a:buClr>
                <a:schemeClr val="dk1"/>
              </a:buClr>
              <a:buSzPts val="1800"/>
              <a:buChar char="•"/>
              <a:defRPr/>
            </a:lvl7pPr>
            <a:lvl8pPr marL="3657600" lvl="7" indent="-342900" algn="l">
              <a:spcBef>
                <a:spcPts val="360"/>
              </a:spcBef>
              <a:spcAft>
                <a:spcPts val="0"/>
              </a:spcAft>
              <a:buClr>
                <a:schemeClr val="dk1"/>
              </a:buClr>
              <a:buSzPts val="1800"/>
              <a:buChar char="•"/>
              <a:defRPr/>
            </a:lvl8pPr>
            <a:lvl9pPr marL="4114800" lvl="8" indent="-342900" algn="l">
              <a:spcBef>
                <a:spcPts val="360"/>
              </a:spcBef>
              <a:spcAft>
                <a:spcPts val="0"/>
              </a:spcAft>
              <a:buClr>
                <a:schemeClr val="dk1"/>
              </a:buClr>
              <a:buSzPts val="1800"/>
              <a:buChar char="•"/>
              <a:defRPr/>
            </a:lvl9pPr>
          </a:lstStyle>
          <a:p>
            <a:endParaRPr/>
          </a:p>
        </p:txBody>
      </p:sp>
      <p:sp>
        <p:nvSpPr>
          <p:cNvPr id="152" name="Google Shape;152;hc7cc306779174be_8_69"/>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3" name="Google Shape;153;hc7cc306779174be_8_69"/>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54" name="Google Shape;154;hc7cc306779174be_8_69"/>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61"/>
        <p:cNvGrpSpPr/>
        <p:nvPr/>
      </p:nvGrpSpPr>
      <p:grpSpPr>
        <a:xfrm>
          <a:off x="0" y="0"/>
          <a:ext cx="0" cy="0"/>
          <a:chOff x="0" y="0"/>
          <a:chExt cx="0" cy="0"/>
        </a:xfrm>
      </p:grpSpPr>
      <p:sp>
        <p:nvSpPr>
          <p:cNvPr id="162" name="Google Shape;162;hc7cc306779174be_4_100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3" name="Google Shape;163;hc7cc306779174be_4_100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4" name="Google Shape;164;hc7cc306779174be_4_100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65"/>
        <p:cNvGrpSpPr/>
        <p:nvPr/>
      </p:nvGrpSpPr>
      <p:grpSpPr>
        <a:xfrm>
          <a:off x="0" y="0"/>
          <a:ext cx="0" cy="0"/>
          <a:chOff x="0" y="0"/>
          <a:chExt cx="0" cy="0"/>
        </a:xfrm>
      </p:grpSpPr>
      <p:sp>
        <p:nvSpPr>
          <p:cNvPr id="166" name="Google Shape;166;hc7cc306779174be_4_1007"/>
          <p:cNvSpPr txBox="1">
            <a:spLocks noGrp="1"/>
          </p:cNvSpPr>
          <p:nvPr>
            <p:ph type="ctrTitle"/>
          </p:nvPr>
        </p:nvSpPr>
        <p:spPr>
          <a:xfrm>
            <a:off x="685800" y="2130425"/>
            <a:ext cx="7772400" cy="1470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67" name="Google Shape;167;hc7cc306779174be_4_1007"/>
          <p:cNvSpPr txBox="1">
            <a:spLocks noGrp="1"/>
          </p:cNvSpPr>
          <p:nvPr>
            <p:ph type="subTitle" idx="1"/>
          </p:nvPr>
        </p:nvSpPr>
        <p:spPr>
          <a:xfrm>
            <a:off x="1371600" y="3886200"/>
            <a:ext cx="6400800" cy="1752600"/>
          </a:xfrm>
          <a:prstGeom prst="rect">
            <a:avLst/>
          </a:prstGeom>
          <a:noFill/>
          <a:ln>
            <a:noFill/>
          </a:ln>
        </p:spPr>
        <p:txBody>
          <a:bodyPr spcFirstLastPara="1" wrap="square" lIns="91450" tIns="45700" rIns="91450" bIns="45700" anchor="t" anchorCtr="0">
            <a:normAutofit/>
          </a:bodyPr>
          <a:lstStyle>
            <a:lvl1pPr lvl="0" algn="ctr">
              <a:spcBef>
                <a:spcPts val="600"/>
              </a:spcBef>
              <a:spcAft>
                <a:spcPts val="0"/>
              </a:spcAft>
              <a:buClr>
                <a:srgbClr val="888888"/>
              </a:buClr>
              <a:buSzPts val="3200"/>
              <a:buNone/>
              <a:defRPr>
                <a:solidFill>
                  <a:srgbClr val="888888"/>
                </a:solidFill>
              </a:defRPr>
            </a:lvl1pPr>
            <a:lvl2pPr lvl="1" algn="ctr">
              <a:spcBef>
                <a:spcPts val="600"/>
              </a:spcBef>
              <a:spcAft>
                <a:spcPts val="0"/>
              </a:spcAft>
              <a:buClr>
                <a:srgbClr val="888888"/>
              </a:buClr>
              <a:buSzPts val="2800"/>
              <a:buNone/>
              <a:defRPr>
                <a:solidFill>
                  <a:srgbClr val="888888"/>
                </a:solidFill>
              </a:defRPr>
            </a:lvl2pPr>
            <a:lvl3pPr lvl="2" algn="ctr">
              <a:spcBef>
                <a:spcPts val="40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a:endParaRPr/>
          </a:p>
        </p:txBody>
      </p:sp>
      <p:sp>
        <p:nvSpPr>
          <p:cNvPr id="168" name="Google Shape;168;hc7cc306779174be_4_1007"/>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69" name="Google Shape;169;hc7cc306779174be_4_1007"/>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0" name="Google Shape;170;hc7cc306779174be_4_1007"/>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1"/>
        <p:cNvGrpSpPr/>
        <p:nvPr/>
      </p:nvGrpSpPr>
      <p:grpSpPr>
        <a:xfrm>
          <a:off x="0" y="0"/>
          <a:ext cx="0" cy="0"/>
          <a:chOff x="0" y="0"/>
          <a:chExt cx="0" cy="0"/>
        </a:xfrm>
      </p:grpSpPr>
      <p:sp>
        <p:nvSpPr>
          <p:cNvPr id="172" name="Google Shape;172;hc7cc306779174be_4_1013"/>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3" name="Google Shape;173;hc7cc306779174be_4_1013"/>
          <p:cNvSpPr txBox="1">
            <a:spLocks noGrp="1"/>
          </p:cNvSpPr>
          <p:nvPr>
            <p:ph type="body" idx="1"/>
          </p:nvPr>
        </p:nvSpPr>
        <p:spPr>
          <a:xfrm>
            <a:off x="457200" y="1600200"/>
            <a:ext cx="8229600" cy="45258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174" name="Google Shape;174;hc7cc306779174be_4_101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5" name="Google Shape;175;hc7cc306779174be_4_101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76" name="Google Shape;176;hc7cc306779174be_4_101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7"/>
        <p:cNvGrpSpPr/>
        <p:nvPr/>
      </p:nvGrpSpPr>
      <p:grpSpPr>
        <a:xfrm>
          <a:off x="0" y="0"/>
          <a:ext cx="0" cy="0"/>
          <a:chOff x="0" y="0"/>
          <a:chExt cx="0" cy="0"/>
        </a:xfrm>
      </p:grpSpPr>
      <p:sp>
        <p:nvSpPr>
          <p:cNvPr id="178" name="Google Shape;178;hc7cc306779174be_4_1019"/>
          <p:cNvSpPr txBox="1">
            <a:spLocks noGrp="1"/>
          </p:cNvSpPr>
          <p:nvPr>
            <p:ph type="title"/>
          </p:nvPr>
        </p:nvSpPr>
        <p:spPr>
          <a:xfrm>
            <a:off x="722313" y="4406900"/>
            <a:ext cx="7772400" cy="1362000"/>
          </a:xfrm>
          <a:prstGeom prst="rect">
            <a:avLst/>
          </a:prstGeom>
          <a:noFill/>
          <a:ln>
            <a:noFill/>
          </a:ln>
        </p:spPr>
        <p:txBody>
          <a:bodyPr spcFirstLastPara="1" wrap="square" lIns="91450" tIns="45700" rIns="91450" bIns="45700" anchor="t" anchorCtr="0">
            <a:normAutofit/>
          </a:bodyPr>
          <a:lstStyle>
            <a:lvl1pPr lvl="0" algn="l">
              <a:spcBef>
                <a:spcPts val="0"/>
              </a:spcBef>
              <a:spcAft>
                <a:spcPts val="0"/>
              </a:spcAft>
              <a:buClr>
                <a:schemeClr val="dk1"/>
              </a:buClr>
              <a:buSzPts val="4000"/>
              <a:buFont typeface="Inter"/>
              <a:buNone/>
              <a:defRPr sz="4000" b="1"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79" name="Google Shape;179;hc7cc306779174be_4_1019"/>
          <p:cNvSpPr txBox="1">
            <a:spLocks noGrp="1"/>
          </p:cNvSpPr>
          <p:nvPr>
            <p:ph type="body" idx="1"/>
          </p:nvPr>
        </p:nvSpPr>
        <p:spPr>
          <a:xfrm>
            <a:off x="722313" y="2906713"/>
            <a:ext cx="7772400" cy="15000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rgbClr val="888888"/>
              </a:buClr>
              <a:buSzPts val="2000"/>
              <a:buNone/>
              <a:defRPr sz="2000">
                <a:solidFill>
                  <a:srgbClr val="888888"/>
                </a:solidFill>
              </a:defRPr>
            </a:lvl1pPr>
            <a:lvl2pPr marL="914400" lvl="1" indent="-228600" algn="l">
              <a:spcBef>
                <a:spcPts val="400"/>
              </a:spcBef>
              <a:spcAft>
                <a:spcPts val="0"/>
              </a:spcAft>
              <a:buClr>
                <a:srgbClr val="888888"/>
              </a:buClr>
              <a:buSzPts val="1800"/>
              <a:buNone/>
              <a:defRPr sz="1800">
                <a:solidFill>
                  <a:srgbClr val="888888"/>
                </a:solidFill>
              </a:defRPr>
            </a:lvl2pPr>
            <a:lvl3pPr marL="1371600" lvl="2" indent="-228600" algn="l">
              <a:spcBef>
                <a:spcPts val="400"/>
              </a:spcBef>
              <a:spcAft>
                <a:spcPts val="0"/>
              </a:spcAft>
              <a:buClr>
                <a:srgbClr val="888888"/>
              </a:buClr>
              <a:buSzPts val="1600"/>
              <a:buNone/>
              <a:defRPr sz="1600">
                <a:solidFill>
                  <a:srgbClr val="888888"/>
                </a:solidFill>
              </a:defRPr>
            </a:lvl3pPr>
            <a:lvl4pPr marL="1828800" lvl="3" indent="-228600" algn="l">
              <a:spcBef>
                <a:spcPts val="200"/>
              </a:spcBef>
              <a:spcAft>
                <a:spcPts val="0"/>
              </a:spcAft>
              <a:buClr>
                <a:srgbClr val="888888"/>
              </a:buClr>
              <a:buSzPts val="1400"/>
              <a:buNone/>
              <a:defRPr sz="1400">
                <a:solidFill>
                  <a:srgbClr val="888888"/>
                </a:solidFill>
              </a:defRPr>
            </a:lvl4pPr>
            <a:lvl5pPr marL="2286000" lvl="4" indent="-228600" algn="l">
              <a:spcBef>
                <a:spcPts val="200"/>
              </a:spcBef>
              <a:spcAft>
                <a:spcPts val="0"/>
              </a:spcAft>
              <a:buClr>
                <a:srgbClr val="888888"/>
              </a:buClr>
              <a:buSzPts val="1400"/>
              <a:buNone/>
              <a:defRPr sz="1400">
                <a:solidFill>
                  <a:srgbClr val="888888"/>
                </a:solidFill>
              </a:defRPr>
            </a:lvl5pPr>
            <a:lvl6pPr marL="2743200" lvl="5" indent="-228600" algn="l">
              <a:spcBef>
                <a:spcPts val="200"/>
              </a:spcBef>
              <a:spcAft>
                <a:spcPts val="0"/>
              </a:spcAft>
              <a:buClr>
                <a:srgbClr val="888888"/>
              </a:buClr>
              <a:buSzPts val="1400"/>
              <a:buNone/>
              <a:defRPr sz="1400">
                <a:solidFill>
                  <a:srgbClr val="888888"/>
                </a:solidFill>
              </a:defRPr>
            </a:lvl6pPr>
            <a:lvl7pPr marL="3200400" lvl="6" indent="-228600" algn="l">
              <a:spcBef>
                <a:spcPts val="200"/>
              </a:spcBef>
              <a:spcAft>
                <a:spcPts val="0"/>
              </a:spcAft>
              <a:buClr>
                <a:srgbClr val="888888"/>
              </a:buClr>
              <a:buSzPts val="1400"/>
              <a:buNone/>
              <a:defRPr sz="1400">
                <a:solidFill>
                  <a:srgbClr val="888888"/>
                </a:solidFill>
              </a:defRPr>
            </a:lvl7pPr>
            <a:lvl8pPr marL="3657600" lvl="7" indent="-228600" algn="l">
              <a:spcBef>
                <a:spcPts val="200"/>
              </a:spcBef>
              <a:spcAft>
                <a:spcPts val="0"/>
              </a:spcAft>
              <a:buClr>
                <a:srgbClr val="888888"/>
              </a:buClr>
              <a:buSzPts val="1400"/>
              <a:buNone/>
              <a:defRPr sz="1400">
                <a:solidFill>
                  <a:srgbClr val="888888"/>
                </a:solidFill>
              </a:defRPr>
            </a:lvl8pPr>
            <a:lvl9pPr marL="4114800" lvl="8" indent="-228600" algn="l">
              <a:spcBef>
                <a:spcPts val="200"/>
              </a:spcBef>
              <a:spcAft>
                <a:spcPts val="0"/>
              </a:spcAft>
              <a:buClr>
                <a:srgbClr val="888888"/>
              </a:buClr>
              <a:buSzPts val="1400"/>
              <a:buNone/>
              <a:defRPr sz="1400">
                <a:solidFill>
                  <a:srgbClr val="888888"/>
                </a:solidFill>
              </a:defRPr>
            </a:lvl9pPr>
          </a:lstStyle>
          <a:p>
            <a:endParaRPr/>
          </a:p>
        </p:txBody>
      </p:sp>
      <p:sp>
        <p:nvSpPr>
          <p:cNvPr id="180" name="Google Shape;180;hc7cc306779174be_4_1019"/>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1" name="Google Shape;181;hc7cc306779174be_4_1019"/>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2" name="Google Shape;182;hc7cc306779174be_4_1019"/>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183"/>
        <p:cNvGrpSpPr/>
        <p:nvPr/>
      </p:nvGrpSpPr>
      <p:grpSpPr>
        <a:xfrm>
          <a:off x="0" y="0"/>
          <a:ext cx="0" cy="0"/>
          <a:chOff x="0" y="0"/>
          <a:chExt cx="0" cy="0"/>
        </a:xfrm>
      </p:grpSpPr>
      <p:sp>
        <p:nvSpPr>
          <p:cNvPr id="184" name="Google Shape;184;hc7cc306779174be_4_1025"/>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85" name="Google Shape;185;hc7cc306779174be_4_1025"/>
          <p:cNvSpPr txBox="1">
            <a:spLocks noGrp="1"/>
          </p:cNvSpPr>
          <p:nvPr>
            <p:ph type="body" idx="1"/>
          </p:nvPr>
        </p:nvSpPr>
        <p:spPr>
          <a:xfrm>
            <a:off x="457200" y="1600200"/>
            <a:ext cx="4038600" cy="4525800"/>
          </a:xfrm>
          <a:prstGeom prst="rect">
            <a:avLst/>
          </a:prstGeom>
          <a:noFill/>
          <a:ln>
            <a:noFill/>
          </a:ln>
        </p:spPr>
        <p:txBody>
          <a:bodyPr spcFirstLastPara="1" wrap="square" lIns="91450" tIns="45700" rIns="91450" bIns="45700" anchor="t" anchorCtr="0">
            <a:normAutofit/>
          </a:bodyPr>
          <a:lstStyle>
            <a:lvl1pPr marL="457200" lvl="0" indent="-406400" algn="l">
              <a:spcBef>
                <a:spcPts val="600"/>
              </a:spcBef>
              <a:spcAft>
                <a:spcPts val="0"/>
              </a:spcAft>
              <a:buClr>
                <a:schemeClr val="dk1"/>
              </a:buClr>
              <a:buSzPts val="2800"/>
              <a:buChar char="•"/>
              <a:defRPr sz="2800"/>
            </a:lvl1pPr>
            <a:lvl2pPr marL="914400" lvl="1" indent="-381000" algn="l">
              <a:spcBef>
                <a:spcPts val="40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400"/>
              </a:spcBef>
              <a:spcAft>
                <a:spcPts val="0"/>
              </a:spcAft>
              <a:buClr>
                <a:schemeClr val="dk1"/>
              </a:buClr>
              <a:buSzPts val="1800"/>
              <a:buChar char="–"/>
              <a:defRPr sz="1800"/>
            </a:lvl4pPr>
            <a:lvl5pPr marL="2286000" lvl="4" indent="-342900" algn="l">
              <a:spcBef>
                <a:spcPts val="400"/>
              </a:spcBef>
              <a:spcAft>
                <a:spcPts val="0"/>
              </a:spcAft>
              <a:buClr>
                <a:schemeClr val="dk1"/>
              </a:buClr>
              <a:buSzPts val="1800"/>
              <a:buChar char="»"/>
              <a:defRPr sz="1800"/>
            </a:lvl5pPr>
            <a:lvl6pPr marL="2743200" lvl="5" indent="-342900" algn="l">
              <a:spcBef>
                <a:spcPts val="400"/>
              </a:spcBef>
              <a:spcAft>
                <a:spcPts val="0"/>
              </a:spcAft>
              <a:buClr>
                <a:schemeClr val="dk1"/>
              </a:buClr>
              <a:buSzPts val="1800"/>
              <a:buChar char="•"/>
              <a:defRPr sz="1800"/>
            </a:lvl6pPr>
            <a:lvl7pPr marL="3200400" lvl="6" indent="-342900" algn="l">
              <a:spcBef>
                <a:spcPts val="400"/>
              </a:spcBef>
              <a:spcAft>
                <a:spcPts val="0"/>
              </a:spcAft>
              <a:buClr>
                <a:schemeClr val="dk1"/>
              </a:buClr>
              <a:buSzPts val="1800"/>
              <a:buChar char="•"/>
              <a:defRPr sz="1800"/>
            </a:lvl7pPr>
            <a:lvl8pPr marL="3657600" lvl="7" indent="-342900" algn="l">
              <a:spcBef>
                <a:spcPts val="400"/>
              </a:spcBef>
              <a:spcAft>
                <a:spcPts val="0"/>
              </a:spcAft>
              <a:buClr>
                <a:schemeClr val="dk1"/>
              </a:buClr>
              <a:buSzPts val="1800"/>
              <a:buChar char="•"/>
              <a:defRPr sz="1800"/>
            </a:lvl8pPr>
            <a:lvl9pPr marL="4114800" lvl="8" indent="-342900" algn="l">
              <a:spcBef>
                <a:spcPts val="400"/>
              </a:spcBef>
              <a:spcAft>
                <a:spcPts val="0"/>
              </a:spcAft>
              <a:buClr>
                <a:schemeClr val="dk1"/>
              </a:buClr>
              <a:buSzPts val="1800"/>
              <a:buChar char="•"/>
              <a:defRPr sz="1800"/>
            </a:lvl9pPr>
          </a:lstStyle>
          <a:p>
            <a:endParaRPr/>
          </a:p>
        </p:txBody>
      </p:sp>
      <p:sp>
        <p:nvSpPr>
          <p:cNvPr id="186" name="Google Shape;186;hc7cc306779174be_4_1025"/>
          <p:cNvSpPr txBox="1">
            <a:spLocks noGrp="1"/>
          </p:cNvSpPr>
          <p:nvPr>
            <p:ph type="body" idx="2"/>
          </p:nvPr>
        </p:nvSpPr>
        <p:spPr>
          <a:xfrm>
            <a:off x="4648200" y="1600200"/>
            <a:ext cx="4038600" cy="4525800"/>
          </a:xfrm>
          <a:prstGeom prst="rect">
            <a:avLst/>
          </a:prstGeom>
          <a:noFill/>
          <a:ln>
            <a:noFill/>
          </a:ln>
        </p:spPr>
        <p:txBody>
          <a:bodyPr spcFirstLastPara="1" wrap="square" lIns="91450" tIns="45700" rIns="91450" bIns="45700" anchor="t" anchorCtr="0">
            <a:normAutofit/>
          </a:bodyPr>
          <a:lstStyle>
            <a:lvl1pPr marL="457200" lvl="0" indent="-406400" algn="l">
              <a:spcBef>
                <a:spcPts val="600"/>
              </a:spcBef>
              <a:spcAft>
                <a:spcPts val="0"/>
              </a:spcAft>
              <a:buClr>
                <a:schemeClr val="dk1"/>
              </a:buClr>
              <a:buSzPts val="2800"/>
              <a:buChar char="•"/>
              <a:defRPr sz="2800"/>
            </a:lvl1pPr>
            <a:lvl2pPr marL="914400" lvl="1" indent="-381000" algn="l">
              <a:spcBef>
                <a:spcPts val="400"/>
              </a:spcBef>
              <a:spcAft>
                <a:spcPts val="0"/>
              </a:spcAft>
              <a:buClr>
                <a:schemeClr val="dk1"/>
              </a:buClr>
              <a:buSzPts val="2400"/>
              <a:buChar char="–"/>
              <a:defRPr sz="2400"/>
            </a:lvl2pPr>
            <a:lvl3pPr marL="1371600" lvl="2" indent="-355600" algn="l">
              <a:spcBef>
                <a:spcPts val="400"/>
              </a:spcBef>
              <a:spcAft>
                <a:spcPts val="0"/>
              </a:spcAft>
              <a:buClr>
                <a:schemeClr val="dk1"/>
              </a:buClr>
              <a:buSzPts val="2000"/>
              <a:buChar char="•"/>
              <a:defRPr sz="2000"/>
            </a:lvl3pPr>
            <a:lvl4pPr marL="1828800" lvl="3" indent="-342900" algn="l">
              <a:spcBef>
                <a:spcPts val="400"/>
              </a:spcBef>
              <a:spcAft>
                <a:spcPts val="0"/>
              </a:spcAft>
              <a:buClr>
                <a:schemeClr val="dk1"/>
              </a:buClr>
              <a:buSzPts val="1800"/>
              <a:buChar char="–"/>
              <a:defRPr sz="1800"/>
            </a:lvl4pPr>
            <a:lvl5pPr marL="2286000" lvl="4" indent="-342900" algn="l">
              <a:spcBef>
                <a:spcPts val="400"/>
              </a:spcBef>
              <a:spcAft>
                <a:spcPts val="0"/>
              </a:spcAft>
              <a:buClr>
                <a:schemeClr val="dk1"/>
              </a:buClr>
              <a:buSzPts val="1800"/>
              <a:buChar char="»"/>
              <a:defRPr sz="1800"/>
            </a:lvl5pPr>
            <a:lvl6pPr marL="2743200" lvl="5" indent="-342900" algn="l">
              <a:spcBef>
                <a:spcPts val="400"/>
              </a:spcBef>
              <a:spcAft>
                <a:spcPts val="0"/>
              </a:spcAft>
              <a:buClr>
                <a:schemeClr val="dk1"/>
              </a:buClr>
              <a:buSzPts val="1800"/>
              <a:buChar char="•"/>
              <a:defRPr sz="1800"/>
            </a:lvl6pPr>
            <a:lvl7pPr marL="3200400" lvl="6" indent="-342900" algn="l">
              <a:spcBef>
                <a:spcPts val="400"/>
              </a:spcBef>
              <a:spcAft>
                <a:spcPts val="0"/>
              </a:spcAft>
              <a:buClr>
                <a:schemeClr val="dk1"/>
              </a:buClr>
              <a:buSzPts val="1800"/>
              <a:buChar char="•"/>
              <a:defRPr sz="1800"/>
            </a:lvl7pPr>
            <a:lvl8pPr marL="3657600" lvl="7" indent="-342900" algn="l">
              <a:spcBef>
                <a:spcPts val="400"/>
              </a:spcBef>
              <a:spcAft>
                <a:spcPts val="0"/>
              </a:spcAft>
              <a:buClr>
                <a:schemeClr val="dk1"/>
              </a:buClr>
              <a:buSzPts val="1800"/>
              <a:buChar char="•"/>
              <a:defRPr sz="1800"/>
            </a:lvl8pPr>
            <a:lvl9pPr marL="4114800" lvl="8" indent="-342900" algn="l">
              <a:spcBef>
                <a:spcPts val="400"/>
              </a:spcBef>
              <a:spcAft>
                <a:spcPts val="0"/>
              </a:spcAft>
              <a:buClr>
                <a:schemeClr val="dk1"/>
              </a:buClr>
              <a:buSzPts val="1800"/>
              <a:buChar char="•"/>
              <a:defRPr sz="1800"/>
            </a:lvl9pPr>
          </a:lstStyle>
          <a:p>
            <a:endParaRPr/>
          </a:p>
        </p:txBody>
      </p:sp>
      <p:sp>
        <p:nvSpPr>
          <p:cNvPr id="187" name="Google Shape;187;hc7cc306779174be_4_1025"/>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8" name="Google Shape;188;hc7cc306779174be_4_1025"/>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89" name="Google Shape;189;hc7cc306779174be_4_1025"/>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190"/>
        <p:cNvGrpSpPr/>
        <p:nvPr/>
      </p:nvGrpSpPr>
      <p:grpSpPr>
        <a:xfrm>
          <a:off x="0" y="0"/>
          <a:ext cx="0" cy="0"/>
          <a:chOff x="0" y="0"/>
          <a:chExt cx="0" cy="0"/>
        </a:xfrm>
      </p:grpSpPr>
      <p:sp>
        <p:nvSpPr>
          <p:cNvPr id="191" name="Google Shape;191;hc7cc306779174be_4_1032"/>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4400"/>
              <a:buFont typeface="Inter"/>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2" name="Google Shape;192;hc7cc306779174be_4_1032"/>
          <p:cNvSpPr txBox="1">
            <a:spLocks noGrp="1"/>
          </p:cNvSpPr>
          <p:nvPr>
            <p:ph type="body" idx="1"/>
          </p:nvPr>
        </p:nvSpPr>
        <p:spPr>
          <a:xfrm>
            <a:off x="457200" y="1535113"/>
            <a:ext cx="4040400" cy="6396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400"/>
              </a:spcBef>
              <a:spcAft>
                <a:spcPts val="0"/>
              </a:spcAft>
              <a:buClr>
                <a:schemeClr val="dk1"/>
              </a:buClr>
              <a:buSzPts val="1800"/>
              <a:buNone/>
              <a:defRPr sz="1800" b="1"/>
            </a:lvl3pPr>
            <a:lvl4pPr marL="1828800" lvl="3" indent="-228600" algn="l">
              <a:spcBef>
                <a:spcPts val="400"/>
              </a:spcBef>
              <a:spcAft>
                <a:spcPts val="0"/>
              </a:spcAft>
              <a:buClr>
                <a:schemeClr val="dk1"/>
              </a:buClr>
              <a:buSzPts val="1600"/>
              <a:buNone/>
              <a:defRPr sz="1600" b="1"/>
            </a:lvl4pPr>
            <a:lvl5pPr marL="2286000" lvl="4" indent="-228600" algn="l">
              <a:spcBef>
                <a:spcPts val="400"/>
              </a:spcBef>
              <a:spcAft>
                <a:spcPts val="0"/>
              </a:spcAft>
              <a:buClr>
                <a:schemeClr val="dk1"/>
              </a:buClr>
              <a:buSzPts val="1600"/>
              <a:buNone/>
              <a:defRPr sz="1600" b="1"/>
            </a:lvl5pPr>
            <a:lvl6pPr marL="2743200" lvl="5" indent="-228600" algn="l">
              <a:spcBef>
                <a:spcPts val="400"/>
              </a:spcBef>
              <a:spcAft>
                <a:spcPts val="0"/>
              </a:spcAft>
              <a:buClr>
                <a:schemeClr val="dk1"/>
              </a:buClr>
              <a:buSzPts val="1600"/>
              <a:buNone/>
              <a:defRPr sz="1600" b="1"/>
            </a:lvl6pPr>
            <a:lvl7pPr marL="3200400" lvl="6" indent="-228600" algn="l">
              <a:spcBef>
                <a:spcPts val="400"/>
              </a:spcBef>
              <a:spcAft>
                <a:spcPts val="0"/>
              </a:spcAft>
              <a:buClr>
                <a:schemeClr val="dk1"/>
              </a:buClr>
              <a:buSzPts val="1600"/>
              <a:buNone/>
              <a:defRPr sz="1600" b="1"/>
            </a:lvl7pPr>
            <a:lvl8pPr marL="3657600" lvl="7" indent="-228600" algn="l">
              <a:spcBef>
                <a:spcPts val="400"/>
              </a:spcBef>
              <a:spcAft>
                <a:spcPts val="0"/>
              </a:spcAft>
              <a:buClr>
                <a:schemeClr val="dk1"/>
              </a:buClr>
              <a:buSzPts val="1600"/>
              <a:buNone/>
              <a:defRPr sz="1600" b="1"/>
            </a:lvl8pPr>
            <a:lvl9pPr marL="4114800" lvl="8" indent="-228600" algn="l">
              <a:spcBef>
                <a:spcPts val="400"/>
              </a:spcBef>
              <a:spcAft>
                <a:spcPts val="0"/>
              </a:spcAft>
              <a:buClr>
                <a:schemeClr val="dk1"/>
              </a:buClr>
              <a:buSzPts val="1600"/>
              <a:buNone/>
              <a:defRPr sz="1600" b="1"/>
            </a:lvl9pPr>
          </a:lstStyle>
          <a:p>
            <a:endParaRPr/>
          </a:p>
        </p:txBody>
      </p:sp>
      <p:sp>
        <p:nvSpPr>
          <p:cNvPr id="193" name="Google Shape;193;hc7cc306779174be_4_1032"/>
          <p:cNvSpPr txBox="1">
            <a:spLocks noGrp="1"/>
          </p:cNvSpPr>
          <p:nvPr>
            <p:ph type="body" idx="2"/>
          </p:nvPr>
        </p:nvSpPr>
        <p:spPr>
          <a:xfrm>
            <a:off x="457200" y="2174875"/>
            <a:ext cx="4040400" cy="3951000"/>
          </a:xfrm>
          <a:prstGeom prst="rect">
            <a:avLst/>
          </a:prstGeom>
          <a:noFill/>
          <a:ln>
            <a:noFill/>
          </a:ln>
        </p:spPr>
        <p:txBody>
          <a:bodyPr spcFirstLastPara="1" wrap="square" lIns="91450" tIns="45700" rIns="91450" bIns="45700" anchor="t" anchorCtr="0">
            <a:normAutofit/>
          </a:bodyPr>
          <a:lstStyle>
            <a:lvl1pPr marL="457200" lvl="0" indent="-381000" algn="l">
              <a:spcBef>
                <a:spcPts val="40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400"/>
              </a:spcBef>
              <a:spcAft>
                <a:spcPts val="0"/>
              </a:spcAft>
              <a:buClr>
                <a:schemeClr val="dk1"/>
              </a:buClr>
              <a:buSzPts val="1800"/>
              <a:buChar char="•"/>
              <a:defRPr sz="1800"/>
            </a:lvl3pPr>
            <a:lvl4pPr marL="1828800" lvl="3" indent="-330200" algn="l">
              <a:spcBef>
                <a:spcPts val="400"/>
              </a:spcBef>
              <a:spcAft>
                <a:spcPts val="0"/>
              </a:spcAft>
              <a:buClr>
                <a:schemeClr val="dk1"/>
              </a:buClr>
              <a:buSzPts val="1600"/>
              <a:buChar char="–"/>
              <a:defRPr sz="1600"/>
            </a:lvl4pPr>
            <a:lvl5pPr marL="2286000" lvl="4" indent="-330200" algn="l">
              <a:spcBef>
                <a:spcPts val="400"/>
              </a:spcBef>
              <a:spcAft>
                <a:spcPts val="0"/>
              </a:spcAft>
              <a:buClr>
                <a:schemeClr val="dk1"/>
              </a:buClr>
              <a:buSzPts val="1600"/>
              <a:buChar char="»"/>
              <a:defRPr sz="1600"/>
            </a:lvl5pPr>
            <a:lvl6pPr marL="2743200" lvl="5" indent="-330200" algn="l">
              <a:spcBef>
                <a:spcPts val="400"/>
              </a:spcBef>
              <a:spcAft>
                <a:spcPts val="0"/>
              </a:spcAft>
              <a:buClr>
                <a:schemeClr val="dk1"/>
              </a:buClr>
              <a:buSzPts val="1600"/>
              <a:buChar char="•"/>
              <a:defRPr sz="1600"/>
            </a:lvl6pPr>
            <a:lvl7pPr marL="3200400" lvl="6" indent="-330200" algn="l">
              <a:spcBef>
                <a:spcPts val="400"/>
              </a:spcBef>
              <a:spcAft>
                <a:spcPts val="0"/>
              </a:spcAft>
              <a:buClr>
                <a:schemeClr val="dk1"/>
              </a:buClr>
              <a:buSzPts val="1600"/>
              <a:buChar char="•"/>
              <a:defRPr sz="1600"/>
            </a:lvl7pPr>
            <a:lvl8pPr marL="3657600" lvl="7" indent="-330200" algn="l">
              <a:spcBef>
                <a:spcPts val="400"/>
              </a:spcBef>
              <a:spcAft>
                <a:spcPts val="0"/>
              </a:spcAft>
              <a:buClr>
                <a:schemeClr val="dk1"/>
              </a:buClr>
              <a:buSzPts val="1600"/>
              <a:buChar char="•"/>
              <a:defRPr sz="1600"/>
            </a:lvl8pPr>
            <a:lvl9pPr marL="4114800" lvl="8" indent="-330200" algn="l">
              <a:spcBef>
                <a:spcPts val="400"/>
              </a:spcBef>
              <a:spcAft>
                <a:spcPts val="0"/>
              </a:spcAft>
              <a:buClr>
                <a:schemeClr val="dk1"/>
              </a:buClr>
              <a:buSzPts val="1600"/>
              <a:buChar char="•"/>
              <a:defRPr sz="1600"/>
            </a:lvl9pPr>
          </a:lstStyle>
          <a:p>
            <a:endParaRPr/>
          </a:p>
        </p:txBody>
      </p:sp>
      <p:sp>
        <p:nvSpPr>
          <p:cNvPr id="194" name="Google Shape;194;hc7cc306779174be_4_1032"/>
          <p:cNvSpPr txBox="1">
            <a:spLocks noGrp="1"/>
          </p:cNvSpPr>
          <p:nvPr>
            <p:ph type="body" idx="3"/>
          </p:nvPr>
        </p:nvSpPr>
        <p:spPr>
          <a:xfrm>
            <a:off x="4645025" y="1535113"/>
            <a:ext cx="4041600" cy="639600"/>
          </a:xfrm>
          <a:prstGeom prst="rect">
            <a:avLst/>
          </a:prstGeom>
          <a:noFill/>
          <a:ln>
            <a:noFill/>
          </a:ln>
        </p:spPr>
        <p:txBody>
          <a:bodyPr spcFirstLastPara="1" wrap="square" lIns="91450" tIns="45700" rIns="91450" bIns="45700" anchor="b" anchorCtr="0">
            <a:normAutofit/>
          </a:bodyPr>
          <a:lstStyle>
            <a:lvl1pPr marL="457200" lvl="0" indent="-228600" algn="l">
              <a:spcBef>
                <a:spcPts val="400"/>
              </a:spcBef>
              <a:spcAft>
                <a:spcPts val="0"/>
              </a:spcAft>
              <a:buClr>
                <a:schemeClr val="dk1"/>
              </a:buClr>
              <a:buSzPts val="2400"/>
              <a:buNone/>
              <a:defRPr sz="2400" b="1"/>
            </a:lvl1pPr>
            <a:lvl2pPr marL="914400" lvl="1" indent="-228600" algn="l">
              <a:spcBef>
                <a:spcPts val="400"/>
              </a:spcBef>
              <a:spcAft>
                <a:spcPts val="0"/>
              </a:spcAft>
              <a:buClr>
                <a:schemeClr val="dk1"/>
              </a:buClr>
              <a:buSzPts val="2000"/>
              <a:buNone/>
              <a:defRPr sz="2000" b="1"/>
            </a:lvl2pPr>
            <a:lvl3pPr marL="1371600" lvl="2" indent="-228600" algn="l">
              <a:spcBef>
                <a:spcPts val="400"/>
              </a:spcBef>
              <a:spcAft>
                <a:spcPts val="0"/>
              </a:spcAft>
              <a:buClr>
                <a:schemeClr val="dk1"/>
              </a:buClr>
              <a:buSzPts val="1800"/>
              <a:buNone/>
              <a:defRPr sz="1800" b="1"/>
            </a:lvl3pPr>
            <a:lvl4pPr marL="1828800" lvl="3" indent="-228600" algn="l">
              <a:spcBef>
                <a:spcPts val="400"/>
              </a:spcBef>
              <a:spcAft>
                <a:spcPts val="0"/>
              </a:spcAft>
              <a:buClr>
                <a:schemeClr val="dk1"/>
              </a:buClr>
              <a:buSzPts val="1600"/>
              <a:buNone/>
              <a:defRPr sz="1600" b="1"/>
            </a:lvl4pPr>
            <a:lvl5pPr marL="2286000" lvl="4" indent="-228600" algn="l">
              <a:spcBef>
                <a:spcPts val="400"/>
              </a:spcBef>
              <a:spcAft>
                <a:spcPts val="0"/>
              </a:spcAft>
              <a:buClr>
                <a:schemeClr val="dk1"/>
              </a:buClr>
              <a:buSzPts val="1600"/>
              <a:buNone/>
              <a:defRPr sz="1600" b="1"/>
            </a:lvl5pPr>
            <a:lvl6pPr marL="2743200" lvl="5" indent="-228600" algn="l">
              <a:spcBef>
                <a:spcPts val="400"/>
              </a:spcBef>
              <a:spcAft>
                <a:spcPts val="0"/>
              </a:spcAft>
              <a:buClr>
                <a:schemeClr val="dk1"/>
              </a:buClr>
              <a:buSzPts val="1600"/>
              <a:buNone/>
              <a:defRPr sz="1600" b="1"/>
            </a:lvl6pPr>
            <a:lvl7pPr marL="3200400" lvl="6" indent="-228600" algn="l">
              <a:spcBef>
                <a:spcPts val="400"/>
              </a:spcBef>
              <a:spcAft>
                <a:spcPts val="0"/>
              </a:spcAft>
              <a:buClr>
                <a:schemeClr val="dk1"/>
              </a:buClr>
              <a:buSzPts val="1600"/>
              <a:buNone/>
              <a:defRPr sz="1600" b="1"/>
            </a:lvl7pPr>
            <a:lvl8pPr marL="3657600" lvl="7" indent="-228600" algn="l">
              <a:spcBef>
                <a:spcPts val="400"/>
              </a:spcBef>
              <a:spcAft>
                <a:spcPts val="0"/>
              </a:spcAft>
              <a:buClr>
                <a:schemeClr val="dk1"/>
              </a:buClr>
              <a:buSzPts val="1600"/>
              <a:buNone/>
              <a:defRPr sz="1600" b="1"/>
            </a:lvl8pPr>
            <a:lvl9pPr marL="4114800" lvl="8" indent="-228600" algn="l">
              <a:spcBef>
                <a:spcPts val="400"/>
              </a:spcBef>
              <a:spcAft>
                <a:spcPts val="0"/>
              </a:spcAft>
              <a:buClr>
                <a:schemeClr val="dk1"/>
              </a:buClr>
              <a:buSzPts val="1600"/>
              <a:buNone/>
              <a:defRPr sz="1600" b="1"/>
            </a:lvl9pPr>
          </a:lstStyle>
          <a:p>
            <a:endParaRPr/>
          </a:p>
        </p:txBody>
      </p:sp>
      <p:sp>
        <p:nvSpPr>
          <p:cNvPr id="195" name="Google Shape;195;hc7cc306779174be_4_1032"/>
          <p:cNvSpPr txBox="1">
            <a:spLocks noGrp="1"/>
          </p:cNvSpPr>
          <p:nvPr>
            <p:ph type="body" idx="4"/>
          </p:nvPr>
        </p:nvSpPr>
        <p:spPr>
          <a:xfrm>
            <a:off x="4645025" y="2174875"/>
            <a:ext cx="4041600" cy="3951000"/>
          </a:xfrm>
          <a:prstGeom prst="rect">
            <a:avLst/>
          </a:prstGeom>
          <a:noFill/>
          <a:ln>
            <a:noFill/>
          </a:ln>
        </p:spPr>
        <p:txBody>
          <a:bodyPr spcFirstLastPara="1" wrap="square" lIns="91450" tIns="45700" rIns="91450" bIns="45700" anchor="t" anchorCtr="0">
            <a:normAutofit/>
          </a:bodyPr>
          <a:lstStyle>
            <a:lvl1pPr marL="457200" lvl="0" indent="-381000" algn="l">
              <a:spcBef>
                <a:spcPts val="400"/>
              </a:spcBef>
              <a:spcAft>
                <a:spcPts val="0"/>
              </a:spcAft>
              <a:buClr>
                <a:schemeClr val="dk1"/>
              </a:buClr>
              <a:buSzPts val="2400"/>
              <a:buChar char="•"/>
              <a:defRPr sz="2400"/>
            </a:lvl1pPr>
            <a:lvl2pPr marL="914400" lvl="1" indent="-355600" algn="l">
              <a:spcBef>
                <a:spcPts val="400"/>
              </a:spcBef>
              <a:spcAft>
                <a:spcPts val="0"/>
              </a:spcAft>
              <a:buClr>
                <a:schemeClr val="dk1"/>
              </a:buClr>
              <a:buSzPts val="2000"/>
              <a:buChar char="–"/>
              <a:defRPr sz="2000"/>
            </a:lvl2pPr>
            <a:lvl3pPr marL="1371600" lvl="2" indent="-342900" algn="l">
              <a:spcBef>
                <a:spcPts val="400"/>
              </a:spcBef>
              <a:spcAft>
                <a:spcPts val="0"/>
              </a:spcAft>
              <a:buClr>
                <a:schemeClr val="dk1"/>
              </a:buClr>
              <a:buSzPts val="1800"/>
              <a:buChar char="•"/>
              <a:defRPr sz="1800"/>
            </a:lvl3pPr>
            <a:lvl4pPr marL="1828800" lvl="3" indent="-330200" algn="l">
              <a:spcBef>
                <a:spcPts val="400"/>
              </a:spcBef>
              <a:spcAft>
                <a:spcPts val="0"/>
              </a:spcAft>
              <a:buClr>
                <a:schemeClr val="dk1"/>
              </a:buClr>
              <a:buSzPts val="1600"/>
              <a:buChar char="–"/>
              <a:defRPr sz="1600"/>
            </a:lvl4pPr>
            <a:lvl5pPr marL="2286000" lvl="4" indent="-330200" algn="l">
              <a:spcBef>
                <a:spcPts val="400"/>
              </a:spcBef>
              <a:spcAft>
                <a:spcPts val="0"/>
              </a:spcAft>
              <a:buClr>
                <a:schemeClr val="dk1"/>
              </a:buClr>
              <a:buSzPts val="1600"/>
              <a:buChar char="»"/>
              <a:defRPr sz="1600"/>
            </a:lvl5pPr>
            <a:lvl6pPr marL="2743200" lvl="5" indent="-330200" algn="l">
              <a:spcBef>
                <a:spcPts val="400"/>
              </a:spcBef>
              <a:spcAft>
                <a:spcPts val="0"/>
              </a:spcAft>
              <a:buClr>
                <a:schemeClr val="dk1"/>
              </a:buClr>
              <a:buSzPts val="1600"/>
              <a:buChar char="•"/>
              <a:defRPr sz="1600"/>
            </a:lvl6pPr>
            <a:lvl7pPr marL="3200400" lvl="6" indent="-330200" algn="l">
              <a:spcBef>
                <a:spcPts val="400"/>
              </a:spcBef>
              <a:spcAft>
                <a:spcPts val="0"/>
              </a:spcAft>
              <a:buClr>
                <a:schemeClr val="dk1"/>
              </a:buClr>
              <a:buSzPts val="1600"/>
              <a:buChar char="•"/>
              <a:defRPr sz="1600"/>
            </a:lvl7pPr>
            <a:lvl8pPr marL="3657600" lvl="7" indent="-330200" algn="l">
              <a:spcBef>
                <a:spcPts val="400"/>
              </a:spcBef>
              <a:spcAft>
                <a:spcPts val="0"/>
              </a:spcAft>
              <a:buClr>
                <a:schemeClr val="dk1"/>
              </a:buClr>
              <a:buSzPts val="1600"/>
              <a:buChar char="•"/>
              <a:defRPr sz="1600"/>
            </a:lvl8pPr>
            <a:lvl9pPr marL="4114800" lvl="8" indent="-330200" algn="l">
              <a:spcBef>
                <a:spcPts val="400"/>
              </a:spcBef>
              <a:spcAft>
                <a:spcPts val="0"/>
              </a:spcAft>
              <a:buClr>
                <a:schemeClr val="dk1"/>
              </a:buClr>
              <a:buSzPts val="1600"/>
              <a:buChar char="•"/>
              <a:defRPr sz="1600"/>
            </a:lvl9pPr>
          </a:lstStyle>
          <a:p>
            <a:endParaRPr/>
          </a:p>
        </p:txBody>
      </p:sp>
      <p:sp>
        <p:nvSpPr>
          <p:cNvPr id="196" name="Google Shape;196;hc7cc306779174be_4_1032"/>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7" name="Google Shape;197;hc7cc306779174be_4_1032"/>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198" name="Google Shape;198;hc7cc306779174be_4_1032"/>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9"/>
        <p:cNvGrpSpPr/>
        <p:nvPr/>
      </p:nvGrpSpPr>
      <p:grpSpPr>
        <a:xfrm>
          <a:off x="0" y="0"/>
          <a:ext cx="0" cy="0"/>
          <a:chOff x="0" y="0"/>
          <a:chExt cx="0" cy="0"/>
        </a:xfrm>
      </p:grpSpPr>
      <p:sp>
        <p:nvSpPr>
          <p:cNvPr id="200" name="Google Shape;200;hc7cc306779174be_4_1041"/>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1" name="Google Shape;201;hc7cc306779174be_4_1041"/>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2" name="Google Shape;202;hc7cc306779174be_4_1041"/>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3" name="Google Shape;203;hc7cc306779174be_4_1041"/>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04"/>
        <p:cNvGrpSpPr/>
        <p:nvPr/>
      </p:nvGrpSpPr>
      <p:grpSpPr>
        <a:xfrm>
          <a:off x="0" y="0"/>
          <a:ext cx="0" cy="0"/>
          <a:chOff x="0" y="0"/>
          <a:chExt cx="0" cy="0"/>
        </a:xfrm>
      </p:grpSpPr>
      <p:sp>
        <p:nvSpPr>
          <p:cNvPr id="205" name="Google Shape;205;hc7cc306779174be_4_1046"/>
          <p:cNvSpPr txBox="1">
            <a:spLocks noGrp="1"/>
          </p:cNvSpPr>
          <p:nvPr>
            <p:ph type="title"/>
          </p:nvPr>
        </p:nvSpPr>
        <p:spPr>
          <a:xfrm>
            <a:off x="457200" y="273050"/>
            <a:ext cx="3008400" cy="1162200"/>
          </a:xfrm>
          <a:prstGeom prst="rect">
            <a:avLst/>
          </a:prstGeom>
          <a:noFill/>
          <a:ln>
            <a:noFill/>
          </a:ln>
        </p:spPr>
        <p:txBody>
          <a:bodyPr spcFirstLastPara="1" wrap="square" lIns="91450" tIns="45700" rIns="91450"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06" name="Google Shape;206;hc7cc306779174be_4_1046"/>
          <p:cNvSpPr txBox="1">
            <a:spLocks noGrp="1"/>
          </p:cNvSpPr>
          <p:nvPr>
            <p:ph type="body" idx="1"/>
          </p:nvPr>
        </p:nvSpPr>
        <p:spPr>
          <a:xfrm>
            <a:off x="3575050" y="273050"/>
            <a:ext cx="5112000" cy="5853000"/>
          </a:xfrm>
          <a:prstGeom prst="rect">
            <a:avLst/>
          </a:prstGeom>
          <a:noFill/>
          <a:ln>
            <a:noFill/>
          </a:ln>
        </p:spPr>
        <p:txBody>
          <a:bodyPr spcFirstLastPara="1" wrap="square" lIns="91450" tIns="45700" rIns="91450" bIns="45700" anchor="t" anchorCtr="0">
            <a:normAutofit/>
          </a:bodyPr>
          <a:lstStyle>
            <a:lvl1pPr marL="457200" lvl="0" indent="-431800" algn="l">
              <a:spcBef>
                <a:spcPts val="600"/>
              </a:spcBef>
              <a:spcAft>
                <a:spcPts val="0"/>
              </a:spcAft>
              <a:buClr>
                <a:schemeClr val="dk1"/>
              </a:buClr>
              <a:buSzPts val="3200"/>
              <a:buChar char="•"/>
              <a:defRPr sz="3200"/>
            </a:lvl1pPr>
            <a:lvl2pPr marL="914400" lvl="1" indent="-406400" algn="l">
              <a:spcBef>
                <a:spcPts val="600"/>
              </a:spcBef>
              <a:spcAft>
                <a:spcPts val="0"/>
              </a:spcAft>
              <a:buClr>
                <a:schemeClr val="dk1"/>
              </a:buClr>
              <a:buSzPts val="2800"/>
              <a:buChar char="–"/>
              <a:defRPr sz="2800"/>
            </a:lvl2pPr>
            <a:lvl3pPr marL="1371600" lvl="2" indent="-381000" algn="l">
              <a:spcBef>
                <a:spcPts val="400"/>
              </a:spcBef>
              <a:spcAft>
                <a:spcPts val="0"/>
              </a:spcAft>
              <a:buClr>
                <a:schemeClr val="dk1"/>
              </a:buClr>
              <a:buSzPts val="2400"/>
              <a:buChar char="•"/>
              <a:defRPr sz="2400"/>
            </a:lvl3pPr>
            <a:lvl4pPr marL="1828800" lvl="3" indent="-355600" algn="l">
              <a:spcBef>
                <a:spcPts val="400"/>
              </a:spcBef>
              <a:spcAft>
                <a:spcPts val="0"/>
              </a:spcAft>
              <a:buClr>
                <a:schemeClr val="dk1"/>
              </a:buClr>
              <a:buSzPts val="2000"/>
              <a:buChar char="–"/>
              <a:defRPr sz="2000"/>
            </a:lvl4pPr>
            <a:lvl5pPr marL="2286000" lvl="4" indent="-355600" algn="l">
              <a:spcBef>
                <a:spcPts val="400"/>
              </a:spcBef>
              <a:spcAft>
                <a:spcPts val="0"/>
              </a:spcAft>
              <a:buClr>
                <a:schemeClr val="dk1"/>
              </a:buClr>
              <a:buSzPts val="2000"/>
              <a:buChar char="»"/>
              <a:defRPr sz="2000"/>
            </a:lvl5pPr>
            <a:lvl6pPr marL="2743200" lvl="5" indent="-355600" algn="l">
              <a:spcBef>
                <a:spcPts val="400"/>
              </a:spcBef>
              <a:spcAft>
                <a:spcPts val="0"/>
              </a:spcAft>
              <a:buClr>
                <a:schemeClr val="dk1"/>
              </a:buClr>
              <a:buSzPts val="2000"/>
              <a:buChar char="•"/>
              <a:defRPr sz="2000"/>
            </a:lvl6pPr>
            <a:lvl7pPr marL="3200400" lvl="6" indent="-355600" algn="l">
              <a:spcBef>
                <a:spcPts val="400"/>
              </a:spcBef>
              <a:spcAft>
                <a:spcPts val="0"/>
              </a:spcAft>
              <a:buClr>
                <a:schemeClr val="dk1"/>
              </a:buClr>
              <a:buSzPts val="2000"/>
              <a:buChar char="•"/>
              <a:defRPr sz="2000"/>
            </a:lvl7pPr>
            <a:lvl8pPr marL="3657600" lvl="7" indent="-355600" algn="l">
              <a:spcBef>
                <a:spcPts val="400"/>
              </a:spcBef>
              <a:spcAft>
                <a:spcPts val="0"/>
              </a:spcAft>
              <a:buClr>
                <a:schemeClr val="dk1"/>
              </a:buClr>
              <a:buSzPts val="2000"/>
              <a:buChar char="•"/>
              <a:defRPr sz="2000"/>
            </a:lvl8pPr>
            <a:lvl9pPr marL="4114800" lvl="8" indent="-355600" algn="l">
              <a:spcBef>
                <a:spcPts val="400"/>
              </a:spcBef>
              <a:spcAft>
                <a:spcPts val="0"/>
              </a:spcAft>
              <a:buClr>
                <a:schemeClr val="dk1"/>
              </a:buClr>
              <a:buSzPts val="2000"/>
              <a:buChar char="•"/>
              <a:defRPr sz="2000"/>
            </a:lvl9pPr>
          </a:lstStyle>
          <a:p>
            <a:endParaRPr/>
          </a:p>
        </p:txBody>
      </p:sp>
      <p:sp>
        <p:nvSpPr>
          <p:cNvPr id="207" name="Google Shape;207;hc7cc306779174be_4_1046"/>
          <p:cNvSpPr txBox="1">
            <a:spLocks noGrp="1"/>
          </p:cNvSpPr>
          <p:nvPr>
            <p:ph type="body" idx="2"/>
          </p:nvPr>
        </p:nvSpPr>
        <p:spPr>
          <a:xfrm>
            <a:off x="457200" y="1435100"/>
            <a:ext cx="3008400" cy="4690800"/>
          </a:xfrm>
          <a:prstGeom prst="rect">
            <a:avLst/>
          </a:prstGeom>
          <a:noFill/>
          <a:ln>
            <a:noFill/>
          </a:ln>
        </p:spPr>
        <p:txBody>
          <a:bodyPr spcFirstLastPara="1" wrap="square" lIns="91450" tIns="45700" rIns="91450" bIns="45700" anchor="t" anchorCtr="0">
            <a:normAutofit/>
          </a:bodyPr>
          <a:lstStyle>
            <a:lvl1pPr marL="457200" lvl="0" indent="-228600" algn="l">
              <a:spcBef>
                <a:spcPts val="200"/>
              </a:spcBef>
              <a:spcAft>
                <a:spcPts val="0"/>
              </a:spcAft>
              <a:buClr>
                <a:schemeClr val="dk1"/>
              </a:buClr>
              <a:buSzPts val="1400"/>
              <a:buNone/>
              <a:defRPr sz="1400"/>
            </a:lvl1pPr>
            <a:lvl2pPr marL="914400" lvl="1" indent="-228600" algn="l">
              <a:spcBef>
                <a:spcPts val="20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200"/>
              </a:spcBef>
              <a:spcAft>
                <a:spcPts val="0"/>
              </a:spcAft>
              <a:buClr>
                <a:schemeClr val="dk1"/>
              </a:buClr>
              <a:buSzPts val="1000"/>
              <a:buNone/>
              <a:defRPr sz="1000"/>
            </a:lvl4pPr>
            <a:lvl5pPr marL="2286000" lvl="4" indent="-228600" algn="l">
              <a:spcBef>
                <a:spcPts val="200"/>
              </a:spcBef>
              <a:spcAft>
                <a:spcPts val="0"/>
              </a:spcAft>
              <a:buClr>
                <a:schemeClr val="dk1"/>
              </a:buClr>
              <a:buSzPts val="1000"/>
              <a:buNone/>
              <a:defRPr sz="1000"/>
            </a:lvl5pPr>
            <a:lvl6pPr marL="2743200" lvl="5" indent="-228600" algn="l">
              <a:spcBef>
                <a:spcPts val="200"/>
              </a:spcBef>
              <a:spcAft>
                <a:spcPts val="0"/>
              </a:spcAft>
              <a:buClr>
                <a:schemeClr val="dk1"/>
              </a:buClr>
              <a:buSzPts val="1000"/>
              <a:buNone/>
              <a:defRPr sz="1000"/>
            </a:lvl6pPr>
            <a:lvl7pPr marL="3200400" lvl="6" indent="-228600" algn="l">
              <a:spcBef>
                <a:spcPts val="200"/>
              </a:spcBef>
              <a:spcAft>
                <a:spcPts val="0"/>
              </a:spcAft>
              <a:buClr>
                <a:schemeClr val="dk1"/>
              </a:buClr>
              <a:buSzPts val="1000"/>
              <a:buNone/>
              <a:defRPr sz="1000"/>
            </a:lvl7pPr>
            <a:lvl8pPr marL="3657600" lvl="7" indent="-228600" algn="l">
              <a:spcBef>
                <a:spcPts val="200"/>
              </a:spcBef>
              <a:spcAft>
                <a:spcPts val="0"/>
              </a:spcAft>
              <a:buClr>
                <a:schemeClr val="dk1"/>
              </a:buClr>
              <a:buSzPts val="1000"/>
              <a:buNone/>
              <a:defRPr sz="1000"/>
            </a:lvl8pPr>
            <a:lvl9pPr marL="4114800" lvl="8" indent="-228600" algn="l">
              <a:spcBef>
                <a:spcPts val="200"/>
              </a:spcBef>
              <a:spcAft>
                <a:spcPts val="0"/>
              </a:spcAft>
              <a:buClr>
                <a:schemeClr val="dk1"/>
              </a:buClr>
              <a:buSzPts val="1000"/>
              <a:buNone/>
              <a:defRPr sz="1000"/>
            </a:lvl9pPr>
          </a:lstStyle>
          <a:p>
            <a:endParaRPr/>
          </a:p>
        </p:txBody>
      </p:sp>
      <p:sp>
        <p:nvSpPr>
          <p:cNvPr id="208" name="Google Shape;208;hc7cc306779174be_4_1046"/>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09" name="Google Shape;209;hc7cc306779174be_4_1046"/>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0" name="Google Shape;210;hc7cc306779174be_4_1046"/>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11"/>
        <p:cNvGrpSpPr/>
        <p:nvPr/>
      </p:nvGrpSpPr>
      <p:grpSpPr>
        <a:xfrm>
          <a:off x="0" y="0"/>
          <a:ext cx="0" cy="0"/>
          <a:chOff x="0" y="0"/>
          <a:chExt cx="0" cy="0"/>
        </a:xfrm>
      </p:grpSpPr>
      <p:sp>
        <p:nvSpPr>
          <p:cNvPr id="212" name="Google Shape;212;hc7cc306779174be_4_1053"/>
          <p:cNvSpPr txBox="1">
            <a:spLocks noGrp="1"/>
          </p:cNvSpPr>
          <p:nvPr>
            <p:ph type="title"/>
          </p:nvPr>
        </p:nvSpPr>
        <p:spPr>
          <a:xfrm>
            <a:off x="1792288" y="4800600"/>
            <a:ext cx="5486400" cy="567000"/>
          </a:xfrm>
          <a:prstGeom prst="rect">
            <a:avLst/>
          </a:prstGeom>
          <a:noFill/>
          <a:ln>
            <a:noFill/>
          </a:ln>
        </p:spPr>
        <p:txBody>
          <a:bodyPr spcFirstLastPara="1" wrap="square" lIns="91450" tIns="45700" rIns="91450" bIns="45700" anchor="b" anchorCtr="0">
            <a:normAutofit/>
          </a:bodyPr>
          <a:lstStyle>
            <a:lvl1pPr lvl="0" algn="l">
              <a:spcBef>
                <a:spcPts val="0"/>
              </a:spcBef>
              <a:spcAft>
                <a:spcPts val="0"/>
              </a:spcAft>
              <a:buClr>
                <a:schemeClr val="dk1"/>
              </a:buClr>
              <a:buSzPts val="2000"/>
              <a:buFont typeface="Inter"/>
              <a:buNone/>
              <a:defRPr sz="2000" b="1"/>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13" name="Google Shape;213;hc7cc306779174be_4_1053"/>
          <p:cNvSpPr>
            <a:spLocks noGrp="1"/>
          </p:cNvSpPr>
          <p:nvPr>
            <p:ph type="pic" idx="2"/>
          </p:nvPr>
        </p:nvSpPr>
        <p:spPr>
          <a:xfrm>
            <a:off x="1792288" y="612775"/>
            <a:ext cx="5486400" cy="4114800"/>
          </a:xfrm>
          <a:prstGeom prst="rect">
            <a:avLst/>
          </a:prstGeom>
          <a:noFill/>
          <a:ln>
            <a:noFill/>
          </a:ln>
        </p:spPr>
      </p:sp>
      <p:sp>
        <p:nvSpPr>
          <p:cNvPr id="214" name="Google Shape;214;hc7cc306779174be_4_1053"/>
          <p:cNvSpPr txBox="1">
            <a:spLocks noGrp="1"/>
          </p:cNvSpPr>
          <p:nvPr>
            <p:ph type="body" idx="1"/>
          </p:nvPr>
        </p:nvSpPr>
        <p:spPr>
          <a:xfrm>
            <a:off x="1792288" y="5367338"/>
            <a:ext cx="5486400" cy="804600"/>
          </a:xfrm>
          <a:prstGeom prst="rect">
            <a:avLst/>
          </a:prstGeom>
          <a:noFill/>
          <a:ln>
            <a:noFill/>
          </a:ln>
        </p:spPr>
        <p:txBody>
          <a:bodyPr spcFirstLastPara="1" wrap="square" lIns="91450" tIns="45700" rIns="91450" bIns="45700" anchor="t" anchorCtr="0">
            <a:normAutofit/>
          </a:bodyPr>
          <a:lstStyle>
            <a:lvl1pPr marL="457200" lvl="0" indent="-228600" algn="l">
              <a:spcBef>
                <a:spcPts val="200"/>
              </a:spcBef>
              <a:spcAft>
                <a:spcPts val="0"/>
              </a:spcAft>
              <a:buClr>
                <a:schemeClr val="dk1"/>
              </a:buClr>
              <a:buSzPts val="1400"/>
              <a:buNone/>
              <a:defRPr sz="1400"/>
            </a:lvl1pPr>
            <a:lvl2pPr marL="914400" lvl="1" indent="-228600" algn="l">
              <a:spcBef>
                <a:spcPts val="200"/>
              </a:spcBef>
              <a:spcAft>
                <a:spcPts val="0"/>
              </a:spcAft>
              <a:buClr>
                <a:schemeClr val="dk1"/>
              </a:buClr>
              <a:buSzPts val="1200"/>
              <a:buNone/>
              <a:defRPr sz="1200"/>
            </a:lvl2pPr>
            <a:lvl3pPr marL="1371600" lvl="2" indent="-228600" algn="l">
              <a:spcBef>
                <a:spcPts val="200"/>
              </a:spcBef>
              <a:spcAft>
                <a:spcPts val="0"/>
              </a:spcAft>
              <a:buClr>
                <a:schemeClr val="dk1"/>
              </a:buClr>
              <a:buSzPts val="1000"/>
              <a:buNone/>
              <a:defRPr sz="1000"/>
            </a:lvl3pPr>
            <a:lvl4pPr marL="1828800" lvl="3" indent="-228600" algn="l">
              <a:spcBef>
                <a:spcPts val="200"/>
              </a:spcBef>
              <a:spcAft>
                <a:spcPts val="0"/>
              </a:spcAft>
              <a:buClr>
                <a:schemeClr val="dk1"/>
              </a:buClr>
              <a:buSzPts val="1000"/>
              <a:buNone/>
              <a:defRPr sz="1000"/>
            </a:lvl4pPr>
            <a:lvl5pPr marL="2286000" lvl="4" indent="-228600" algn="l">
              <a:spcBef>
                <a:spcPts val="200"/>
              </a:spcBef>
              <a:spcAft>
                <a:spcPts val="0"/>
              </a:spcAft>
              <a:buClr>
                <a:schemeClr val="dk1"/>
              </a:buClr>
              <a:buSzPts val="1000"/>
              <a:buNone/>
              <a:defRPr sz="1000"/>
            </a:lvl5pPr>
            <a:lvl6pPr marL="2743200" lvl="5" indent="-228600" algn="l">
              <a:spcBef>
                <a:spcPts val="200"/>
              </a:spcBef>
              <a:spcAft>
                <a:spcPts val="0"/>
              </a:spcAft>
              <a:buClr>
                <a:schemeClr val="dk1"/>
              </a:buClr>
              <a:buSzPts val="1000"/>
              <a:buNone/>
              <a:defRPr sz="1000"/>
            </a:lvl6pPr>
            <a:lvl7pPr marL="3200400" lvl="6" indent="-228600" algn="l">
              <a:spcBef>
                <a:spcPts val="200"/>
              </a:spcBef>
              <a:spcAft>
                <a:spcPts val="0"/>
              </a:spcAft>
              <a:buClr>
                <a:schemeClr val="dk1"/>
              </a:buClr>
              <a:buSzPts val="1000"/>
              <a:buNone/>
              <a:defRPr sz="1000"/>
            </a:lvl7pPr>
            <a:lvl8pPr marL="3657600" lvl="7" indent="-228600" algn="l">
              <a:spcBef>
                <a:spcPts val="200"/>
              </a:spcBef>
              <a:spcAft>
                <a:spcPts val="0"/>
              </a:spcAft>
              <a:buClr>
                <a:schemeClr val="dk1"/>
              </a:buClr>
              <a:buSzPts val="1000"/>
              <a:buNone/>
              <a:defRPr sz="1000"/>
            </a:lvl8pPr>
            <a:lvl9pPr marL="4114800" lvl="8" indent="-228600" algn="l">
              <a:spcBef>
                <a:spcPts val="200"/>
              </a:spcBef>
              <a:spcAft>
                <a:spcPts val="0"/>
              </a:spcAft>
              <a:buClr>
                <a:schemeClr val="dk1"/>
              </a:buClr>
              <a:buSzPts val="1000"/>
              <a:buNone/>
              <a:defRPr sz="1000"/>
            </a:lvl9pPr>
          </a:lstStyle>
          <a:p>
            <a:endParaRPr/>
          </a:p>
        </p:txBody>
      </p:sp>
      <p:sp>
        <p:nvSpPr>
          <p:cNvPr id="215" name="Google Shape;215;hc7cc306779174be_4_1053"/>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6" name="Google Shape;216;hc7cc306779174be_4_1053"/>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7" name="Google Shape;217;hc7cc306779174be_4_1053"/>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18"/>
        <p:cNvGrpSpPr/>
        <p:nvPr/>
      </p:nvGrpSpPr>
      <p:grpSpPr>
        <a:xfrm>
          <a:off x="0" y="0"/>
          <a:ext cx="0" cy="0"/>
          <a:chOff x="0" y="0"/>
          <a:chExt cx="0" cy="0"/>
        </a:xfrm>
      </p:grpSpPr>
      <p:sp>
        <p:nvSpPr>
          <p:cNvPr id="219" name="Google Shape;219;hc7cc306779174be_4_1060"/>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0" name="Google Shape;220;hc7cc306779174be_4_1060"/>
          <p:cNvSpPr txBox="1">
            <a:spLocks noGrp="1"/>
          </p:cNvSpPr>
          <p:nvPr>
            <p:ph type="body" idx="1"/>
          </p:nvPr>
        </p:nvSpPr>
        <p:spPr>
          <a:xfrm rot="5400000">
            <a:off x="2309100" y="-251700"/>
            <a:ext cx="4525800" cy="82296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221" name="Google Shape;221;hc7cc306779174be_4_1060"/>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2" name="Google Shape;222;hc7cc306779174be_4_1060"/>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3" name="Google Shape;223;hc7cc306779174be_4_1060"/>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24"/>
        <p:cNvGrpSpPr/>
        <p:nvPr/>
      </p:nvGrpSpPr>
      <p:grpSpPr>
        <a:xfrm>
          <a:off x="0" y="0"/>
          <a:ext cx="0" cy="0"/>
          <a:chOff x="0" y="0"/>
          <a:chExt cx="0" cy="0"/>
        </a:xfrm>
      </p:grpSpPr>
      <p:sp>
        <p:nvSpPr>
          <p:cNvPr id="225" name="Google Shape;225;hc7cc306779174be_4_1066"/>
          <p:cNvSpPr txBox="1">
            <a:spLocks noGrp="1"/>
          </p:cNvSpPr>
          <p:nvPr>
            <p:ph type="title"/>
          </p:nvPr>
        </p:nvSpPr>
        <p:spPr>
          <a:xfrm rot="5400000">
            <a:off x="4732200" y="2171838"/>
            <a:ext cx="5851800" cy="2057400"/>
          </a:xfrm>
          <a:prstGeom prst="rect">
            <a:avLst/>
          </a:prstGeom>
          <a:noFill/>
          <a:ln>
            <a:noFill/>
          </a:ln>
        </p:spPr>
        <p:txBody>
          <a:bodyPr spcFirstLastPara="1" wrap="square" lIns="91450" tIns="45700" rIns="91450" bIns="45700" anchor="ctr" anchorCtr="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26" name="Google Shape;226;hc7cc306779174be_4_1066"/>
          <p:cNvSpPr txBox="1">
            <a:spLocks noGrp="1"/>
          </p:cNvSpPr>
          <p:nvPr>
            <p:ph type="body" idx="1"/>
          </p:nvPr>
        </p:nvSpPr>
        <p:spPr>
          <a:xfrm rot="5400000">
            <a:off x="541200" y="190638"/>
            <a:ext cx="5851800" cy="6019800"/>
          </a:xfrm>
          <a:prstGeom prst="rect">
            <a:avLst/>
          </a:prstGeom>
          <a:noFill/>
          <a:ln>
            <a:noFill/>
          </a:ln>
        </p:spPr>
        <p:txBody>
          <a:bodyPr spcFirstLastPara="1" wrap="square" lIns="91450" tIns="45700" rIns="91450" bIns="45700" anchor="t" anchorCtr="0">
            <a:normAutofit/>
          </a:bodyPr>
          <a:lstStyle>
            <a:lvl1pPr marL="457200" lvl="0" indent="-342900" algn="l">
              <a:spcBef>
                <a:spcPts val="400"/>
              </a:spcBef>
              <a:spcAft>
                <a:spcPts val="0"/>
              </a:spcAft>
              <a:buClr>
                <a:schemeClr val="dk1"/>
              </a:buClr>
              <a:buSzPts val="1800"/>
              <a:buChar char="•"/>
              <a:defRPr/>
            </a:lvl1pPr>
            <a:lvl2pPr marL="914400" lvl="1" indent="-342900" algn="l">
              <a:spcBef>
                <a:spcPts val="400"/>
              </a:spcBef>
              <a:spcAft>
                <a:spcPts val="0"/>
              </a:spcAft>
              <a:buClr>
                <a:schemeClr val="dk1"/>
              </a:buClr>
              <a:buSzPts val="1800"/>
              <a:buChar char="–"/>
              <a:defRPr/>
            </a:lvl2pPr>
            <a:lvl3pPr marL="1371600" lvl="2" indent="-342900" algn="l">
              <a:spcBef>
                <a:spcPts val="400"/>
              </a:spcBef>
              <a:spcAft>
                <a:spcPts val="0"/>
              </a:spcAft>
              <a:buClr>
                <a:schemeClr val="dk1"/>
              </a:buClr>
              <a:buSzPts val="1800"/>
              <a:buChar char="•"/>
              <a:defRPr/>
            </a:lvl3pPr>
            <a:lvl4pPr marL="1828800" lvl="3" indent="-342900" algn="l">
              <a:spcBef>
                <a:spcPts val="400"/>
              </a:spcBef>
              <a:spcAft>
                <a:spcPts val="0"/>
              </a:spcAft>
              <a:buClr>
                <a:schemeClr val="dk1"/>
              </a:buClr>
              <a:buSzPts val="1800"/>
              <a:buChar char="–"/>
              <a:defRPr/>
            </a:lvl4pPr>
            <a:lvl5pPr marL="2286000" lvl="4" indent="-342900" algn="l">
              <a:spcBef>
                <a:spcPts val="400"/>
              </a:spcBef>
              <a:spcAft>
                <a:spcPts val="0"/>
              </a:spcAft>
              <a:buClr>
                <a:schemeClr val="dk1"/>
              </a:buClr>
              <a:buSzPts val="1800"/>
              <a:buChar char="»"/>
              <a:defRPr/>
            </a:lvl5pPr>
            <a:lvl6pPr marL="2743200" lvl="5" indent="-342900" algn="l">
              <a:spcBef>
                <a:spcPts val="400"/>
              </a:spcBef>
              <a:spcAft>
                <a:spcPts val="0"/>
              </a:spcAft>
              <a:buClr>
                <a:schemeClr val="dk1"/>
              </a:buClr>
              <a:buSzPts val="1800"/>
              <a:buChar char="•"/>
              <a:defRPr/>
            </a:lvl6pPr>
            <a:lvl7pPr marL="3200400" lvl="6" indent="-342900" algn="l">
              <a:spcBef>
                <a:spcPts val="400"/>
              </a:spcBef>
              <a:spcAft>
                <a:spcPts val="0"/>
              </a:spcAft>
              <a:buClr>
                <a:schemeClr val="dk1"/>
              </a:buClr>
              <a:buSzPts val="1800"/>
              <a:buChar char="•"/>
              <a:defRPr/>
            </a:lvl7pPr>
            <a:lvl8pPr marL="3657600" lvl="7" indent="-342900" algn="l">
              <a:spcBef>
                <a:spcPts val="400"/>
              </a:spcBef>
              <a:spcAft>
                <a:spcPts val="0"/>
              </a:spcAft>
              <a:buClr>
                <a:schemeClr val="dk1"/>
              </a:buClr>
              <a:buSzPts val="1800"/>
              <a:buChar char="•"/>
              <a:defRPr/>
            </a:lvl8pPr>
            <a:lvl9pPr marL="4114800" lvl="8" indent="-342900" algn="l">
              <a:spcBef>
                <a:spcPts val="400"/>
              </a:spcBef>
              <a:spcAft>
                <a:spcPts val="0"/>
              </a:spcAft>
              <a:buClr>
                <a:schemeClr val="dk1"/>
              </a:buClr>
              <a:buSzPts val="1800"/>
              <a:buChar char="•"/>
              <a:defRPr/>
            </a:lvl9pPr>
          </a:lstStyle>
          <a:p>
            <a:endParaRPr/>
          </a:p>
        </p:txBody>
      </p:sp>
      <p:sp>
        <p:nvSpPr>
          <p:cNvPr id="227" name="Google Shape;227;hc7cc306779174be_4_1066"/>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8" name="Google Shape;228;hc7cc306779174be_4_1066"/>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9" name="Google Shape;229;hc7cc306779174be_4_1066"/>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‹Nº›</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0.xml"/><Relationship Id="rId3" Type="http://schemas.openxmlformats.org/officeDocument/2006/relationships/slideLayout" Target="../slideLayouts/slideLayout25.xml"/><Relationship Id="rId7" Type="http://schemas.openxmlformats.org/officeDocument/2006/relationships/slideLayout" Target="../slideLayouts/slideLayout29.xml"/><Relationship Id="rId12" Type="http://schemas.openxmlformats.org/officeDocument/2006/relationships/theme" Target="../theme/theme3.xml"/><Relationship Id="rId2" Type="http://schemas.openxmlformats.org/officeDocument/2006/relationships/slideLayout" Target="../slideLayouts/slideLayout24.xml"/><Relationship Id="rId1" Type="http://schemas.openxmlformats.org/officeDocument/2006/relationships/slideLayout" Target="../slideLayouts/slideLayout23.xml"/><Relationship Id="rId6" Type="http://schemas.openxmlformats.org/officeDocument/2006/relationships/slideLayout" Target="../slideLayouts/slideLayout28.xml"/><Relationship Id="rId11" Type="http://schemas.openxmlformats.org/officeDocument/2006/relationships/slideLayout" Target="../slideLayouts/slideLayout33.xml"/><Relationship Id="rId5" Type="http://schemas.openxmlformats.org/officeDocument/2006/relationships/slideLayout" Target="../slideLayouts/slideLayout27.xml"/><Relationship Id="rId10" Type="http://schemas.openxmlformats.org/officeDocument/2006/relationships/slideLayout" Target="../slideLayouts/slideLayout32.xml"/><Relationship Id="rId4" Type="http://schemas.openxmlformats.org/officeDocument/2006/relationships/slideLayout" Target="../slideLayouts/slideLayout26.xml"/><Relationship Id="rId9" Type="http://schemas.openxmlformats.org/officeDocument/2006/relationships/slideLayout" Target="../slideLayouts/slideLayout3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3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3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 name="Google Shape;8;p36"/>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9" name="Google Shape;9;p36"/>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0" name="Google Shape;10;p36"/>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Inter"/>
                <a:ea typeface="Inter"/>
                <a:cs typeface="Inter"/>
                <a:sym typeface="Inter"/>
              </a:defRPr>
            </a:lvl1pPr>
            <a:lvl2pPr marL="0" marR="0" lvl="1" indent="0" algn="r" rtl="0">
              <a:spcBef>
                <a:spcPts val="0"/>
              </a:spcBef>
              <a:buNone/>
              <a:defRPr sz="1200" b="0" i="0" u="none" strike="noStrike" cap="none">
                <a:solidFill>
                  <a:srgbClr val="888888"/>
                </a:solidFill>
                <a:latin typeface="Inter"/>
                <a:ea typeface="Inter"/>
                <a:cs typeface="Inter"/>
                <a:sym typeface="Inter"/>
              </a:defRPr>
            </a:lvl2pPr>
            <a:lvl3pPr marL="0" marR="0" lvl="2" indent="0" algn="r" rtl="0">
              <a:spcBef>
                <a:spcPts val="0"/>
              </a:spcBef>
              <a:buNone/>
              <a:defRPr sz="1200" b="0" i="0" u="none" strike="noStrike" cap="none">
                <a:solidFill>
                  <a:srgbClr val="888888"/>
                </a:solidFill>
                <a:latin typeface="Inter"/>
                <a:ea typeface="Inter"/>
                <a:cs typeface="Inter"/>
                <a:sym typeface="Inter"/>
              </a:defRPr>
            </a:lvl3pPr>
            <a:lvl4pPr marL="0" marR="0" lvl="3" indent="0" algn="r" rtl="0">
              <a:spcBef>
                <a:spcPts val="0"/>
              </a:spcBef>
              <a:buNone/>
              <a:defRPr sz="1200" b="0" i="0" u="none" strike="noStrike" cap="none">
                <a:solidFill>
                  <a:srgbClr val="888888"/>
                </a:solidFill>
                <a:latin typeface="Inter"/>
                <a:ea typeface="Inter"/>
                <a:cs typeface="Inter"/>
                <a:sym typeface="Inter"/>
              </a:defRPr>
            </a:lvl4pPr>
            <a:lvl5pPr marL="0" marR="0" lvl="4" indent="0" algn="r" rtl="0">
              <a:spcBef>
                <a:spcPts val="0"/>
              </a:spcBef>
              <a:buNone/>
              <a:defRPr sz="1200" b="0" i="0" u="none" strike="noStrike" cap="none">
                <a:solidFill>
                  <a:srgbClr val="888888"/>
                </a:solidFill>
                <a:latin typeface="Inter"/>
                <a:ea typeface="Inter"/>
                <a:cs typeface="Inter"/>
                <a:sym typeface="Inter"/>
              </a:defRPr>
            </a:lvl5pPr>
            <a:lvl6pPr marL="0" marR="0" lvl="5" indent="0" algn="r" rtl="0">
              <a:spcBef>
                <a:spcPts val="0"/>
              </a:spcBef>
              <a:buNone/>
              <a:defRPr sz="1200" b="0" i="0" u="none" strike="noStrike" cap="none">
                <a:solidFill>
                  <a:srgbClr val="888888"/>
                </a:solidFill>
                <a:latin typeface="Inter"/>
                <a:ea typeface="Inter"/>
                <a:cs typeface="Inter"/>
                <a:sym typeface="Inter"/>
              </a:defRPr>
            </a:lvl6pPr>
            <a:lvl7pPr marL="0" marR="0" lvl="6" indent="0" algn="r" rtl="0">
              <a:spcBef>
                <a:spcPts val="0"/>
              </a:spcBef>
              <a:buNone/>
              <a:defRPr sz="1200" b="0" i="0" u="none" strike="noStrike" cap="none">
                <a:solidFill>
                  <a:srgbClr val="888888"/>
                </a:solidFill>
                <a:latin typeface="Inter"/>
                <a:ea typeface="Inter"/>
                <a:cs typeface="Inter"/>
                <a:sym typeface="Inter"/>
              </a:defRPr>
            </a:lvl7pPr>
            <a:lvl8pPr marL="0" marR="0" lvl="7" indent="0" algn="r" rtl="0">
              <a:spcBef>
                <a:spcPts val="0"/>
              </a:spcBef>
              <a:buNone/>
              <a:defRPr sz="1200" b="0" i="0" u="none" strike="noStrike" cap="none">
                <a:solidFill>
                  <a:srgbClr val="888888"/>
                </a:solidFill>
                <a:latin typeface="Inter"/>
                <a:ea typeface="Inter"/>
                <a:cs typeface="Inter"/>
                <a:sym typeface="Inter"/>
              </a:defRPr>
            </a:lvl8pPr>
            <a:lvl9pPr marL="0" marR="0" lvl="8" indent="0" algn="r" rtl="0">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0"/>
        <p:cNvGrpSpPr/>
        <p:nvPr/>
      </p:nvGrpSpPr>
      <p:grpSpPr>
        <a:xfrm>
          <a:off x="0" y="0"/>
          <a:ext cx="0" cy="0"/>
          <a:chOff x="0" y="0"/>
          <a:chExt cx="0" cy="0"/>
        </a:xfrm>
      </p:grpSpPr>
      <p:sp>
        <p:nvSpPr>
          <p:cNvPr id="81" name="Google Shape;81;hc7cc306779174be_8_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82" name="Google Shape;82;hc7cc306779174be_8_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spcBef>
                <a:spcPts val="64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rtl="0">
              <a:spcBef>
                <a:spcPts val="56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rtl="0">
              <a:spcBef>
                <a:spcPts val="48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rtl="0">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83" name="Google Shape;83;hc7cc306779174be_8_0"/>
          <p:cNvSpPr txBox="1">
            <a:spLocks noGrp="1"/>
          </p:cNvSpPr>
          <p:nvPr>
            <p:ph type="dt" idx="10"/>
          </p:nvPr>
        </p:nvSpPr>
        <p:spPr>
          <a:xfrm>
            <a:off x="457200" y="6356350"/>
            <a:ext cx="21336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84" name="Google Shape;84;hc7cc306779174be_8_0"/>
          <p:cNvSpPr txBox="1">
            <a:spLocks noGrp="1"/>
          </p:cNvSpPr>
          <p:nvPr>
            <p:ph type="ftr" idx="11"/>
          </p:nvPr>
        </p:nvSpPr>
        <p:spPr>
          <a:xfrm>
            <a:off x="3124200" y="6356350"/>
            <a:ext cx="28956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rtl="0">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rtl="0">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rtl="0">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rtl="0">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rtl="0">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rtl="0">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rtl="0">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rtl="0">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85" name="Google Shape;85;hc7cc306779174be_8_0"/>
          <p:cNvSpPr txBox="1">
            <a:spLocks noGrp="1"/>
          </p:cNvSpPr>
          <p:nvPr>
            <p:ph type="sldNum" idx="12"/>
          </p:nvPr>
        </p:nvSpPr>
        <p:spPr>
          <a:xfrm>
            <a:off x="6553200" y="6356350"/>
            <a:ext cx="21336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Inter"/>
                <a:ea typeface="Inter"/>
                <a:cs typeface="Inter"/>
                <a:sym typeface="Inter"/>
              </a:defRPr>
            </a:lvl1pPr>
            <a:lvl2pPr marL="0" marR="0" lvl="1" indent="0" algn="r" rtl="0">
              <a:spcBef>
                <a:spcPts val="0"/>
              </a:spcBef>
              <a:buNone/>
              <a:defRPr sz="1200" b="0" i="0" u="none" strike="noStrike" cap="none">
                <a:solidFill>
                  <a:srgbClr val="888888"/>
                </a:solidFill>
                <a:latin typeface="Inter"/>
                <a:ea typeface="Inter"/>
                <a:cs typeface="Inter"/>
                <a:sym typeface="Inter"/>
              </a:defRPr>
            </a:lvl2pPr>
            <a:lvl3pPr marL="0" marR="0" lvl="2" indent="0" algn="r" rtl="0">
              <a:spcBef>
                <a:spcPts val="0"/>
              </a:spcBef>
              <a:buNone/>
              <a:defRPr sz="1200" b="0" i="0" u="none" strike="noStrike" cap="none">
                <a:solidFill>
                  <a:srgbClr val="888888"/>
                </a:solidFill>
                <a:latin typeface="Inter"/>
                <a:ea typeface="Inter"/>
                <a:cs typeface="Inter"/>
                <a:sym typeface="Inter"/>
              </a:defRPr>
            </a:lvl3pPr>
            <a:lvl4pPr marL="0" marR="0" lvl="3" indent="0" algn="r" rtl="0">
              <a:spcBef>
                <a:spcPts val="0"/>
              </a:spcBef>
              <a:buNone/>
              <a:defRPr sz="1200" b="0" i="0" u="none" strike="noStrike" cap="none">
                <a:solidFill>
                  <a:srgbClr val="888888"/>
                </a:solidFill>
                <a:latin typeface="Inter"/>
                <a:ea typeface="Inter"/>
                <a:cs typeface="Inter"/>
                <a:sym typeface="Inter"/>
              </a:defRPr>
            </a:lvl4pPr>
            <a:lvl5pPr marL="0" marR="0" lvl="4" indent="0" algn="r" rtl="0">
              <a:spcBef>
                <a:spcPts val="0"/>
              </a:spcBef>
              <a:buNone/>
              <a:defRPr sz="1200" b="0" i="0" u="none" strike="noStrike" cap="none">
                <a:solidFill>
                  <a:srgbClr val="888888"/>
                </a:solidFill>
                <a:latin typeface="Inter"/>
                <a:ea typeface="Inter"/>
                <a:cs typeface="Inter"/>
                <a:sym typeface="Inter"/>
              </a:defRPr>
            </a:lvl5pPr>
            <a:lvl6pPr marL="0" marR="0" lvl="5" indent="0" algn="r" rtl="0">
              <a:spcBef>
                <a:spcPts val="0"/>
              </a:spcBef>
              <a:buNone/>
              <a:defRPr sz="1200" b="0" i="0" u="none" strike="noStrike" cap="none">
                <a:solidFill>
                  <a:srgbClr val="888888"/>
                </a:solidFill>
                <a:latin typeface="Inter"/>
                <a:ea typeface="Inter"/>
                <a:cs typeface="Inter"/>
                <a:sym typeface="Inter"/>
              </a:defRPr>
            </a:lvl6pPr>
            <a:lvl7pPr marL="0" marR="0" lvl="6" indent="0" algn="r" rtl="0">
              <a:spcBef>
                <a:spcPts val="0"/>
              </a:spcBef>
              <a:buNone/>
              <a:defRPr sz="1200" b="0" i="0" u="none" strike="noStrike" cap="none">
                <a:solidFill>
                  <a:srgbClr val="888888"/>
                </a:solidFill>
                <a:latin typeface="Inter"/>
                <a:ea typeface="Inter"/>
                <a:cs typeface="Inter"/>
                <a:sym typeface="Inter"/>
              </a:defRPr>
            </a:lvl7pPr>
            <a:lvl8pPr marL="0" marR="0" lvl="7" indent="0" algn="r" rtl="0">
              <a:spcBef>
                <a:spcPts val="0"/>
              </a:spcBef>
              <a:buNone/>
              <a:defRPr sz="1200" b="0" i="0" u="none" strike="noStrike" cap="none">
                <a:solidFill>
                  <a:srgbClr val="888888"/>
                </a:solidFill>
                <a:latin typeface="Inter"/>
                <a:ea typeface="Inter"/>
                <a:cs typeface="Inter"/>
                <a:sym typeface="Inter"/>
              </a:defRPr>
            </a:lvl8pPr>
            <a:lvl9pPr marL="0" marR="0" lvl="8" indent="0" algn="r" rtl="0">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55"/>
        <p:cNvGrpSpPr/>
        <p:nvPr/>
      </p:nvGrpSpPr>
      <p:grpSpPr>
        <a:xfrm>
          <a:off x="0" y="0"/>
          <a:ext cx="0" cy="0"/>
          <a:chOff x="0" y="0"/>
          <a:chExt cx="0" cy="0"/>
        </a:xfrm>
      </p:grpSpPr>
      <p:sp>
        <p:nvSpPr>
          <p:cNvPr id="156" name="Google Shape;156;hc7cc306779174be_4_997"/>
          <p:cNvSpPr txBox="1">
            <a:spLocks noGrp="1"/>
          </p:cNvSpPr>
          <p:nvPr>
            <p:ph type="title"/>
          </p:nvPr>
        </p:nvSpPr>
        <p:spPr>
          <a:xfrm>
            <a:off x="457200" y="274638"/>
            <a:ext cx="8229600" cy="1143000"/>
          </a:xfrm>
          <a:prstGeom prst="rect">
            <a:avLst/>
          </a:prstGeom>
          <a:noFill/>
          <a:ln>
            <a:noFill/>
          </a:ln>
        </p:spPr>
        <p:txBody>
          <a:bodyPr spcFirstLastPara="1" wrap="square" lIns="91450" tIns="45700" rIns="91450" bIns="45700" anchor="ctr" anchorCtr="0">
            <a:normAutofit/>
          </a:bodyPr>
          <a:lstStyle>
            <a:lvl1pPr marR="0" lvl="0" algn="ctr">
              <a:spcBef>
                <a:spcPts val="0"/>
              </a:spcBef>
              <a:spcAft>
                <a:spcPts val="0"/>
              </a:spcAft>
              <a:buClr>
                <a:schemeClr val="dk1"/>
              </a:buClr>
              <a:buSzPts val="4400"/>
              <a:buFont typeface="Inter"/>
              <a:buNone/>
              <a:defRPr sz="4400" b="0" i="0" u="none" strike="noStrike" cap="none">
                <a:solidFill>
                  <a:schemeClr val="dk1"/>
                </a:solidFill>
                <a:latin typeface="Inter"/>
                <a:ea typeface="Inter"/>
                <a:cs typeface="Inter"/>
                <a:sym typeface="Inter"/>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157" name="Google Shape;157;hc7cc306779174be_4_997"/>
          <p:cNvSpPr txBox="1">
            <a:spLocks noGrp="1"/>
          </p:cNvSpPr>
          <p:nvPr>
            <p:ph type="body" idx="1"/>
          </p:nvPr>
        </p:nvSpPr>
        <p:spPr>
          <a:xfrm>
            <a:off x="457200" y="1600200"/>
            <a:ext cx="8229600" cy="4525800"/>
          </a:xfrm>
          <a:prstGeom prst="rect">
            <a:avLst/>
          </a:prstGeom>
          <a:noFill/>
          <a:ln>
            <a:noFill/>
          </a:ln>
        </p:spPr>
        <p:txBody>
          <a:bodyPr spcFirstLastPara="1" wrap="square" lIns="91450" tIns="45700" rIns="91450" bIns="45700" anchor="t" anchorCtr="0">
            <a:normAutofit/>
          </a:bodyPr>
          <a:lstStyle>
            <a:lvl1pPr marL="457200" marR="0" lvl="0" indent="-431800" algn="l">
              <a:spcBef>
                <a:spcPts val="600"/>
              </a:spcBef>
              <a:spcAft>
                <a:spcPts val="0"/>
              </a:spcAft>
              <a:buClr>
                <a:schemeClr val="dk1"/>
              </a:buClr>
              <a:buSzPts val="3200"/>
              <a:buFont typeface="Arial"/>
              <a:buChar char="•"/>
              <a:defRPr sz="3200" b="0" i="0" u="none" strike="noStrike" cap="none">
                <a:solidFill>
                  <a:schemeClr val="dk1"/>
                </a:solidFill>
                <a:latin typeface="Inter"/>
                <a:ea typeface="Inter"/>
                <a:cs typeface="Inter"/>
                <a:sym typeface="Inter"/>
              </a:defRPr>
            </a:lvl1pPr>
            <a:lvl2pPr marL="914400" marR="0" lvl="1" indent="-406400" algn="l">
              <a:spcBef>
                <a:spcPts val="600"/>
              </a:spcBef>
              <a:spcAft>
                <a:spcPts val="0"/>
              </a:spcAft>
              <a:buClr>
                <a:schemeClr val="dk1"/>
              </a:buClr>
              <a:buSzPts val="2800"/>
              <a:buFont typeface="Arial"/>
              <a:buChar char="–"/>
              <a:defRPr sz="2800" b="0" i="0" u="none" strike="noStrike" cap="none">
                <a:solidFill>
                  <a:schemeClr val="dk1"/>
                </a:solidFill>
                <a:latin typeface="Inter"/>
                <a:ea typeface="Inter"/>
                <a:cs typeface="Inter"/>
                <a:sym typeface="Inter"/>
              </a:defRPr>
            </a:lvl2pPr>
            <a:lvl3pPr marL="1371600" marR="0" lvl="2" indent="-381000" algn="l">
              <a:spcBef>
                <a:spcPts val="400"/>
              </a:spcBef>
              <a:spcAft>
                <a:spcPts val="0"/>
              </a:spcAft>
              <a:buClr>
                <a:schemeClr val="dk1"/>
              </a:buClr>
              <a:buSzPts val="2400"/>
              <a:buFont typeface="Arial"/>
              <a:buChar char="•"/>
              <a:defRPr sz="2400" b="0" i="0" u="none" strike="noStrike" cap="none">
                <a:solidFill>
                  <a:schemeClr val="dk1"/>
                </a:solidFill>
                <a:latin typeface="Inter"/>
                <a:ea typeface="Inter"/>
                <a:cs typeface="Inter"/>
                <a:sym typeface="Inter"/>
              </a:defRPr>
            </a:lvl3pPr>
            <a:lvl4pPr marL="1828800" marR="0" lvl="3"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4pPr>
            <a:lvl5pPr marL="2286000" marR="0" lvl="4"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5pPr>
            <a:lvl6pPr marL="2743200" marR="0" lvl="5"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6pPr>
            <a:lvl7pPr marL="3200400" marR="0" lvl="6"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7pPr>
            <a:lvl8pPr marL="3657600" marR="0" lvl="7"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8pPr>
            <a:lvl9pPr marL="4114800" marR="0" lvl="8" indent="-355600" algn="l">
              <a:spcBef>
                <a:spcPts val="400"/>
              </a:spcBef>
              <a:spcAft>
                <a:spcPts val="0"/>
              </a:spcAft>
              <a:buClr>
                <a:schemeClr val="dk1"/>
              </a:buClr>
              <a:buSzPts val="2000"/>
              <a:buFont typeface="Arial"/>
              <a:buChar char="•"/>
              <a:defRPr sz="2000" b="0" i="0" u="none" strike="noStrike" cap="none">
                <a:solidFill>
                  <a:schemeClr val="dk1"/>
                </a:solidFill>
                <a:latin typeface="Inter"/>
                <a:ea typeface="Inter"/>
                <a:cs typeface="Inter"/>
                <a:sym typeface="Inter"/>
              </a:defRPr>
            </a:lvl9pPr>
          </a:lstStyle>
          <a:p>
            <a:endParaRPr/>
          </a:p>
        </p:txBody>
      </p:sp>
      <p:sp>
        <p:nvSpPr>
          <p:cNvPr id="158" name="Google Shape;158;hc7cc306779174be_4_997"/>
          <p:cNvSpPr txBox="1">
            <a:spLocks noGrp="1"/>
          </p:cNvSpPr>
          <p:nvPr>
            <p:ph type="dt" idx="10"/>
          </p:nvPr>
        </p:nvSpPr>
        <p:spPr>
          <a:xfrm>
            <a:off x="457200" y="6356350"/>
            <a:ext cx="2133600" cy="365400"/>
          </a:xfrm>
          <a:prstGeom prst="rect">
            <a:avLst/>
          </a:prstGeom>
          <a:noFill/>
          <a:ln>
            <a:noFill/>
          </a:ln>
        </p:spPr>
        <p:txBody>
          <a:bodyPr spcFirstLastPara="1" wrap="square" lIns="91450" tIns="45700" rIns="91450" bIns="45700" anchor="ctr" anchorCtr="0">
            <a:noAutofit/>
          </a:bodyPr>
          <a:lstStyle>
            <a:lvl1pPr marR="0" lvl="0" algn="l">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59" name="Google Shape;159;hc7cc306779174be_4_997"/>
          <p:cNvSpPr txBox="1">
            <a:spLocks noGrp="1"/>
          </p:cNvSpPr>
          <p:nvPr>
            <p:ph type="ftr" idx="11"/>
          </p:nvPr>
        </p:nvSpPr>
        <p:spPr>
          <a:xfrm>
            <a:off x="3124200" y="6356350"/>
            <a:ext cx="2895600" cy="365400"/>
          </a:xfrm>
          <a:prstGeom prst="rect">
            <a:avLst/>
          </a:prstGeom>
          <a:noFill/>
          <a:ln>
            <a:noFill/>
          </a:ln>
        </p:spPr>
        <p:txBody>
          <a:bodyPr spcFirstLastPara="1" wrap="square" lIns="91450" tIns="45700" rIns="91450" bIns="45700" anchor="ctr" anchorCtr="0">
            <a:noAutofit/>
          </a:bodyPr>
          <a:lstStyle>
            <a:lvl1pPr marR="0" lvl="0" algn="ctr">
              <a:spcBef>
                <a:spcPts val="0"/>
              </a:spcBef>
              <a:spcAft>
                <a:spcPts val="0"/>
              </a:spcAft>
              <a:buSzPts val="1400"/>
              <a:buNone/>
              <a:defRPr sz="1200" b="0" i="0" u="none" strike="noStrike" cap="none">
                <a:solidFill>
                  <a:srgbClr val="888888"/>
                </a:solidFill>
                <a:latin typeface="Inter"/>
                <a:ea typeface="Inter"/>
                <a:cs typeface="Inter"/>
                <a:sym typeface="Inter"/>
              </a:defRPr>
            </a:lvl1pPr>
            <a:lvl2pPr marR="0" lvl="1" algn="l">
              <a:spcBef>
                <a:spcPts val="0"/>
              </a:spcBef>
              <a:spcAft>
                <a:spcPts val="0"/>
              </a:spcAft>
              <a:buSzPts val="1400"/>
              <a:buNone/>
              <a:defRPr sz="1800" b="0" i="0" u="none" strike="noStrike" cap="none">
                <a:solidFill>
                  <a:schemeClr val="dk1"/>
                </a:solidFill>
                <a:latin typeface="Inter"/>
                <a:ea typeface="Inter"/>
                <a:cs typeface="Inter"/>
                <a:sym typeface="Inter"/>
              </a:defRPr>
            </a:lvl2pPr>
            <a:lvl3pPr marR="0" lvl="2" algn="l">
              <a:spcBef>
                <a:spcPts val="0"/>
              </a:spcBef>
              <a:spcAft>
                <a:spcPts val="0"/>
              </a:spcAft>
              <a:buSzPts val="1400"/>
              <a:buNone/>
              <a:defRPr sz="1800" b="0" i="0" u="none" strike="noStrike" cap="none">
                <a:solidFill>
                  <a:schemeClr val="dk1"/>
                </a:solidFill>
                <a:latin typeface="Inter"/>
                <a:ea typeface="Inter"/>
                <a:cs typeface="Inter"/>
                <a:sym typeface="Inter"/>
              </a:defRPr>
            </a:lvl3pPr>
            <a:lvl4pPr marR="0" lvl="3" algn="l">
              <a:spcBef>
                <a:spcPts val="0"/>
              </a:spcBef>
              <a:spcAft>
                <a:spcPts val="0"/>
              </a:spcAft>
              <a:buSzPts val="1400"/>
              <a:buNone/>
              <a:defRPr sz="1800" b="0" i="0" u="none" strike="noStrike" cap="none">
                <a:solidFill>
                  <a:schemeClr val="dk1"/>
                </a:solidFill>
                <a:latin typeface="Inter"/>
                <a:ea typeface="Inter"/>
                <a:cs typeface="Inter"/>
                <a:sym typeface="Inter"/>
              </a:defRPr>
            </a:lvl4pPr>
            <a:lvl5pPr marR="0" lvl="4" algn="l">
              <a:spcBef>
                <a:spcPts val="0"/>
              </a:spcBef>
              <a:spcAft>
                <a:spcPts val="0"/>
              </a:spcAft>
              <a:buSzPts val="1400"/>
              <a:buNone/>
              <a:defRPr sz="1800" b="0" i="0" u="none" strike="noStrike" cap="none">
                <a:solidFill>
                  <a:schemeClr val="dk1"/>
                </a:solidFill>
                <a:latin typeface="Inter"/>
                <a:ea typeface="Inter"/>
                <a:cs typeface="Inter"/>
                <a:sym typeface="Inter"/>
              </a:defRPr>
            </a:lvl5pPr>
            <a:lvl6pPr marR="0" lvl="5" algn="l">
              <a:spcBef>
                <a:spcPts val="0"/>
              </a:spcBef>
              <a:spcAft>
                <a:spcPts val="0"/>
              </a:spcAft>
              <a:buSzPts val="1400"/>
              <a:buNone/>
              <a:defRPr sz="1800" b="0" i="0" u="none" strike="noStrike" cap="none">
                <a:solidFill>
                  <a:schemeClr val="dk1"/>
                </a:solidFill>
                <a:latin typeface="Inter"/>
                <a:ea typeface="Inter"/>
                <a:cs typeface="Inter"/>
                <a:sym typeface="Inter"/>
              </a:defRPr>
            </a:lvl6pPr>
            <a:lvl7pPr marR="0" lvl="6" algn="l">
              <a:spcBef>
                <a:spcPts val="0"/>
              </a:spcBef>
              <a:spcAft>
                <a:spcPts val="0"/>
              </a:spcAft>
              <a:buSzPts val="1400"/>
              <a:buNone/>
              <a:defRPr sz="1800" b="0" i="0" u="none" strike="noStrike" cap="none">
                <a:solidFill>
                  <a:schemeClr val="dk1"/>
                </a:solidFill>
                <a:latin typeface="Inter"/>
                <a:ea typeface="Inter"/>
                <a:cs typeface="Inter"/>
                <a:sym typeface="Inter"/>
              </a:defRPr>
            </a:lvl7pPr>
            <a:lvl8pPr marR="0" lvl="7" algn="l">
              <a:spcBef>
                <a:spcPts val="0"/>
              </a:spcBef>
              <a:spcAft>
                <a:spcPts val="0"/>
              </a:spcAft>
              <a:buSzPts val="1400"/>
              <a:buNone/>
              <a:defRPr sz="1800" b="0" i="0" u="none" strike="noStrike" cap="none">
                <a:solidFill>
                  <a:schemeClr val="dk1"/>
                </a:solidFill>
                <a:latin typeface="Inter"/>
                <a:ea typeface="Inter"/>
                <a:cs typeface="Inter"/>
                <a:sym typeface="Inter"/>
              </a:defRPr>
            </a:lvl8pPr>
            <a:lvl9pPr marR="0" lvl="8" algn="l">
              <a:spcBef>
                <a:spcPts val="0"/>
              </a:spcBef>
              <a:spcAft>
                <a:spcPts val="0"/>
              </a:spcAft>
              <a:buSzPts val="1400"/>
              <a:buNone/>
              <a:defRPr sz="1800" b="0" i="0" u="none" strike="noStrike" cap="none">
                <a:solidFill>
                  <a:schemeClr val="dk1"/>
                </a:solidFill>
                <a:latin typeface="Inter"/>
                <a:ea typeface="Inter"/>
                <a:cs typeface="Inter"/>
                <a:sym typeface="Inter"/>
              </a:defRPr>
            </a:lvl9pPr>
          </a:lstStyle>
          <a:p>
            <a:endParaRPr/>
          </a:p>
        </p:txBody>
      </p:sp>
      <p:sp>
        <p:nvSpPr>
          <p:cNvPr id="160" name="Google Shape;160;hc7cc306779174be_4_997"/>
          <p:cNvSpPr txBox="1">
            <a:spLocks noGrp="1"/>
          </p:cNvSpPr>
          <p:nvPr>
            <p:ph type="sldNum" idx="12"/>
          </p:nvPr>
        </p:nvSpPr>
        <p:spPr>
          <a:xfrm>
            <a:off x="6553200" y="6356350"/>
            <a:ext cx="2133600" cy="365400"/>
          </a:xfrm>
          <a:prstGeom prst="rect">
            <a:avLst/>
          </a:prstGeom>
          <a:noFill/>
          <a:ln>
            <a:noFill/>
          </a:ln>
        </p:spPr>
        <p:txBody>
          <a:bodyPr spcFirstLastPara="1" wrap="square" lIns="91450" tIns="45700" rIns="91450" bIns="45700" anchor="ctr" anchorCtr="0">
            <a:noAutofit/>
          </a:bodyPr>
          <a:lstStyle>
            <a:lvl1pPr marL="0" marR="0" lvl="0" indent="0" algn="r">
              <a:spcBef>
                <a:spcPts val="0"/>
              </a:spcBef>
              <a:buNone/>
              <a:defRPr sz="1200" b="0" i="0" u="none" strike="noStrike" cap="none">
                <a:solidFill>
                  <a:srgbClr val="888888"/>
                </a:solidFill>
                <a:latin typeface="Inter"/>
                <a:ea typeface="Inter"/>
                <a:cs typeface="Inter"/>
                <a:sym typeface="Inter"/>
              </a:defRPr>
            </a:lvl1pPr>
            <a:lvl2pPr marL="0" marR="0" lvl="1" indent="0" algn="r">
              <a:spcBef>
                <a:spcPts val="0"/>
              </a:spcBef>
              <a:buNone/>
              <a:defRPr sz="1200" b="0" i="0" u="none" strike="noStrike" cap="none">
                <a:solidFill>
                  <a:srgbClr val="888888"/>
                </a:solidFill>
                <a:latin typeface="Inter"/>
                <a:ea typeface="Inter"/>
                <a:cs typeface="Inter"/>
                <a:sym typeface="Inter"/>
              </a:defRPr>
            </a:lvl2pPr>
            <a:lvl3pPr marL="0" marR="0" lvl="2" indent="0" algn="r">
              <a:spcBef>
                <a:spcPts val="0"/>
              </a:spcBef>
              <a:buNone/>
              <a:defRPr sz="1200" b="0" i="0" u="none" strike="noStrike" cap="none">
                <a:solidFill>
                  <a:srgbClr val="888888"/>
                </a:solidFill>
                <a:latin typeface="Inter"/>
                <a:ea typeface="Inter"/>
                <a:cs typeface="Inter"/>
                <a:sym typeface="Inter"/>
              </a:defRPr>
            </a:lvl3pPr>
            <a:lvl4pPr marL="0" marR="0" lvl="3" indent="0" algn="r">
              <a:spcBef>
                <a:spcPts val="0"/>
              </a:spcBef>
              <a:buNone/>
              <a:defRPr sz="1200" b="0" i="0" u="none" strike="noStrike" cap="none">
                <a:solidFill>
                  <a:srgbClr val="888888"/>
                </a:solidFill>
                <a:latin typeface="Inter"/>
                <a:ea typeface="Inter"/>
                <a:cs typeface="Inter"/>
                <a:sym typeface="Inter"/>
              </a:defRPr>
            </a:lvl4pPr>
            <a:lvl5pPr marL="0" marR="0" lvl="4" indent="0" algn="r">
              <a:spcBef>
                <a:spcPts val="0"/>
              </a:spcBef>
              <a:buNone/>
              <a:defRPr sz="1200" b="0" i="0" u="none" strike="noStrike" cap="none">
                <a:solidFill>
                  <a:srgbClr val="888888"/>
                </a:solidFill>
                <a:latin typeface="Inter"/>
                <a:ea typeface="Inter"/>
                <a:cs typeface="Inter"/>
                <a:sym typeface="Inter"/>
              </a:defRPr>
            </a:lvl5pPr>
            <a:lvl6pPr marL="0" marR="0" lvl="5" indent="0" algn="r">
              <a:spcBef>
                <a:spcPts val="0"/>
              </a:spcBef>
              <a:buNone/>
              <a:defRPr sz="1200" b="0" i="0" u="none" strike="noStrike" cap="none">
                <a:solidFill>
                  <a:srgbClr val="888888"/>
                </a:solidFill>
                <a:latin typeface="Inter"/>
                <a:ea typeface="Inter"/>
                <a:cs typeface="Inter"/>
                <a:sym typeface="Inter"/>
              </a:defRPr>
            </a:lvl6pPr>
            <a:lvl7pPr marL="0" marR="0" lvl="6" indent="0" algn="r">
              <a:spcBef>
                <a:spcPts val="0"/>
              </a:spcBef>
              <a:buNone/>
              <a:defRPr sz="1200" b="0" i="0" u="none" strike="noStrike" cap="none">
                <a:solidFill>
                  <a:srgbClr val="888888"/>
                </a:solidFill>
                <a:latin typeface="Inter"/>
                <a:ea typeface="Inter"/>
                <a:cs typeface="Inter"/>
                <a:sym typeface="Inter"/>
              </a:defRPr>
            </a:lvl7pPr>
            <a:lvl8pPr marL="0" marR="0" lvl="7" indent="0" algn="r">
              <a:spcBef>
                <a:spcPts val="0"/>
              </a:spcBef>
              <a:buNone/>
              <a:defRPr sz="1200" b="0" i="0" u="none" strike="noStrike" cap="none">
                <a:solidFill>
                  <a:srgbClr val="888888"/>
                </a:solidFill>
                <a:latin typeface="Inter"/>
                <a:ea typeface="Inter"/>
                <a:cs typeface="Inter"/>
                <a:sym typeface="Inter"/>
              </a:defRPr>
            </a:lvl8pPr>
            <a:lvl9pPr marL="0" marR="0" lvl="8" indent="0" algn="r">
              <a:spcBef>
                <a:spcPts val="0"/>
              </a:spcBef>
              <a:buNone/>
              <a:defRPr sz="1200" b="0" i="0" u="none" strike="noStrike" cap="none">
                <a:solidFill>
                  <a:srgbClr val="888888"/>
                </a:solidFill>
                <a:latin typeface="Inter"/>
                <a:ea typeface="Inter"/>
                <a:cs typeface="Inter"/>
                <a:sym typeface="Inter"/>
              </a:defRPr>
            </a:lvl9pPr>
          </a:lstStyle>
          <a:p>
            <a:pPr marL="0" lvl="0" indent="0" algn="r" rtl="0">
              <a:spcBef>
                <a:spcPts val="0"/>
              </a:spcBef>
              <a:spcAft>
                <a:spcPts val="0"/>
              </a:spcAft>
              <a:buNone/>
            </a:pPr>
            <a:fld id="{00000000-1234-1234-1234-123412341234}" type="slidenum">
              <a:rPr lang="en-US"/>
              <a:t>‹Nº›</a:t>
            </a:fld>
            <a:endParaRPr/>
          </a:p>
        </p:txBody>
      </p:sp>
    </p:spTree>
  </p:cSld>
  <p:clrMap bg1="lt1" tx1="dk1" bg2="dk2" tx2="lt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svg"/><Relationship Id="rId5" Type="http://schemas.openxmlformats.org/officeDocument/2006/relationships/image" Target="../media/image3.svg"/><Relationship Id="rId4" Type="http://schemas.openxmlformats.org/officeDocument/2006/relationships/image" Target="../media/image2.svg"/></Relationships>
</file>

<file path=ppt/slides/_rels/slide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9.svg"/><Relationship Id="rId5" Type="http://schemas.openxmlformats.org/officeDocument/2006/relationships/image" Target="../media/image8.svg"/><Relationship Id="rId4" Type="http://schemas.openxmlformats.org/officeDocument/2006/relationships/image" Target="../media/image7.svg"/></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5.png"/><Relationship Id="rId5" Type="http://schemas.openxmlformats.org/officeDocument/2006/relationships/image" Target="../media/image2.svg"/><Relationship Id="rId4" Type="http://schemas.openxmlformats.org/officeDocument/2006/relationships/image" Target="../media/image3.svg"/></Relationships>
</file>

<file path=ppt/slides/_rels/slide4.xml.rels><?xml version="1.0" encoding="UTF-8" standalone="yes"?>
<Relationships xmlns="http://schemas.openxmlformats.org/package/2006/relationships"><Relationship Id="rId3" Type="http://schemas.openxmlformats.org/officeDocument/2006/relationships/image" Target="../media/image3.svg"/><Relationship Id="rId7" Type="http://schemas.openxmlformats.org/officeDocument/2006/relationships/image" Target="../media/image12.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11.svg"/><Relationship Id="rId5" Type="http://schemas.openxmlformats.org/officeDocument/2006/relationships/image" Target="../media/image10.svg"/><Relationship Id="rId4" Type="http://schemas.openxmlformats.org/officeDocument/2006/relationships/image" Target="../media/image6.svg"/></Relationships>
</file>

<file path=ppt/slides/_rels/slide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5.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6.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7.xml.rels><?xml version="1.0" encoding="UTF-8" standalone="yes"?>
<Relationships xmlns="http://schemas.openxmlformats.org/package/2006/relationships"><Relationship Id="rId3" Type="http://schemas.openxmlformats.org/officeDocument/2006/relationships/image" Target="../media/image17.svg"/><Relationship Id="rId2" Type="http://schemas.openxmlformats.org/officeDocument/2006/relationships/notesSlide" Target="../notesSlides/notesSlide7.xml"/><Relationship Id="rId1" Type="http://schemas.openxmlformats.org/officeDocument/2006/relationships/slideLayout" Target="../slideLayouts/slideLayout1.xml"/><Relationship Id="rId5" Type="http://schemas.openxmlformats.org/officeDocument/2006/relationships/image" Target="../media/image19.svg"/><Relationship Id="rId4" Type="http://schemas.openxmlformats.org/officeDocument/2006/relationships/image" Target="../media/image18.svg"/></Relationships>
</file>

<file path=ppt/slides/_rels/slide8.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13" Type="http://schemas.openxmlformats.org/officeDocument/2006/relationships/image" Target="../media/image29.png"/><Relationship Id="rId3" Type="http://schemas.openxmlformats.org/officeDocument/2006/relationships/image" Target="../media/image21.svg"/><Relationship Id="rId7" Type="http://schemas.openxmlformats.org/officeDocument/2006/relationships/image" Target="../media/image23.png"/><Relationship Id="rId12" Type="http://schemas.openxmlformats.org/officeDocument/2006/relationships/image" Target="../media/image28.png"/><Relationship Id="rId2" Type="http://schemas.openxmlformats.org/officeDocument/2006/relationships/notesSlide" Target="../notesSlides/notesSlide9.xml"/><Relationship Id="rId1" Type="http://schemas.openxmlformats.org/officeDocument/2006/relationships/slideLayout" Target="../slideLayouts/slideLayout1.xml"/><Relationship Id="rId6" Type="http://schemas.openxmlformats.org/officeDocument/2006/relationships/image" Target="../media/image22.png"/><Relationship Id="rId11" Type="http://schemas.openxmlformats.org/officeDocument/2006/relationships/image" Target="../media/image27.png"/><Relationship Id="rId5" Type="http://schemas.openxmlformats.org/officeDocument/2006/relationships/image" Target="../media/image20.png"/><Relationship Id="rId10" Type="http://schemas.openxmlformats.org/officeDocument/2006/relationships/image" Target="../media/image26.png"/><Relationship Id="rId4" Type="http://schemas.openxmlformats.org/officeDocument/2006/relationships/image" Target="../media/image10.svg"/><Relationship Id="rId9" Type="http://schemas.openxmlformats.org/officeDocument/2006/relationships/image" Target="../media/image25.png"/></Relationships>
</file>

<file path=ppt/slides/_rels/slide10.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0.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1.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1.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2.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2.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3.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3.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32.png"/><Relationship Id="rId4" Type="http://schemas.openxmlformats.org/officeDocument/2006/relationships/image" Target="../media/image10.svg"/><Relationship Id="rId9" Type="http://schemas.openxmlformats.org/officeDocument/2006/relationships/image" Target="../media/image24.png"/></Relationships>
</file>

<file path=ppt/slides/_rels/slide14.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4.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5.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5.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6.xml.rels><?xml version="1.0" encoding="UTF-8" standalone="yes"?>
<Relationships xmlns="http://schemas.openxmlformats.org/package/2006/relationships"><Relationship Id="rId8" Type="http://schemas.openxmlformats.org/officeDocument/2006/relationships/image" Target="../media/image23.png"/><Relationship Id="rId13" Type="http://schemas.openxmlformats.org/officeDocument/2006/relationships/image" Target="../media/image28.png"/><Relationship Id="rId3" Type="http://schemas.openxmlformats.org/officeDocument/2006/relationships/image" Target="../media/image21.svg"/><Relationship Id="rId7" Type="http://schemas.openxmlformats.org/officeDocument/2006/relationships/image" Target="../media/image22.png"/><Relationship Id="rId12" Type="http://schemas.openxmlformats.org/officeDocument/2006/relationships/image" Target="../media/image27.png"/><Relationship Id="rId2" Type="http://schemas.openxmlformats.org/officeDocument/2006/relationships/notesSlide" Target="../notesSlides/notesSlide16.xml"/><Relationship Id="rId1" Type="http://schemas.openxmlformats.org/officeDocument/2006/relationships/slideLayout" Target="../slideLayouts/slideLayout1.xml"/><Relationship Id="rId6" Type="http://schemas.openxmlformats.org/officeDocument/2006/relationships/image" Target="../media/image30.png"/><Relationship Id="rId11" Type="http://schemas.openxmlformats.org/officeDocument/2006/relationships/image" Target="../media/image26.png"/><Relationship Id="rId5" Type="http://schemas.openxmlformats.org/officeDocument/2006/relationships/image" Target="../media/image20.png"/><Relationship Id="rId10" Type="http://schemas.openxmlformats.org/officeDocument/2006/relationships/image" Target="../media/image25.png"/><Relationship Id="rId4" Type="http://schemas.openxmlformats.org/officeDocument/2006/relationships/image" Target="../media/image10.svg"/><Relationship Id="rId9" Type="http://schemas.openxmlformats.org/officeDocument/2006/relationships/image" Target="../media/image24.png"/></Relationships>
</file>

<file path=ppt/slides/_rels/slide17.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7.xml"/><Relationship Id="rId1" Type="http://schemas.openxmlformats.org/officeDocument/2006/relationships/slideLayout" Target="../slideLayouts/slideLayout1.xml"/><Relationship Id="rId4" Type="http://schemas.openxmlformats.org/officeDocument/2006/relationships/image" Target="../media/image33.png"/></Relationships>
</file>

<file path=ppt/slides/_rels/slide18.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0.svg"/><Relationship Id="rId2" Type="http://schemas.openxmlformats.org/officeDocument/2006/relationships/notesSlide" Target="../notesSlides/notesSlide19.xml"/><Relationship Id="rId1" Type="http://schemas.openxmlformats.org/officeDocument/2006/relationships/slideLayout" Target="../slideLayouts/slideLayout1.xml"/><Relationship Id="rId5" Type="http://schemas.openxmlformats.org/officeDocument/2006/relationships/image" Target="../media/image13.svg"/><Relationship Id="rId4" Type="http://schemas.openxmlformats.org/officeDocument/2006/relationships/image" Target="../media/image6.svg"/></Relationships>
</file>

<file path=ppt/slides/_rels/slide2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0.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6.svg"/></Relationships>
</file>

<file path=ppt/slides/_rels/slide21.xml.rels><?xml version="1.0" encoding="UTF-8" standalone="yes"?>
<Relationships xmlns="http://schemas.openxmlformats.org/package/2006/relationships"><Relationship Id="rId3" Type="http://schemas.openxmlformats.org/officeDocument/2006/relationships/image" Target="../media/image4.svg"/><Relationship Id="rId2" Type="http://schemas.openxmlformats.org/officeDocument/2006/relationships/notesSlide" Target="../notesSlides/notesSlide21.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11.svg"/></Relationships>
</file>

<file path=ppt/slides/_rels/slide2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22.xml"/><Relationship Id="rId1" Type="http://schemas.openxmlformats.org/officeDocument/2006/relationships/slideLayout" Target="../slideLayouts/slideLayout1.xml"/><Relationship Id="rId6" Type="http://schemas.openxmlformats.org/officeDocument/2006/relationships/image" Target="../media/image12.png"/><Relationship Id="rId5" Type="http://schemas.openxmlformats.org/officeDocument/2006/relationships/image" Target="../media/image11.svg"/><Relationship Id="rId4" Type="http://schemas.openxmlformats.org/officeDocument/2006/relationships/image" Target="../media/image4.svg"/></Relationships>
</file>

<file path=ppt/slides/_rels/slide23.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3.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4.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4.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5.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6.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6.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7.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8.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8.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29.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29.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0.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0.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1.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1.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2.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2.xml"/><Relationship Id="rId1" Type="http://schemas.openxmlformats.org/officeDocument/2006/relationships/slideLayout" Target="../slideLayouts/slideLayout12.xml"/><Relationship Id="rId4" Type="http://schemas.openxmlformats.org/officeDocument/2006/relationships/image" Target="../media/image6.svg"/></Relationships>
</file>

<file path=ppt/slides/_rels/slide3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33.xml"/><Relationship Id="rId1" Type="http://schemas.openxmlformats.org/officeDocument/2006/relationships/slideLayout" Target="../slideLayouts/slideLayout1.xml"/><Relationship Id="rId6" Type="http://schemas.openxmlformats.org/officeDocument/2006/relationships/chart" Target="../charts/chart1.xml"/><Relationship Id="rId5" Type="http://schemas.openxmlformats.org/officeDocument/2006/relationships/image" Target="../media/image12.png"/><Relationship Id="rId4" Type="http://schemas.openxmlformats.org/officeDocument/2006/relationships/image" Target="../media/image21.svg"/></Relationships>
</file>

<file path=ppt/slides/_rels/slide34.xml.rels><?xml version="1.0" encoding="UTF-8" standalone="yes"?>
<Relationships xmlns="http://schemas.openxmlformats.org/package/2006/relationships"><Relationship Id="rId3" Type="http://schemas.openxmlformats.org/officeDocument/2006/relationships/image" Target="../media/image21.svg"/><Relationship Id="rId2" Type="http://schemas.openxmlformats.org/officeDocument/2006/relationships/notesSlide" Target="../notesSlides/notesSlide34.xml"/><Relationship Id="rId1" Type="http://schemas.openxmlformats.org/officeDocument/2006/relationships/slideLayout" Target="../slideLayouts/slideLayout1.xml"/><Relationship Id="rId5" Type="http://schemas.openxmlformats.org/officeDocument/2006/relationships/image" Target="../media/image12.png"/><Relationship Id="rId4" Type="http://schemas.openxmlformats.org/officeDocument/2006/relationships/image" Target="../media/image6.svg"/></Relationships>
</file>

<file path=ppt/slides/_rels/slide35.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5.xml"/><Relationship Id="rId1" Type="http://schemas.openxmlformats.org/officeDocument/2006/relationships/slideLayout" Target="../slideLayouts/slideLayout23.xml"/><Relationship Id="rId5" Type="http://schemas.openxmlformats.org/officeDocument/2006/relationships/image" Target="../media/image10.svg"/><Relationship Id="rId4" Type="http://schemas.openxmlformats.org/officeDocument/2006/relationships/image" Target="../media/image6.svg"/></Relationships>
</file>

<file path=ppt/slides/_rels/slide36.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36.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6.svg"/><Relationship Id="rId4" Type="http://schemas.openxmlformats.org/officeDocument/2006/relationships/image" Target="../media/image35.svg"/></Relationships>
</file>

<file path=ppt/slides/_rels/slide37.xml.rels><?xml version="1.0" encoding="UTF-8" standalone="yes"?>
<Relationships xmlns="http://schemas.openxmlformats.org/package/2006/relationships"><Relationship Id="rId3" Type="http://schemas.openxmlformats.org/officeDocument/2006/relationships/image" Target="../media/image13.svg"/><Relationship Id="rId2" Type="http://schemas.openxmlformats.org/officeDocument/2006/relationships/notesSlide" Target="../notesSlides/notesSlide37.xml"/><Relationship Id="rId1" Type="http://schemas.openxmlformats.org/officeDocument/2006/relationships/slideLayout" Target="../slideLayouts/slideLayout23.xml"/><Relationship Id="rId5" Type="http://schemas.openxmlformats.org/officeDocument/2006/relationships/image" Target="../media/image10.svg"/><Relationship Id="rId4" Type="http://schemas.openxmlformats.org/officeDocument/2006/relationships/image" Target="../media/image6.svg"/></Relationships>
</file>

<file path=ppt/slides/_rels/slide38.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38.xml"/><Relationship Id="rId1" Type="http://schemas.openxmlformats.org/officeDocument/2006/relationships/slideLayout" Target="../slideLayouts/slideLayout23.xml"/><Relationship Id="rId6" Type="http://schemas.openxmlformats.org/officeDocument/2006/relationships/image" Target="../media/image3.svg"/><Relationship Id="rId5" Type="http://schemas.openxmlformats.org/officeDocument/2006/relationships/image" Target="../media/image6.svg"/><Relationship Id="rId4" Type="http://schemas.openxmlformats.org/officeDocument/2006/relationships/image" Target="../media/image35.svg"/></Relationships>
</file>

<file path=ppt/slides/_rels/slide39.xml.rels><?xml version="1.0" encoding="UTF-8" standalone="yes"?>
<Relationships xmlns="http://schemas.openxmlformats.org/package/2006/relationships"><Relationship Id="rId3" Type="http://schemas.openxmlformats.org/officeDocument/2006/relationships/image" Target="../media/image34.svg"/><Relationship Id="rId2" Type="http://schemas.openxmlformats.org/officeDocument/2006/relationships/notesSlide" Target="../notesSlides/notesSlide39.xml"/><Relationship Id="rId1" Type="http://schemas.openxmlformats.org/officeDocument/2006/relationships/slideLayout" Target="../slideLayouts/slideLayout1.xml"/><Relationship Id="rId6" Type="http://schemas.openxmlformats.org/officeDocument/2006/relationships/image" Target="../media/image3.svg"/><Relationship Id="rId5" Type="http://schemas.openxmlformats.org/officeDocument/2006/relationships/image" Target="../media/image6.svg"/><Relationship Id="rId4" Type="http://schemas.openxmlformats.org/officeDocument/2006/relationships/image" Target="../media/image35.svg"/></Relationships>
</file>

<file path=ppt/slides/_rels/slide40.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0.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1.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1.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2.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2.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3.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3.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4.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4.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5.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5.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6.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6.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7.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7.xml"/><Relationship Id="rId1" Type="http://schemas.openxmlformats.org/officeDocument/2006/relationships/slideLayout" Target="../slideLayouts/slideLayout1.xml"/><Relationship Id="rId4" Type="http://schemas.openxmlformats.org/officeDocument/2006/relationships/image" Target="../media/image13.svg"/></Relationships>
</file>

<file path=ppt/slides/_rels/slide48.xml.rels><?xml version="1.0" encoding="UTF-8" standalone="yes"?>
<Relationships xmlns="http://schemas.openxmlformats.org/package/2006/relationships"><Relationship Id="rId3" Type="http://schemas.openxmlformats.org/officeDocument/2006/relationships/image" Target="../media/image18.svg"/><Relationship Id="rId2" Type="http://schemas.openxmlformats.org/officeDocument/2006/relationships/notesSlide" Target="../notesSlides/notesSlide48.xml"/><Relationship Id="rId1" Type="http://schemas.openxmlformats.org/officeDocument/2006/relationships/slideLayout" Target="../slideLayouts/slideLayout1.xml"/></Relationships>
</file>

<file path=ppt/slides/_rels/slide49.xml.rels><?xml version="1.0" encoding="UTF-8" standalone="yes"?>
<Relationships xmlns="http://schemas.openxmlformats.org/package/2006/relationships"><Relationship Id="rId3" Type="http://schemas.openxmlformats.org/officeDocument/2006/relationships/image" Target="../media/image6.svg"/><Relationship Id="rId2" Type="http://schemas.openxmlformats.org/officeDocument/2006/relationships/notesSlide" Target="../notesSlides/notesSlide49.xml"/><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3" Type="http://schemas.openxmlformats.org/officeDocument/2006/relationships/image" Target="../media/image36.svg"/><Relationship Id="rId2" Type="http://schemas.openxmlformats.org/officeDocument/2006/relationships/notesSlide" Target="../notesSlides/notesSlide50.xml"/><Relationship Id="rId1" Type="http://schemas.openxmlformats.org/officeDocument/2006/relationships/slideLayout" Target="../slideLayouts/slideLayout1.xml"/><Relationship Id="rId5" Type="http://schemas.openxmlformats.org/officeDocument/2006/relationships/image" Target="../media/image10.svg"/><Relationship Id="rId4" Type="http://schemas.openxmlformats.org/officeDocument/2006/relationships/image" Target="../media/image6.svg"/></Relationships>
</file>

<file path=ppt/slides/_rels/slide51.xml.rels><?xml version="1.0" encoding="UTF-8" standalone="yes"?>
<Relationships xmlns="http://schemas.openxmlformats.org/package/2006/relationships"><Relationship Id="rId3" Type="http://schemas.openxmlformats.org/officeDocument/2006/relationships/image" Target="../media/image1.jpeg"/><Relationship Id="rId7" Type="http://schemas.openxmlformats.org/officeDocument/2006/relationships/image" Target="../media/image5.png"/><Relationship Id="rId2" Type="http://schemas.openxmlformats.org/officeDocument/2006/relationships/notesSlide" Target="../notesSlides/notesSlide51.xml"/><Relationship Id="rId1" Type="http://schemas.openxmlformats.org/officeDocument/2006/relationships/slideLayout" Target="../slideLayouts/slideLayout1.xml"/><Relationship Id="rId6" Type="http://schemas.openxmlformats.org/officeDocument/2006/relationships/image" Target="../media/image2.svg"/><Relationship Id="rId5" Type="http://schemas.openxmlformats.org/officeDocument/2006/relationships/image" Target="../media/image3.svg"/><Relationship Id="rId4" Type="http://schemas.openxmlformats.org/officeDocument/2006/relationships/image" Target="../media/image37.svg"/></Relationships>
</file>

<file path=ppt/slides/_rels/slide52.xml.rels><?xml version="1.0" encoding="UTF-8" standalone="yes"?>
<Relationships xmlns="http://schemas.openxmlformats.org/package/2006/relationships"><Relationship Id="rId8" Type="http://schemas.openxmlformats.org/officeDocument/2006/relationships/image" Target="../media/image41.svg"/><Relationship Id="rId3" Type="http://schemas.openxmlformats.org/officeDocument/2006/relationships/image" Target="../media/image1.jpeg"/><Relationship Id="rId7" Type="http://schemas.openxmlformats.org/officeDocument/2006/relationships/image" Target="../media/image40.svg"/><Relationship Id="rId2" Type="http://schemas.openxmlformats.org/officeDocument/2006/relationships/notesSlide" Target="../notesSlides/notesSlide52.xml"/><Relationship Id="rId1" Type="http://schemas.openxmlformats.org/officeDocument/2006/relationships/slideLayout" Target="../slideLayouts/slideLayout1.xml"/><Relationship Id="rId6" Type="http://schemas.openxmlformats.org/officeDocument/2006/relationships/image" Target="../media/image39.svg"/><Relationship Id="rId11" Type="http://schemas.openxmlformats.org/officeDocument/2006/relationships/image" Target="../media/image5.png"/><Relationship Id="rId5" Type="http://schemas.openxmlformats.org/officeDocument/2006/relationships/image" Target="../media/image38.svg"/><Relationship Id="rId10" Type="http://schemas.openxmlformats.org/officeDocument/2006/relationships/image" Target="../media/image2.svg"/><Relationship Id="rId4" Type="http://schemas.openxmlformats.org/officeDocument/2006/relationships/image" Target="../media/image37.svg"/><Relationship Id="rId9" Type="http://schemas.openxmlformats.org/officeDocument/2006/relationships/image" Target="../media/image3.sv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34"/>
        <p:cNvGrpSpPr/>
        <p:nvPr/>
      </p:nvGrpSpPr>
      <p:grpSpPr>
        <a:xfrm>
          <a:off x="0" y="0"/>
          <a:ext cx="0" cy="0"/>
          <a:chOff x="0" y="0"/>
          <a:chExt cx="0" cy="0"/>
        </a:xfrm>
      </p:grpSpPr>
      <p:sp>
        <p:nvSpPr>
          <p:cNvPr id="235"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6" name="!!deco_4b7ea539_1"/>
          <p:cNvSpPr/>
          <p:nvPr/>
        </p:nvSpPr>
        <p:spPr>
          <a:xfrm>
            <a:off x="6091994" y="-6797913"/>
            <a:ext cx="22093321" cy="11046661"/>
          </a:xfrm>
          <a:custGeom>
            <a:avLst/>
            <a:gdLst/>
            <a:ahLst/>
            <a:cxnLst/>
            <a:rect l="l" t="t" r="r" b="b"/>
            <a:pathLst>
              <a:path w="22093321" h="11046661">
                <a:moveTo>
                  <a:pt x="0" y="0"/>
                </a:moveTo>
                <a:lnTo>
                  <a:pt x="22093321" y="0"/>
                </a:lnTo>
                <a:lnTo>
                  <a:pt x="22093321" y="11046660"/>
                </a:lnTo>
                <a:lnTo>
                  <a:pt x="0" y="1104666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7" name="!!deco_13b10c14_1"/>
          <p:cNvSpPr/>
          <p:nvPr/>
        </p:nvSpPr>
        <p:spPr>
          <a:xfrm rot="10800000" flipH="1">
            <a:off x="7574342" y="898768"/>
            <a:ext cx="22093321" cy="11046661"/>
          </a:xfrm>
          <a:custGeom>
            <a:avLst/>
            <a:gdLst/>
            <a:ahLst/>
            <a:cxnLst/>
            <a:rect l="l" t="t" r="r" b="b"/>
            <a:pathLst>
              <a:path w="22093321" h="11046661">
                <a:moveTo>
                  <a:pt x="0" y="11046661"/>
                </a:moveTo>
                <a:lnTo>
                  <a:pt x="22093322" y="11046661"/>
                </a:lnTo>
                <a:lnTo>
                  <a:pt x="22093322" y="0"/>
                </a:lnTo>
                <a:lnTo>
                  <a:pt x="0" y="0"/>
                </a:lnTo>
                <a:lnTo>
                  <a:pt x="0" y="1104666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8"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39" name="!!deco_21515bef_2"/>
          <p:cNvSpPr/>
          <p:nvPr/>
        </p:nvSpPr>
        <p:spPr>
          <a:xfrm flipH="1">
            <a:off x="20870738" y="6538304"/>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40" name="!!title"/>
          <p:cNvSpPr txBox="1"/>
          <p:nvPr/>
        </p:nvSpPr>
        <p:spPr>
          <a:xfrm>
            <a:off x="1428123" y="2520990"/>
            <a:ext cx="12946574" cy="1939598"/>
          </a:xfrm>
          <a:prstGeom prst="rect">
            <a:avLst/>
          </a:prstGeom>
          <a:noFill/>
          <a:ln>
            <a:noFill/>
          </a:ln>
        </p:spPr>
        <p:txBody>
          <a:bodyPr spcFirstLastPara="1" wrap="square" lIns="0" tIns="0" rIns="0" bIns="0" anchor="t" anchorCtr="0">
            <a:spAutoFit/>
          </a:bodyPr>
          <a:lstStyle/>
          <a:p>
            <a:pPr marL="0" marR="0" lvl="0" indent="0" algn="l" rtl="0">
              <a:lnSpc>
                <a:spcPct val="139998"/>
              </a:lnSpc>
              <a:spcBef>
                <a:spcPts val="0"/>
              </a:spcBef>
              <a:spcAft>
                <a:spcPts val="0"/>
              </a:spcAft>
              <a:buNone/>
            </a:pPr>
            <a:r>
              <a:rPr lang="es-CL" sz="10693" noProof="0">
                <a:solidFill>
                  <a:srgbClr val="FFFFFF"/>
                </a:solidFill>
                <a:latin typeface="Inter"/>
                <a:ea typeface="Inter"/>
                <a:cs typeface="Inter"/>
                <a:sym typeface="Inter"/>
              </a:rPr>
              <a:t>Propuesta</a:t>
            </a:r>
            <a:endParaRPr lang="es-CL" noProof="0"/>
          </a:p>
        </p:txBody>
      </p:sp>
      <p:sp>
        <p:nvSpPr>
          <p:cNvPr id="241" name="Google Shape;241;p1"/>
          <p:cNvSpPr txBox="1"/>
          <p:nvPr/>
        </p:nvSpPr>
        <p:spPr>
          <a:xfrm>
            <a:off x="1428123" y="3820932"/>
            <a:ext cx="12950077" cy="2374011"/>
          </a:xfrm>
          <a:prstGeom prst="rect">
            <a:avLst/>
          </a:prstGeom>
          <a:noFill/>
          <a:ln>
            <a:noFill/>
          </a:ln>
        </p:spPr>
        <p:txBody>
          <a:bodyPr spcFirstLastPara="1" wrap="square" lIns="0" tIns="0" rIns="0" bIns="0" anchor="t" anchorCtr="0">
            <a:spAutoFit/>
          </a:bodyPr>
          <a:lstStyle/>
          <a:p>
            <a:pPr marL="0" marR="0" lvl="0" indent="0" algn="l" rtl="0">
              <a:lnSpc>
                <a:spcPct val="175014"/>
              </a:lnSpc>
              <a:spcBef>
                <a:spcPts val="0"/>
              </a:spcBef>
              <a:spcAft>
                <a:spcPts val="0"/>
              </a:spcAft>
              <a:buNone/>
            </a:pPr>
            <a:r>
              <a:rPr lang="es-CL" sz="10494" b="1" noProof="0">
                <a:solidFill>
                  <a:srgbClr val="FFFFFF"/>
                </a:solidFill>
                <a:latin typeface="Inter SemiBold"/>
                <a:ea typeface="Inter SemiBold"/>
                <a:cs typeface="Inter SemiBold"/>
                <a:sym typeface="Inter SemiBold"/>
              </a:rPr>
              <a:t>Técnica</a:t>
            </a:r>
            <a:endParaRPr lang="es-CL" noProof="0"/>
          </a:p>
        </p:txBody>
      </p:sp>
      <p:sp>
        <p:nvSpPr>
          <p:cNvPr id="242" name="Google Shape;242;p1"/>
          <p:cNvSpPr txBox="1"/>
          <p:nvPr/>
        </p:nvSpPr>
        <p:spPr>
          <a:xfrm>
            <a:off x="1428123" y="6162459"/>
            <a:ext cx="8734851" cy="1097280"/>
          </a:xfrm>
          <a:prstGeom prst="rect">
            <a:avLst/>
          </a:prstGeom>
          <a:noFill/>
          <a:ln>
            <a:noFill/>
          </a:ln>
        </p:spPr>
        <p:txBody>
          <a:bodyPr spcFirstLastPara="1" wrap="square" lIns="0" tIns="0" rIns="0" bIns="0" anchor="t" anchorCtr="0">
            <a:spAutoFit/>
          </a:bodyPr>
          <a:lstStyle/>
          <a:p>
            <a:pPr marL="0" marR="0" lvl="0" indent="0" algn="l" rtl="0">
              <a:lnSpc>
                <a:spcPct val="121136"/>
              </a:lnSpc>
              <a:spcBef>
                <a:spcPts val="0"/>
              </a:spcBef>
              <a:spcAft>
                <a:spcPts val="0"/>
              </a:spcAft>
              <a:buNone/>
            </a:pPr>
            <a:r>
              <a:rPr lang="es-CL" sz="2200" noProof="0">
                <a:solidFill>
                  <a:srgbClr val="FFFFFF"/>
                </a:solidFill>
                <a:latin typeface="Inter"/>
                <a:ea typeface="Inter"/>
                <a:cs typeface="Inter"/>
                <a:sym typeface="Inter"/>
              </a:rPr>
              <a:t>Sistema Integral de Gestión Logística Puelche</a:t>
            </a:r>
            <a:endParaRPr lang="es-CL" noProof="0"/>
          </a:p>
          <a:p>
            <a:pPr marL="0" marR="0" lvl="0" indent="0" algn="l" rtl="0">
              <a:lnSpc>
                <a:spcPct val="121136"/>
              </a:lnSpc>
              <a:spcBef>
                <a:spcPts val="0"/>
              </a:spcBef>
              <a:spcAft>
                <a:spcPts val="0"/>
              </a:spcAft>
              <a:buNone/>
            </a:pPr>
            <a:r>
              <a:rPr lang="es-CL" sz="2200" noProof="0">
                <a:solidFill>
                  <a:srgbClr val="FFFFFF"/>
                </a:solidFill>
                <a:latin typeface="Inter"/>
                <a:ea typeface="Inter"/>
                <a:cs typeface="Inter"/>
                <a:sym typeface="Inter"/>
              </a:rPr>
              <a:t>Licitación TFEP-01/2026 · Distribuidora Puelche S.A.</a:t>
            </a:r>
            <a:endParaRPr lang="es-CL" noProof="0"/>
          </a:p>
        </p:txBody>
      </p:sp>
      <p:sp>
        <p:nvSpPr>
          <p:cNvPr id="243" name="Google Shape;243;p1"/>
          <p:cNvSpPr txBox="1"/>
          <p:nvPr/>
        </p:nvSpPr>
        <p:spPr>
          <a:xfrm>
            <a:off x="1475324" y="8961120"/>
            <a:ext cx="4041891" cy="301365"/>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noProof="0">
                <a:solidFill>
                  <a:srgbClr val="FFFFFF"/>
                </a:solidFill>
                <a:latin typeface="Inter"/>
                <a:ea typeface="Inter"/>
                <a:cs typeface="Inter"/>
                <a:sym typeface="Inter"/>
              </a:rPr>
              <a:t>lafrox.github.io</a:t>
            </a:r>
            <a:endParaRPr lang="es-CL" noProof="0"/>
          </a:p>
        </p:txBody>
      </p:sp>
      <p:sp>
        <p:nvSpPr>
          <p:cNvPr id="244"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FFFFFF"/>
                </a:solidFill>
                <a:latin typeface="Inter SemiBold"/>
                <a:ea typeface="Inter SemiBold"/>
                <a:cs typeface="Inter SemiBold"/>
                <a:sym typeface="Inter SemiBold"/>
              </a:rPr>
              <a:t>LafroX </a:t>
            </a:r>
            <a:r>
              <a:rPr lang="es-CL" sz="1800" b="1" noProof="0" err="1">
                <a:solidFill>
                  <a:srgbClr val="FFFFFF"/>
                </a:solidFill>
                <a:latin typeface="Inter SemiBold"/>
                <a:ea typeface="Inter SemiBold"/>
                <a:cs typeface="Inter SemiBold"/>
                <a:sym typeface="Inter SemiBold"/>
              </a:rPr>
              <a:t>SpA</a:t>
            </a:r>
            <a:endParaRPr lang="es-CL" noProof="0"/>
          </a:p>
        </p:txBody>
      </p:sp>
      <p:sp>
        <p:nvSpPr>
          <p:cNvPr id="245" name="Google Shape;245;p1"/>
          <p:cNvSpPr txBox="1"/>
          <p:nvPr/>
        </p:nvSpPr>
        <p:spPr>
          <a:xfrm>
            <a:off x="12763761" y="8961120"/>
            <a:ext cx="4041891"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FFFFFF"/>
                </a:solidFill>
                <a:latin typeface="Inter"/>
                <a:ea typeface="Inter"/>
                <a:cs typeface="Inter"/>
                <a:sym typeface="Inter"/>
              </a:rPr>
              <a:t>Siguiente</a:t>
            </a:r>
            <a:endParaRPr lang="es-CL" noProof="0"/>
          </a:p>
        </p:txBody>
      </p:sp>
      <p:pic>
        <p:nvPicPr>
          <p:cNvPr id="246"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094"/>
        <p:cNvGrpSpPr/>
        <p:nvPr/>
      </p:nvGrpSpPr>
      <p:grpSpPr>
        <a:xfrm>
          <a:off x="0" y="0"/>
          <a:ext cx="0" cy="0"/>
          <a:chOff x="0" y="0"/>
          <a:chExt cx="0" cy="0"/>
        </a:xfrm>
      </p:grpSpPr>
      <p:sp>
        <p:nvSpPr>
          <p:cNvPr id="2095" name="!!deco_dce8b6c9_1"/>
          <p:cNvSpPr/>
          <p:nvPr/>
        </p:nvSpPr>
        <p:spPr>
          <a:xfrm>
            <a:off x="13911956" y="761746"/>
            <a:ext cx="8752087" cy="8752087"/>
          </a:xfrm>
          <a:custGeom>
            <a:avLst/>
            <a:gdLst/>
            <a:ahLst/>
            <a:cxnLst/>
            <a:rect l="l" t="t" r="r" b="b"/>
            <a:pathLst>
              <a:path w="8752087" h="8752087">
                <a:moveTo>
                  <a:pt x="0" y="0"/>
                </a:moveTo>
                <a:lnTo>
                  <a:pt x="8752088" y="0"/>
                </a:lnTo>
                <a:lnTo>
                  <a:pt x="8752088" y="8752087"/>
                </a:lnTo>
                <a:lnTo>
                  <a:pt x="0" y="8752087"/>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2096" name="Google Shape;2096;p33"/>
          <p:cNvSpPr txBox="1"/>
          <p:nvPr/>
        </p:nvSpPr>
        <p:spPr>
          <a:xfrm>
            <a:off x="1231420" y="4072951"/>
            <a:ext cx="7960220" cy="1632652"/>
          </a:xfrm>
          <a:prstGeom prst="rect">
            <a:avLst/>
          </a:prstGeom>
          <a:noFill/>
          <a:ln>
            <a:noFill/>
          </a:ln>
        </p:spPr>
        <p:txBody>
          <a:bodyPr spcFirstLastPara="1" wrap="square" lIns="0" tIns="0" rIns="0" bIns="0" anchor="t" anchorCtr="0">
            <a:spAutoFit/>
          </a:bodyPr>
          <a:lstStyle/>
          <a:p>
            <a:pPr marL="0" marR="0" lvl="0" indent="0" algn="l" rtl="0">
              <a:lnSpc>
                <a:spcPct val="131254"/>
              </a:lnSpc>
              <a:spcBef>
                <a:spcPts val="0"/>
              </a:spcBef>
              <a:spcAft>
                <a:spcPts val="0"/>
              </a:spcAft>
              <a:buNone/>
            </a:pPr>
            <a:r>
              <a:rPr lang="es-CL" sz="8786" b="1" noProof="0">
                <a:solidFill>
                  <a:srgbClr val="111111"/>
                </a:solidFill>
                <a:latin typeface="Inter SemiBold"/>
                <a:ea typeface="Inter SemiBold"/>
                <a:cs typeface="Inter SemiBold"/>
                <a:sym typeface="Inter SemiBold"/>
              </a:rPr>
              <a:t>El Equipo</a:t>
            </a:r>
            <a:endParaRPr lang="es-CL" noProof="0"/>
          </a:p>
        </p:txBody>
      </p:sp>
      <p:sp>
        <p:nvSpPr>
          <p:cNvPr id="2097" name="!!deco_ee5e8b06_1"/>
          <p:cNvSpPr/>
          <p:nvPr/>
        </p:nvSpPr>
        <p:spPr>
          <a:xfrm rot="10800000">
            <a:off x="2876576"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2098" name="!!deco_bde12890_1"/>
          <p:cNvSpPr/>
          <p:nvPr/>
        </p:nvSpPr>
        <p:spPr>
          <a:xfrm rot="10800000">
            <a:off x="-413735" y="-1904501"/>
            <a:ext cx="3290311" cy="3290311"/>
          </a:xfrm>
          <a:custGeom>
            <a:avLst/>
            <a:gdLst/>
            <a:ahLst/>
            <a:cxnLst/>
            <a:rect l="l" t="t" r="r" b="b"/>
            <a:pathLst>
              <a:path w="3290311" h="3290311">
                <a:moveTo>
                  <a:pt x="3290311" y="3290311"/>
                </a:moveTo>
                <a:lnTo>
                  <a:pt x="0" y="3290311"/>
                </a:lnTo>
                <a:lnTo>
                  <a:pt x="0" y="0"/>
                </a:lnTo>
                <a:lnTo>
                  <a:pt x="3290311" y="0"/>
                </a:lnTo>
                <a:lnTo>
                  <a:pt x="3290311" y="3290311"/>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2099" name="!!deco_d7392e04_1"/>
          <p:cNvSpPr/>
          <p:nvPr/>
        </p:nvSpPr>
        <p:spPr>
          <a:xfrm rot="9727523" flipH="1">
            <a:off x="118443" y="7662818"/>
            <a:ext cx="4114800" cy="4114800"/>
          </a:xfrm>
          <a:custGeom>
            <a:avLst/>
            <a:gdLst/>
            <a:ahLst/>
            <a:cxnLst/>
            <a:rect l="l" t="t" r="r" b="b"/>
            <a:pathLst>
              <a:path w="4114800" h="4114800">
                <a:moveTo>
                  <a:pt x="0" y="4114800"/>
                </a:moveTo>
                <a:lnTo>
                  <a:pt x="4114800" y="4114800"/>
                </a:lnTo>
                <a:lnTo>
                  <a:pt x="4114800" y="0"/>
                </a:lnTo>
                <a:lnTo>
                  <a:pt x="0" y="0"/>
                </a:lnTo>
                <a:lnTo>
                  <a:pt x="0" y="411480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2100" name="Google Shape;2100;p33"/>
          <p:cNvSpPr txBox="1"/>
          <p:nvPr/>
        </p:nvSpPr>
        <p:spPr>
          <a:xfrm>
            <a:off x="1234440" y="5760720"/>
            <a:ext cx="777240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3C3C3C"/>
                </a:solidFill>
                <a:latin typeface="Inter SemiBold"/>
                <a:ea typeface="Inter SemiBold"/>
                <a:cs typeface="Inter SemiBold"/>
                <a:sym typeface="Inter SemiBold"/>
              </a:rPr>
              <a:t>8 personas · 10 roles</a:t>
            </a:r>
            <a:endParaRPr lang="es-CL" noProof="0"/>
          </a:p>
        </p:txBody>
      </p:sp>
      <p:sp>
        <p:nvSpPr>
          <p:cNvPr id="2101" name="Google Shape;2101;p33"/>
          <p:cNvSpPr txBox="1"/>
          <p:nvPr/>
        </p:nvSpPr>
        <p:spPr>
          <a:xfrm>
            <a:off x="1234440" y="6400800"/>
            <a:ext cx="777240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0" noProof="0">
                <a:solidFill>
                  <a:srgbClr val="606060"/>
                </a:solidFill>
                <a:latin typeface="Inter"/>
                <a:ea typeface="Inter"/>
                <a:cs typeface="Inter"/>
                <a:sym typeface="Inter"/>
              </a:rPr>
              <a:t>7 líderes reportan al Jefe de Proyecto</a:t>
            </a:r>
            <a:endParaRPr lang="es-CL" noProof="0"/>
          </a:p>
        </p:txBody>
      </p:sp>
      <p:sp>
        <p:nvSpPr>
          <p:cNvPr id="2102" name="Google Shape;2102;p33"/>
          <p:cNvSpPr/>
          <p:nvPr/>
        </p:nvSpPr>
        <p:spPr>
          <a:xfrm>
            <a:off x="9509760" y="914400"/>
            <a:ext cx="7863840" cy="1463040"/>
          </a:xfrm>
          <a:prstGeom prst="roundRect">
            <a:avLst>
              <a:gd name="adj" fmla="val 1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03" name="Google Shape;2103;p33"/>
          <p:cNvSpPr/>
          <p:nvPr/>
        </p:nvSpPr>
        <p:spPr>
          <a:xfrm>
            <a:off x="9738360" y="1143000"/>
            <a:ext cx="1005840" cy="100584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2200" b="1" noProof="0">
                <a:solidFill>
                  <a:srgbClr val="FFFFFF"/>
                </a:solidFill>
                <a:latin typeface="Inter SemiBold"/>
                <a:ea typeface="Inter SemiBold"/>
                <a:cs typeface="Inter SemiBold"/>
                <a:sym typeface="Inter SemiBold"/>
              </a:rPr>
              <a:t>AA</a:t>
            </a:r>
            <a:endParaRPr lang="es-CL" noProof="0"/>
          </a:p>
        </p:txBody>
      </p:sp>
      <p:sp>
        <p:nvSpPr>
          <p:cNvPr id="2104" name="Google Shape;2104;p33"/>
          <p:cNvSpPr txBox="1"/>
          <p:nvPr/>
        </p:nvSpPr>
        <p:spPr>
          <a:xfrm>
            <a:off x="10972800" y="1143000"/>
            <a:ext cx="6217920" cy="5029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FFFFFF"/>
                </a:solidFill>
                <a:latin typeface="Inter SemiBold"/>
                <a:ea typeface="Inter SemiBold"/>
                <a:cs typeface="Inter SemiBold"/>
                <a:sym typeface="Inter SemiBold"/>
              </a:rPr>
              <a:t>Alex Aravena</a:t>
            </a:r>
            <a:endParaRPr lang="es-CL" noProof="0"/>
          </a:p>
        </p:txBody>
      </p:sp>
      <p:sp>
        <p:nvSpPr>
          <p:cNvPr id="2105" name="Google Shape;2105;p33"/>
          <p:cNvSpPr txBox="1"/>
          <p:nvPr/>
        </p:nvSpPr>
        <p:spPr>
          <a:xfrm>
            <a:off x="10972800" y="169164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0" noProof="0">
                <a:solidFill>
                  <a:srgbClr val="C7C7C7"/>
                </a:solidFill>
                <a:latin typeface="Inter"/>
                <a:ea typeface="Inter"/>
                <a:cs typeface="Inter"/>
                <a:sym typeface="Inter"/>
              </a:rPr>
              <a:t>Jefe de Proyecto</a:t>
            </a:r>
            <a:endParaRPr lang="es-CL" noProof="0"/>
          </a:p>
        </p:txBody>
      </p:sp>
      <p:sp>
        <p:nvSpPr>
          <p:cNvPr id="2106" name="Google Shape;2106;p33"/>
          <p:cNvSpPr/>
          <p:nvPr/>
        </p:nvSpPr>
        <p:spPr>
          <a:xfrm>
            <a:off x="9509760" y="269748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07" name="Google Shape;2107;p33"/>
          <p:cNvSpPr/>
          <p:nvPr/>
        </p:nvSpPr>
        <p:spPr>
          <a:xfrm>
            <a:off x="9692640" y="294436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BT</a:t>
            </a:r>
            <a:endParaRPr lang="es-CL" noProof="0"/>
          </a:p>
        </p:txBody>
      </p:sp>
      <p:sp>
        <p:nvSpPr>
          <p:cNvPr id="2108" name="Google Shape;2108;p33"/>
          <p:cNvSpPr txBox="1"/>
          <p:nvPr/>
        </p:nvSpPr>
        <p:spPr>
          <a:xfrm>
            <a:off x="10698480" y="292608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Bastián Trejo</a:t>
            </a:r>
            <a:endParaRPr lang="es-CL" noProof="0"/>
          </a:p>
        </p:txBody>
      </p:sp>
      <p:sp>
        <p:nvSpPr>
          <p:cNvPr id="2109" name="Google Shape;2109;p33"/>
          <p:cNvSpPr txBox="1"/>
          <p:nvPr/>
        </p:nvSpPr>
        <p:spPr>
          <a:xfrm>
            <a:off x="10698480" y="338328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Arquitectura e Integración</a:t>
            </a:r>
            <a:endParaRPr lang="es-CL" noProof="0"/>
          </a:p>
        </p:txBody>
      </p:sp>
      <p:sp>
        <p:nvSpPr>
          <p:cNvPr id="2110" name="Google Shape;2110;p33"/>
          <p:cNvSpPr/>
          <p:nvPr/>
        </p:nvSpPr>
        <p:spPr>
          <a:xfrm>
            <a:off x="13578840" y="269748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11" name="Google Shape;2111;p33"/>
          <p:cNvSpPr/>
          <p:nvPr/>
        </p:nvSpPr>
        <p:spPr>
          <a:xfrm>
            <a:off x="13761720" y="294436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ÁC</a:t>
            </a:r>
            <a:endParaRPr lang="es-CL" noProof="0"/>
          </a:p>
        </p:txBody>
      </p:sp>
      <p:sp>
        <p:nvSpPr>
          <p:cNvPr id="2112" name="Google Shape;2112;p33"/>
          <p:cNvSpPr txBox="1"/>
          <p:nvPr/>
        </p:nvSpPr>
        <p:spPr>
          <a:xfrm>
            <a:off x="14767560" y="292608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Álvaro Catalán</a:t>
            </a:r>
            <a:endParaRPr lang="es-CL" noProof="0"/>
          </a:p>
        </p:txBody>
      </p:sp>
      <p:sp>
        <p:nvSpPr>
          <p:cNvPr id="2113" name="Google Shape;2113;p33"/>
          <p:cNvSpPr txBox="1"/>
          <p:nvPr/>
        </p:nvSpPr>
        <p:spPr>
          <a:xfrm>
            <a:off x="14767560" y="338328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Seguridad</a:t>
            </a:r>
            <a:endParaRPr lang="es-CL" noProof="0"/>
          </a:p>
        </p:txBody>
      </p:sp>
      <p:sp>
        <p:nvSpPr>
          <p:cNvPr id="2114" name="Google Shape;2114;p33"/>
          <p:cNvSpPr/>
          <p:nvPr/>
        </p:nvSpPr>
        <p:spPr>
          <a:xfrm>
            <a:off x="9509760" y="425196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15" name="Google Shape;2115;p33"/>
          <p:cNvSpPr/>
          <p:nvPr/>
        </p:nvSpPr>
        <p:spPr>
          <a:xfrm>
            <a:off x="9692640" y="449884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LC</a:t>
            </a:r>
            <a:endParaRPr lang="es-CL" noProof="0"/>
          </a:p>
        </p:txBody>
      </p:sp>
      <p:sp>
        <p:nvSpPr>
          <p:cNvPr id="2116" name="Google Shape;2116;p33"/>
          <p:cNvSpPr txBox="1"/>
          <p:nvPr/>
        </p:nvSpPr>
        <p:spPr>
          <a:xfrm>
            <a:off x="10698480" y="448056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Leandro Chamorro</a:t>
            </a:r>
            <a:endParaRPr lang="es-CL" noProof="0"/>
          </a:p>
        </p:txBody>
      </p:sp>
      <p:sp>
        <p:nvSpPr>
          <p:cNvPr id="2117" name="Google Shape;2117;p33"/>
          <p:cNvSpPr txBox="1"/>
          <p:nvPr/>
        </p:nvSpPr>
        <p:spPr>
          <a:xfrm>
            <a:off x="10698480" y="493776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Datos</a:t>
            </a:r>
            <a:endParaRPr lang="es-CL" noProof="0"/>
          </a:p>
        </p:txBody>
      </p:sp>
      <p:sp>
        <p:nvSpPr>
          <p:cNvPr id="2118" name="Google Shape;2118;p33"/>
          <p:cNvSpPr/>
          <p:nvPr/>
        </p:nvSpPr>
        <p:spPr>
          <a:xfrm>
            <a:off x="13578840" y="425196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19" name="Google Shape;2119;p33"/>
          <p:cNvSpPr/>
          <p:nvPr/>
        </p:nvSpPr>
        <p:spPr>
          <a:xfrm>
            <a:off x="13761720" y="449884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TP</a:t>
            </a:r>
            <a:endParaRPr lang="es-CL" noProof="0"/>
          </a:p>
        </p:txBody>
      </p:sp>
      <p:sp>
        <p:nvSpPr>
          <p:cNvPr id="2120" name="Google Shape;2120;p33"/>
          <p:cNvSpPr txBox="1"/>
          <p:nvPr/>
        </p:nvSpPr>
        <p:spPr>
          <a:xfrm>
            <a:off x="14767560" y="448056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Tomás Pérez</a:t>
            </a:r>
            <a:endParaRPr lang="es-CL" noProof="0"/>
          </a:p>
        </p:txBody>
      </p:sp>
      <p:sp>
        <p:nvSpPr>
          <p:cNvPr id="2121" name="Google Shape;2121;p33"/>
          <p:cNvSpPr txBox="1"/>
          <p:nvPr/>
        </p:nvSpPr>
        <p:spPr>
          <a:xfrm>
            <a:off x="14767560" y="493776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Desarrollo</a:t>
            </a:r>
            <a:endParaRPr lang="es-CL" noProof="0"/>
          </a:p>
        </p:txBody>
      </p:sp>
      <p:sp>
        <p:nvSpPr>
          <p:cNvPr id="2122" name="Google Shape;2122;p33"/>
          <p:cNvSpPr/>
          <p:nvPr/>
        </p:nvSpPr>
        <p:spPr>
          <a:xfrm>
            <a:off x="9509760" y="580644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23" name="Google Shape;2123;p33"/>
          <p:cNvSpPr/>
          <p:nvPr/>
        </p:nvSpPr>
        <p:spPr>
          <a:xfrm>
            <a:off x="9692640" y="6053327"/>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MM</a:t>
            </a:r>
            <a:endParaRPr lang="es-CL" noProof="0"/>
          </a:p>
        </p:txBody>
      </p:sp>
      <p:sp>
        <p:nvSpPr>
          <p:cNvPr id="2124" name="Google Shape;2124;p33"/>
          <p:cNvSpPr txBox="1"/>
          <p:nvPr/>
        </p:nvSpPr>
        <p:spPr>
          <a:xfrm>
            <a:off x="10698480" y="603504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Maximiliano Miño</a:t>
            </a:r>
            <a:endParaRPr lang="es-CL" noProof="0"/>
          </a:p>
        </p:txBody>
      </p:sp>
      <p:sp>
        <p:nvSpPr>
          <p:cNvPr id="2125" name="Google Shape;2125;p33"/>
          <p:cNvSpPr txBox="1"/>
          <p:nvPr/>
        </p:nvSpPr>
        <p:spPr>
          <a:xfrm>
            <a:off x="10698480" y="649224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Calidad y Pruebas</a:t>
            </a:r>
            <a:endParaRPr lang="es-CL" noProof="0"/>
          </a:p>
        </p:txBody>
      </p:sp>
      <p:sp>
        <p:nvSpPr>
          <p:cNvPr id="2126" name="Google Shape;2126;p33"/>
          <p:cNvSpPr/>
          <p:nvPr/>
        </p:nvSpPr>
        <p:spPr>
          <a:xfrm>
            <a:off x="13578840" y="580644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27" name="Google Shape;2127;p33"/>
          <p:cNvSpPr/>
          <p:nvPr/>
        </p:nvSpPr>
        <p:spPr>
          <a:xfrm>
            <a:off x="13761720" y="6053327"/>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GC</a:t>
            </a:r>
            <a:endParaRPr lang="es-CL" noProof="0"/>
          </a:p>
        </p:txBody>
      </p:sp>
      <p:sp>
        <p:nvSpPr>
          <p:cNvPr id="2128" name="Google Shape;2128;p33"/>
          <p:cNvSpPr txBox="1"/>
          <p:nvPr/>
        </p:nvSpPr>
        <p:spPr>
          <a:xfrm>
            <a:off x="14767560" y="603504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Guillermo Castillo</a:t>
            </a:r>
            <a:endParaRPr lang="es-CL" noProof="0"/>
          </a:p>
        </p:txBody>
      </p:sp>
      <p:sp>
        <p:nvSpPr>
          <p:cNvPr id="2129" name="Google Shape;2129;p33"/>
          <p:cNvSpPr txBox="1"/>
          <p:nvPr/>
        </p:nvSpPr>
        <p:spPr>
          <a:xfrm>
            <a:off x="14767560" y="649224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Operación / SRE</a:t>
            </a:r>
            <a:endParaRPr lang="es-CL" noProof="0"/>
          </a:p>
        </p:txBody>
      </p:sp>
      <p:sp>
        <p:nvSpPr>
          <p:cNvPr id="2130" name="Google Shape;2130;p33"/>
          <p:cNvSpPr/>
          <p:nvPr/>
        </p:nvSpPr>
        <p:spPr>
          <a:xfrm>
            <a:off x="9509760" y="7360920"/>
            <a:ext cx="3794760" cy="1325880"/>
          </a:xfrm>
          <a:prstGeom prst="roundRect">
            <a:avLst>
              <a:gd name="adj" fmla="val 10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31" name="Google Shape;2131;p33"/>
          <p:cNvSpPr/>
          <p:nvPr/>
        </p:nvSpPr>
        <p:spPr>
          <a:xfrm>
            <a:off x="9692640" y="7607808"/>
            <a:ext cx="822960" cy="82296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PH</a:t>
            </a:r>
            <a:endParaRPr lang="es-CL" noProof="0"/>
          </a:p>
        </p:txBody>
      </p:sp>
      <p:sp>
        <p:nvSpPr>
          <p:cNvPr id="2132" name="Google Shape;2132;p33"/>
          <p:cNvSpPr txBox="1"/>
          <p:nvPr/>
        </p:nvSpPr>
        <p:spPr>
          <a:xfrm>
            <a:off x="10698480" y="7589520"/>
            <a:ext cx="25603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Patricio Henríquez</a:t>
            </a:r>
            <a:endParaRPr lang="es-CL" noProof="0"/>
          </a:p>
        </p:txBody>
      </p:sp>
      <p:sp>
        <p:nvSpPr>
          <p:cNvPr id="2133" name="Google Shape;2133;p33"/>
          <p:cNvSpPr txBox="1"/>
          <p:nvPr/>
        </p:nvSpPr>
        <p:spPr>
          <a:xfrm>
            <a:off x="10698480" y="8046720"/>
            <a:ext cx="25603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0" noProof="0">
                <a:solidFill>
                  <a:srgbClr val="606060"/>
                </a:solidFill>
                <a:latin typeface="Inter"/>
                <a:ea typeface="Inter"/>
                <a:cs typeface="Inter"/>
                <a:sym typeface="Inter"/>
              </a:rPr>
              <a:t>Funcional e Implantación</a:t>
            </a:r>
            <a:endParaRPr lang="es-CL" noProof="0"/>
          </a:p>
        </p:txBody>
      </p:sp>
      <p:sp>
        <p:nvSpPr>
          <p:cNvPr id="2134" name="Google Shape;2134;p33"/>
          <p:cNvSpPr/>
          <p:nvPr/>
        </p:nvSpPr>
        <p:spPr>
          <a:xfrm>
            <a:off x="13578840" y="7360920"/>
            <a:ext cx="3794760" cy="132588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135" name="Google Shape;2135;p33"/>
          <p:cNvSpPr txBox="1"/>
          <p:nvPr/>
        </p:nvSpPr>
        <p:spPr>
          <a:xfrm>
            <a:off x="13761720" y="7360920"/>
            <a:ext cx="1097280" cy="13258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3400" b="1" noProof="0">
                <a:solidFill>
                  <a:srgbClr val="E8641B"/>
                </a:solidFill>
                <a:latin typeface="Inter SemiBold"/>
                <a:ea typeface="Inter SemiBold"/>
                <a:cs typeface="Inter SemiBold"/>
                <a:sym typeface="Inter SemiBold"/>
              </a:rPr>
              <a:t>69</a:t>
            </a:r>
            <a:endParaRPr lang="es-CL" noProof="0"/>
          </a:p>
        </p:txBody>
      </p:sp>
      <p:sp>
        <p:nvSpPr>
          <p:cNvPr id="2136" name="Google Shape;2136;p33"/>
          <p:cNvSpPr txBox="1"/>
          <p:nvPr/>
        </p:nvSpPr>
        <p:spPr>
          <a:xfrm>
            <a:off x="14859000" y="7777639"/>
            <a:ext cx="2468880" cy="492443"/>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personas equivalentes en el </a:t>
            </a:r>
            <a:r>
              <a:rPr lang="es-CL" sz="1600" b="0" noProof="0" err="1">
                <a:solidFill>
                  <a:srgbClr val="3C3C3C"/>
                </a:solidFill>
                <a:latin typeface="Inter"/>
                <a:ea typeface="Inter"/>
                <a:cs typeface="Inter"/>
                <a:sym typeface="Inter"/>
              </a:rPr>
              <a:t>peak</a:t>
            </a:r>
            <a:r>
              <a:rPr lang="es-CL" sz="1600" b="0" noProof="0">
                <a:solidFill>
                  <a:srgbClr val="3C3C3C"/>
                </a:solidFill>
                <a:latin typeface="Inter"/>
                <a:ea typeface="Inter"/>
                <a:cs typeface="Inter"/>
                <a:sym typeface="Inter"/>
              </a:rPr>
              <a:t> (mes 15)</a:t>
            </a:r>
          </a:p>
        </p:txBody>
      </p:sp>
      <p:sp>
        <p:nvSpPr>
          <p:cNvPr id="213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51"/>
        <p:cNvGrpSpPr/>
        <p:nvPr/>
      </p:nvGrpSpPr>
      <p:grpSpPr>
        <a:xfrm>
          <a:off x="0" y="0"/>
          <a:ext cx="0" cy="0"/>
          <a:chOff x="0" y="0"/>
          <a:chExt cx="0" cy="0"/>
        </a:xfrm>
      </p:grpSpPr>
      <p:sp>
        <p:nvSpPr>
          <p:cNvPr id="252"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5"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6"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7"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8"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59"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a:solidFill>
                  <a:srgbClr val="FFFFFF"/>
                </a:solidFill>
                <a:latin typeface="Inter SemiBold"/>
                <a:ea typeface="Inter SemiBold"/>
                <a:cs typeface="Inter SemiBold"/>
                <a:sym typeface="Inter SemiBold"/>
              </a:rPr>
              <a:t>LafroX </a:t>
            </a:r>
            <a:r>
              <a:rPr lang="es-CL" sz="1999" b="1" noProof="0" err="1">
                <a:solidFill>
                  <a:srgbClr val="FFFFFF"/>
                </a:solidFill>
                <a:latin typeface="Inter SemiBold"/>
                <a:ea typeface="Inter SemiBold"/>
                <a:cs typeface="Inter SemiBold"/>
                <a:sym typeface="Inter SemiBold"/>
              </a:rPr>
              <a:t>SpA</a:t>
            </a:r>
            <a:endParaRPr lang="es-CL" noProof="0"/>
          </a:p>
        </p:txBody>
      </p:sp>
      <p:pic>
        <p:nvPicPr>
          <p:cNvPr id="260" name="!!logo" descr="Isotipo LafroX"/>
          <p:cNvPicPr preferRelativeResize="0"/>
          <p:nvPr/>
        </p:nvPicPr>
        <p:blipFill rotWithShape="1">
          <a:blip r:embed="rId6">
            <a:alphaModFix/>
          </a:blip>
          <a:srcRect/>
          <a:stretch/>
        </p:blipFill>
        <p:spPr>
          <a:xfrm>
            <a:off x="8814816" y="228600"/>
            <a:ext cx="658508" cy="676656"/>
          </a:xfrm>
          <a:prstGeom prst="rect">
            <a:avLst/>
          </a:prstGeom>
          <a:noFill/>
          <a:ln>
            <a:noFill/>
          </a:ln>
        </p:spPr>
      </p:pic>
      <p:sp>
        <p:nvSpPr>
          <p:cNvPr id="261" name="Google Shape;261;p2"/>
          <p:cNvSpPr txBox="1"/>
          <p:nvPr/>
        </p:nvSpPr>
        <p:spPr>
          <a:xfrm>
            <a:off x="1828800" y="1828800"/>
            <a:ext cx="1463040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400" b="1" noProof="0">
                <a:solidFill>
                  <a:srgbClr val="F29A5E"/>
                </a:solidFill>
                <a:latin typeface="Inter SemiBold"/>
                <a:ea typeface="Inter SemiBold"/>
                <a:cs typeface="Inter SemiBold"/>
                <a:sym typeface="Inter SemiBold"/>
              </a:rPr>
              <a:t>MARZO 2026 · RETIRO SANITARIO</a:t>
            </a:r>
            <a:endParaRPr lang="es-CL" noProof="0"/>
          </a:p>
        </p:txBody>
      </p:sp>
      <p:sp>
        <p:nvSpPr>
          <p:cNvPr id="262" name="!!title"/>
          <p:cNvSpPr txBox="1"/>
          <p:nvPr/>
        </p:nvSpPr>
        <p:spPr>
          <a:xfrm>
            <a:off x="1828800" y="2377440"/>
            <a:ext cx="14630400" cy="356616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23000" b="1" noProof="0">
                <a:solidFill>
                  <a:srgbClr val="FFFFFF"/>
                </a:solidFill>
                <a:latin typeface="Inter SemiBold"/>
                <a:ea typeface="Inter SemiBold"/>
                <a:cs typeface="Inter SemiBold"/>
                <a:sym typeface="Inter SemiBold"/>
              </a:rPr>
              <a:t>9 días</a:t>
            </a:r>
            <a:endParaRPr lang="es-CL" noProof="0"/>
          </a:p>
        </p:txBody>
      </p:sp>
      <p:sp>
        <p:nvSpPr>
          <p:cNvPr id="263" name="Google Shape;263;p2"/>
          <p:cNvSpPr txBox="1"/>
          <p:nvPr/>
        </p:nvSpPr>
        <p:spPr>
          <a:xfrm>
            <a:off x="1828800" y="5943600"/>
            <a:ext cx="1463040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3400" b="0" noProof="0">
                <a:solidFill>
                  <a:srgbClr val="FFFFFF"/>
                </a:solidFill>
                <a:latin typeface="Inter Light"/>
                <a:ea typeface="Inter Light"/>
                <a:cs typeface="Inter Light"/>
                <a:sym typeface="Inter Light"/>
              </a:rPr>
              <a:t>para identificar a los clientes afectados</a:t>
            </a:r>
            <a:endParaRPr lang="es-CL" noProof="0"/>
          </a:p>
        </p:txBody>
      </p:sp>
      <p:sp>
        <p:nvSpPr>
          <p:cNvPr id="264" name="Google Shape;264;p2"/>
          <p:cNvSpPr txBox="1"/>
          <p:nvPr/>
        </p:nvSpPr>
        <p:spPr>
          <a:xfrm>
            <a:off x="310896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a:solidFill>
                  <a:srgbClr val="F29A5E"/>
                </a:solidFill>
                <a:latin typeface="Inter SemiBold"/>
                <a:ea typeface="Inter SemiBold"/>
                <a:cs typeface="Inter SemiBold"/>
                <a:sym typeface="Inter SemiBold"/>
              </a:rPr>
              <a:t>4.800 kg</a:t>
            </a:r>
            <a:endParaRPr lang="es-CL" noProof="0"/>
          </a:p>
        </p:txBody>
      </p:sp>
      <p:sp>
        <p:nvSpPr>
          <p:cNvPr id="265" name="Google Shape;265;p2"/>
          <p:cNvSpPr txBox="1"/>
          <p:nvPr/>
        </p:nvSpPr>
        <p:spPr>
          <a:xfrm>
            <a:off x="310896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a:solidFill>
                  <a:srgbClr val="FFFFFF"/>
                </a:solidFill>
                <a:latin typeface="Inter"/>
                <a:ea typeface="Inter"/>
                <a:cs typeface="Inter"/>
                <a:sym typeface="Inter"/>
              </a:rPr>
              <a:t>retirados</a:t>
            </a:r>
            <a:endParaRPr lang="es-CL" noProof="0"/>
          </a:p>
        </p:txBody>
      </p:sp>
      <p:sp>
        <p:nvSpPr>
          <p:cNvPr id="266" name="Google Shape;266;p2"/>
          <p:cNvSpPr txBox="1"/>
          <p:nvPr/>
        </p:nvSpPr>
        <p:spPr>
          <a:xfrm>
            <a:off x="731520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a:solidFill>
                  <a:srgbClr val="F29A5E"/>
                </a:solidFill>
                <a:latin typeface="Inter SemiBold"/>
                <a:ea typeface="Inter SemiBold"/>
                <a:cs typeface="Inter SemiBold"/>
                <a:sym typeface="Inter SemiBold"/>
              </a:rPr>
              <a:t>6 meses</a:t>
            </a:r>
            <a:endParaRPr lang="es-CL" noProof="0"/>
          </a:p>
        </p:txBody>
      </p:sp>
      <p:sp>
        <p:nvSpPr>
          <p:cNvPr id="267" name="Google Shape;267;p2"/>
          <p:cNvSpPr txBox="1"/>
          <p:nvPr/>
        </p:nvSpPr>
        <p:spPr>
          <a:xfrm>
            <a:off x="731520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a:solidFill>
                  <a:srgbClr val="FFFFFF"/>
                </a:solidFill>
                <a:latin typeface="Inter"/>
                <a:ea typeface="Inter"/>
                <a:cs typeface="Inter"/>
                <a:sym typeface="Inter"/>
              </a:rPr>
              <a:t>de suspensión del proveedor</a:t>
            </a:r>
            <a:endParaRPr lang="es-CL" noProof="0"/>
          </a:p>
        </p:txBody>
      </p:sp>
      <p:sp>
        <p:nvSpPr>
          <p:cNvPr id="268" name="Google Shape;268;p2"/>
          <p:cNvSpPr txBox="1"/>
          <p:nvPr/>
        </p:nvSpPr>
        <p:spPr>
          <a:xfrm>
            <a:off x="11521440" y="7178040"/>
            <a:ext cx="3840480" cy="64008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4400" b="1" noProof="0">
                <a:solidFill>
                  <a:srgbClr val="F29A5E"/>
                </a:solidFill>
                <a:latin typeface="Inter SemiBold"/>
                <a:ea typeface="Inter SemiBold"/>
                <a:cs typeface="Inter SemiBold"/>
                <a:sym typeface="Inter SemiBold"/>
              </a:rPr>
              <a:t>6 %</a:t>
            </a:r>
            <a:endParaRPr lang="es-CL" noProof="0"/>
          </a:p>
        </p:txBody>
      </p:sp>
      <p:sp>
        <p:nvSpPr>
          <p:cNvPr id="269" name="Google Shape;269;p2"/>
          <p:cNvSpPr txBox="1"/>
          <p:nvPr/>
        </p:nvSpPr>
        <p:spPr>
          <a:xfrm>
            <a:off x="11521440" y="7909560"/>
            <a:ext cx="3840480" cy="4572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000" b="0" noProof="0">
                <a:solidFill>
                  <a:srgbClr val="FFFFFF"/>
                </a:solidFill>
                <a:latin typeface="Inter"/>
                <a:ea typeface="Inter"/>
                <a:cs typeface="Inter"/>
                <a:sym typeface="Inter"/>
              </a:rPr>
              <a:t>de las ventas en riesgo</a:t>
            </a:r>
            <a:endParaRPr lang="es-CL" noProof="0"/>
          </a:p>
        </p:txBody>
      </p:sp>
      <p:sp>
        <p:nvSpPr>
          <p:cNvPr id="27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FFFFFF"/>
                </a:solidFill>
                <a:latin typeface="Inter SemiBold"/>
              </a:rPr>
              <a:t>01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75"/>
        <p:cNvGrpSpPr/>
        <p:nvPr/>
      </p:nvGrpSpPr>
      <p:grpSpPr>
        <a:xfrm>
          <a:off x="0" y="0"/>
          <a:ext cx="0" cy="0"/>
          <a:chOff x="0" y="0"/>
          <a:chExt cx="0" cy="0"/>
        </a:xfrm>
      </p:grpSpPr>
      <p:sp>
        <p:nvSpPr>
          <p:cNvPr id="276" name="!!deco_13b10c14_1"/>
          <p:cNvSpPr/>
          <p:nvPr/>
        </p:nvSpPr>
        <p:spPr>
          <a:xfrm rot="10800000" flipH="1">
            <a:off x="-5409758" y="6975062"/>
            <a:ext cx="11109212" cy="5554606"/>
          </a:xfrm>
          <a:custGeom>
            <a:avLst/>
            <a:gdLst/>
            <a:ahLst/>
            <a:cxnLst/>
            <a:rect l="l" t="t" r="r" b="b"/>
            <a:pathLst>
              <a:path w="11109212" h="5554606">
                <a:moveTo>
                  <a:pt x="0" y="5554607"/>
                </a:moveTo>
                <a:lnTo>
                  <a:pt x="11109212" y="5554607"/>
                </a:lnTo>
                <a:lnTo>
                  <a:pt x="11109212" y="0"/>
                </a:lnTo>
                <a:lnTo>
                  <a:pt x="0" y="0"/>
                </a:lnTo>
                <a:lnTo>
                  <a:pt x="0" y="5554607"/>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77" name="!!deco_dce8b6c9_1"/>
          <p:cNvSpPr/>
          <p:nvPr/>
        </p:nvSpPr>
        <p:spPr>
          <a:xfrm>
            <a:off x="9404926" y="5717771"/>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78"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79"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80"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81" name="!!title"/>
          <p:cNvSpPr txBox="1"/>
          <p:nvPr/>
        </p:nvSpPr>
        <p:spPr>
          <a:xfrm>
            <a:off x="1475324" y="1600200"/>
            <a:ext cx="7668676" cy="13716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a:solidFill>
                  <a:srgbClr val="111111"/>
                </a:solidFill>
                <a:latin typeface="Inter SemiBold"/>
                <a:ea typeface="Inter SemiBold"/>
                <a:cs typeface="Inter SemiBold"/>
                <a:sym typeface="Inter SemiBold"/>
              </a:rPr>
              <a:t>Problemática</a:t>
            </a:r>
            <a:endParaRPr lang="es-CL" noProof="0"/>
          </a:p>
        </p:txBody>
      </p:sp>
      <p:sp>
        <p:nvSpPr>
          <p:cNvPr id="282" name="!!brand"/>
          <p:cNvSpPr txBox="1"/>
          <p:nvPr/>
        </p:nvSpPr>
        <p:spPr>
          <a:xfrm>
            <a:off x="2188556" y="1000125"/>
            <a:ext cx="3328659" cy="29718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283" name="!!logo" descr="Isotipo LafroX"/>
          <p:cNvPicPr preferRelativeResize="0"/>
          <p:nvPr/>
        </p:nvPicPr>
        <p:blipFill rotWithShape="1">
          <a:blip r:embed="rId7">
            <a:alphaModFix/>
          </a:blip>
          <a:srcRect/>
          <a:stretch/>
        </p:blipFill>
        <p:spPr>
          <a:xfrm>
            <a:off x="1472184" y="850392"/>
            <a:ext cx="551723" cy="566928"/>
          </a:xfrm>
          <a:prstGeom prst="rect">
            <a:avLst/>
          </a:prstGeom>
          <a:noFill/>
          <a:ln>
            <a:noFill/>
          </a:ln>
        </p:spPr>
      </p:pic>
      <p:sp>
        <p:nvSpPr>
          <p:cNvPr id="284" name="Google Shape;284;p3"/>
          <p:cNvSpPr txBox="1"/>
          <p:nvPr/>
        </p:nvSpPr>
        <p:spPr>
          <a:xfrm>
            <a:off x="1472184" y="3063240"/>
            <a:ext cx="7498079" cy="46166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000" b="0" noProof="0">
                <a:solidFill>
                  <a:srgbClr val="606060"/>
                </a:solidFill>
                <a:latin typeface="Inter"/>
                <a:ea typeface="Inter"/>
                <a:cs typeface="Inter"/>
                <a:sym typeface="Inter"/>
              </a:rPr>
              <a:t>Tres problemas</a:t>
            </a:r>
            <a:r>
              <a:rPr lang="es-CL" sz="3000" noProof="0">
                <a:solidFill>
                  <a:srgbClr val="606060"/>
                </a:solidFill>
                <a:latin typeface="Inter"/>
                <a:ea typeface="Inter"/>
                <a:cs typeface="Inter"/>
                <a:sym typeface="Inter"/>
              </a:rPr>
              <a:t> y </a:t>
            </a:r>
            <a:r>
              <a:rPr lang="es-CL" sz="3000" b="0" noProof="0">
                <a:solidFill>
                  <a:srgbClr val="606060"/>
                </a:solidFill>
                <a:latin typeface="Inter"/>
                <a:ea typeface="Inter"/>
                <a:cs typeface="Inter"/>
                <a:sym typeface="Inter"/>
              </a:rPr>
              <a:t>una sola causa</a:t>
            </a:r>
            <a:endParaRPr lang="es-CL" noProof="0"/>
          </a:p>
        </p:txBody>
      </p:sp>
      <p:sp>
        <p:nvSpPr>
          <p:cNvPr id="285" name="Google Shape;285;p3"/>
          <p:cNvSpPr/>
          <p:nvPr/>
        </p:nvSpPr>
        <p:spPr>
          <a:xfrm>
            <a:off x="1472184" y="4434840"/>
            <a:ext cx="7315200" cy="2103120"/>
          </a:xfrm>
          <a:prstGeom prst="roundRect">
            <a:avLst>
              <a:gd name="adj" fmla="val 8000"/>
            </a:avLst>
          </a:prstGeom>
          <a:solidFill>
            <a:srgbClr val="111111"/>
          </a:solidFill>
          <a:ln>
            <a:noFill/>
          </a:ln>
        </p:spPr>
        <p:txBody>
          <a:bodyPr spcFirstLastPara="1" wrap="square" lIns="365750" tIns="45700" rIns="365750" bIns="45700" anchor="ctr" anchorCtr="0">
            <a:noAutofit/>
          </a:bodyPr>
          <a:lstStyle/>
          <a:p>
            <a:pPr marL="0" marR="0" lvl="0" indent="0" algn="l" rtl="0">
              <a:spcBef>
                <a:spcPts val="0"/>
              </a:spcBef>
              <a:spcAft>
                <a:spcPts val="0"/>
              </a:spcAft>
              <a:buNone/>
            </a:pPr>
            <a:r>
              <a:rPr lang="es-CL" sz="1800" b="1" noProof="0">
                <a:solidFill>
                  <a:srgbClr val="F29A5E"/>
                </a:solidFill>
                <a:latin typeface="Inter SemiBold"/>
                <a:ea typeface="Inter SemiBold"/>
                <a:cs typeface="Inter SemiBold"/>
                <a:sym typeface="Inter SemiBold"/>
              </a:rPr>
              <a:t>CAUSA RAÍZ</a:t>
            </a:r>
            <a:endParaRPr lang="es-CL" noProof="0"/>
          </a:p>
          <a:p>
            <a:pPr marL="0" marR="0" lvl="0" indent="0" algn="l" rtl="0">
              <a:spcBef>
                <a:spcPts val="0"/>
              </a:spcBef>
              <a:spcAft>
                <a:spcPts val="0"/>
              </a:spcAft>
              <a:buNone/>
            </a:pPr>
            <a:r>
              <a:rPr lang="es-CL" sz="3000" b="1" noProof="0">
                <a:solidFill>
                  <a:srgbClr val="FFFFFF"/>
                </a:solidFill>
                <a:latin typeface="Inter SemiBold"/>
                <a:ea typeface="Inter SemiBold"/>
                <a:cs typeface="Inter SemiBold"/>
                <a:sym typeface="Inter SemiBold"/>
              </a:rPr>
              <a:t>El dato no se registra donde ocurre el hecho.</a:t>
            </a:r>
            <a:endParaRPr lang="es-CL" noProof="0"/>
          </a:p>
        </p:txBody>
      </p:sp>
      <p:sp>
        <p:nvSpPr>
          <p:cNvPr id="286" name="Google Shape;286;p3"/>
          <p:cNvSpPr/>
          <p:nvPr/>
        </p:nvSpPr>
        <p:spPr>
          <a:xfrm>
            <a:off x="9509760" y="233172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87" name="Google Shape;287;p3"/>
          <p:cNvSpPr txBox="1"/>
          <p:nvPr/>
        </p:nvSpPr>
        <p:spPr>
          <a:xfrm>
            <a:off x="9829800" y="260604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01</a:t>
            </a:r>
            <a:endParaRPr lang="es-CL" noProof="0"/>
          </a:p>
        </p:txBody>
      </p:sp>
      <p:sp>
        <p:nvSpPr>
          <p:cNvPr id="288" name="Google Shape;288;p3"/>
          <p:cNvSpPr txBox="1"/>
          <p:nvPr/>
        </p:nvSpPr>
        <p:spPr>
          <a:xfrm>
            <a:off x="9829800" y="301752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Habilitación sanitaria en riesgo</a:t>
            </a:r>
            <a:endParaRPr lang="es-CL" noProof="0"/>
          </a:p>
        </p:txBody>
      </p:sp>
      <p:sp>
        <p:nvSpPr>
          <p:cNvPr id="289" name="Google Shape;289;p3"/>
          <p:cNvSpPr txBox="1"/>
          <p:nvPr/>
        </p:nvSpPr>
        <p:spPr>
          <a:xfrm>
            <a:off x="13167360" y="265176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a:solidFill>
                  <a:srgbClr val="9A9A9A"/>
                </a:solidFill>
                <a:latin typeface="Inter"/>
                <a:ea typeface="Inter"/>
                <a:cs typeface="Inter"/>
                <a:sym typeface="Inter"/>
              </a:rPr>
              <a:t>retiro</a:t>
            </a:r>
            <a:endParaRPr lang="es-CL" noProof="0"/>
          </a:p>
        </p:txBody>
      </p:sp>
      <p:sp>
        <p:nvSpPr>
          <p:cNvPr id="290" name="!!reloj"/>
          <p:cNvSpPr txBox="1"/>
          <p:nvPr/>
        </p:nvSpPr>
        <p:spPr>
          <a:xfrm>
            <a:off x="12801600" y="301752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a:solidFill>
                  <a:srgbClr val="E8641B"/>
                </a:solidFill>
                <a:latin typeface="Inter SemiBold"/>
                <a:ea typeface="Inter SemiBold"/>
                <a:cs typeface="Inter SemiBold"/>
                <a:sym typeface="Inter SemiBold"/>
              </a:rPr>
              <a:t>9 días</a:t>
            </a:r>
            <a:endParaRPr lang="es-CL" noProof="0"/>
          </a:p>
        </p:txBody>
      </p:sp>
      <p:cxnSp>
        <p:nvCxnSpPr>
          <p:cNvPr id="291" name="Google Shape;291;p3"/>
          <p:cNvCxnSpPr>
            <a:cxnSpLocks/>
            <a:stCxn id="285" idx="3"/>
            <a:endCxn id="286" idx="1"/>
          </p:cNvCxnSpPr>
          <p:nvPr/>
        </p:nvCxnSpPr>
        <p:spPr>
          <a:xfrm flipV="1">
            <a:off x="8787384" y="3246120"/>
            <a:ext cx="722376" cy="224028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292" name="Google Shape;292;p3"/>
          <p:cNvSpPr/>
          <p:nvPr/>
        </p:nvSpPr>
        <p:spPr>
          <a:xfrm>
            <a:off x="9509760" y="457200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93" name="Google Shape;293;p3"/>
          <p:cNvSpPr txBox="1"/>
          <p:nvPr/>
        </p:nvSpPr>
        <p:spPr>
          <a:xfrm>
            <a:off x="9829800" y="484632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02</a:t>
            </a:r>
            <a:endParaRPr lang="es-CL" noProof="0"/>
          </a:p>
        </p:txBody>
      </p:sp>
      <p:sp>
        <p:nvSpPr>
          <p:cNvPr id="294" name="Google Shape;294;p3"/>
          <p:cNvSpPr txBox="1"/>
          <p:nvPr/>
        </p:nvSpPr>
        <p:spPr>
          <a:xfrm>
            <a:off x="9829800" y="525780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Servicio que pierde competitividad</a:t>
            </a:r>
            <a:endParaRPr lang="es-CL" noProof="0"/>
          </a:p>
        </p:txBody>
      </p:sp>
      <p:sp>
        <p:nvSpPr>
          <p:cNvPr id="295" name="Google Shape;295;p3"/>
          <p:cNvSpPr txBox="1"/>
          <p:nvPr/>
        </p:nvSpPr>
        <p:spPr>
          <a:xfrm>
            <a:off x="13167360" y="489204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a:solidFill>
                  <a:srgbClr val="9A9A9A"/>
                </a:solidFill>
                <a:latin typeface="Inter"/>
                <a:ea typeface="Inter"/>
                <a:cs typeface="Inter"/>
                <a:sym typeface="Inter"/>
              </a:rPr>
              <a:t>OTIF</a:t>
            </a:r>
            <a:endParaRPr lang="es-CL" noProof="0"/>
          </a:p>
        </p:txBody>
      </p:sp>
      <p:sp>
        <p:nvSpPr>
          <p:cNvPr id="296" name="!!otif"/>
          <p:cNvSpPr txBox="1"/>
          <p:nvPr/>
        </p:nvSpPr>
        <p:spPr>
          <a:xfrm>
            <a:off x="12801600" y="525780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a:solidFill>
                  <a:srgbClr val="E8641B"/>
                </a:solidFill>
                <a:latin typeface="Inter SemiBold"/>
                <a:ea typeface="Inter SemiBold"/>
                <a:cs typeface="Inter SemiBold"/>
                <a:sym typeface="Inter SemiBold"/>
              </a:rPr>
              <a:t>82,4 %</a:t>
            </a:r>
            <a:endParaRPr lang="es-CL" noProof="0"/>
          </a:p>
        </p:txBody>
      </p:sp>
      <p:cxnSp>
        <p:nvCxnSpPr>
          <p:cNvPr id="297" name="Google Shape;297;p3"/>
          <p:cNvCxnSpPr>
            <a:cxnSpLocks/>
            <a:stCxn id="285" idx="3"/>
            <a:endCxn id="292" idx="1"/>
          </p:cNvCxnSpPr>
          <p:nvPr/>
        </p:nvCxnSpPr>
        <p:spPr>
          <a:xfrm>
            <a:off x="8787384" y="5486400"/>
            <a:ext cx="722376"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298" name="Google Shape;298;p3"/>
          <p:cNvSpPr/>
          <p:nvPr/>
        </p:nvSpPr>
        <p:spPr>
          <a:xfrm>
            <a:off x="9509760" y="6812280"/>
            <a:ext cx="6400800" cy="182880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299" name="Google Shape;299;p3"/>
          <p:cNvSpPr txBox="1"/>
          <p:nvPr/>
        </p:nvSpPr>
        <p:spPr>
          <a:xfrm>
            <a:off x="9829800" y="7086600"/>
            <a:ext cx="3291840" cy="3657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03</a:t>
            </a:r>
            <a:endParaRPr lang="es-CL" noProof="0"/>
          </a:p>
        </p:txBody>
      </p:sp>
      <p:sp>
        <p:nvSpPr>
          <p:cNvPr id="300" name="Google Shape;300;p3"/>
          <p:cNvSpPr txBox="1"/>
          <p:nvPr/>
        </p:nvSpPr>
        <p:spPr>
          <a:xfrm>
            <a:off x="9829800" y="7498080"/>
            <a:ext cx="329184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Costo de servir desconocido</a:t>
            </a:r>
            <a:endParaRPr lang="es-CL" noProof="0"/>
          </a:p>
        </p:txBody>
      </p:sp>
      <p:sp>
        <p:nvSpPr>
          <p:cNvPr id="301" name="Google Shape;301;p3"/>
          <p:cNvSpPr txBox="1"/>
          <p:nvPr/>
        </p:nvSpPr>
        <p:spPr>
          <a:xfrm>
            <a:off x="13167360" y="7132320"/>
            <a:ext cx="2468880" cy="32004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1600" b="0" noProof="0">
                <a:solidFill>
                  <a:srgbClr val="9A9A9A"/>
                </a:solidFill>
                <a:latin typeface="Inter"/>
                <a:ea typeface="Inter"/>
                <a:cs typeface="Inter"/>
                <a:sym typeface="Inter"/>
              </a:rPr>
              <a:t>prorrateo de</a:t>
            </a:r>
            <a:endParaRPr lang="es-CL" noProof="0"/>
          </a:p>
        </p:txBody>
      </p:sp>
      <p:sp>
        <p:nvSpPr>
          <p:cNvPr id="302" name="!!costo"/>
          <p:cNvSpPr txBox="1"/>
          <p:nvPr/>
        </p:nvSpPr>
        <p:spPr>
          <a:xfrm>
            <a:off x="12801600" y="7498080"/>
            <a:ext cx="2834640" cy="822960"/>
          </a:xfrm>
          <a:prstGeom prst="rect">
            <a:avLst/>
          </a:prstGeom>
          <a:noFill/>
          <a:ln>
            <a:noFill/>
          </a:ln>
        </p:spPr>
        <p:txBody>
          <a:bodyPr spcFirstLastPara="1" wrap="square" lIns="0" tIns="0" rIns="0" bIns="0" anchor="t" anchorCtr="0">
            <a:spAutoFit/>
          </a:bodyPr>
          <a:lstStyle/>
          <a:p>
            <a:pPr marL="0" marR="0" lvl="0" indent="0" algn="r" rtl="0">
              <a:spcBef>
                <a:spcPts val="0"/>
              </a:spcBef>
              <a:spcAft>
                <a:spcPts val="0"/>
              </a:spcAft>
              <a:buNone/>
            </a:pPr>
            <a:r>
              <a:rPr lang="es-CL" sz="4400" b="1" noProof="0">
                <a:solidFill>
                  <a:srgbClr val="E8641B"/>
                </a:solidFill>
                <a:latin typeface="Inter SemiBold"/>
                <a:ea typeface="Inter SemiBold"/>
                <a:cs typeface="Inter SemiBold"/>
                <a:sym typeface="Inter SemiBold"/>
              </a:rPr>
              <a:t>2016</a:t>
            </a:r>
            <a:endParaRPr lang="es-CL" noProof="0"/>
          </a:p>
        </p:txBody>
      </p:sp>
      <p:cxnSp>
        <p:nvCxnSpPr>
          <p:cNvPr id="303" name="Google Shape;303;p3"/>
          <p:cNvCxnSpPr>
            <a:cxnSpLocks/>
            <a:stCxn id="285" idx="3"/>
            <a:endCxn id="298" idx="1"/>
          </p:cNvCxnSpPr>
          <p:nvPr/>
        </p:nvCxnSpPr>
        <p:spPr>
          <a:xfrm>
            <a:off x="8787384" y="5486400"/>
            <a:ext cx="722376" cy="224028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30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5" name="!!deco_1438196a_2">
            <a:extLst>
              <a:ext uri="{FF2B5EF4-FFF2-40B4-BE49-F238E27FC236}">
                <a16:creationId xmlns:a16="http://schemas.microsoft.com/office/drawing/2014/main" id="{EA4DD31C-A1CC-DACB-7E23-56602E67C400}"/>
              </a:ext>
            </a:extLst>
          </p:cNvPr>
          <p:cNvSpPr/>
          <p:nvPr/>
        </p:nvSpPr>
        <p:spPr>
          <a:xfrm>
            <a:off x="-1044678" y="7543800"/>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310" name="!!title"/>
          <p:cNvSpPr txBox="1"/>
          <p:nvPr/>
        </p:nvSpPr>
        <p:spPr>
          <a:xfrm>
            <a:off x="3429000" y="685800"/>
            <a:ext cx="11430000" cy="952500"/>
          </a:xfrm>
          <a:prstGeom prst="rect">
            <a:avLst/>
          </a:prstGeom>
          <a:noFill/>
          <a:ln>
            <a:noFill/>
          </a:ln>
        </p:spPr>
        <p:txBody>
          <a:bodyPr spcFirstLastPara="1" wrap="square" lIns="0" tIns="0" rIns="0" bIns="0" anchor="t" anchorCtr="0">
            <a:spAutoFit/>
          </a:bodyPr>
          <a:lstStyle/>
          <a:p>
            <a:pPr marL="0" marR="0" lvl="0" indent="0" algn="ctr" rtl="0">
              <a:lnSpc>
                <a:spcPct val="178240"/>
              </a:lnSpc>
              <a:spcBef>
                <a:spcPts val="0"/>
              </a:spcBef>
              <a:spcAft>
                <a:spcPts val="0"/>
              </a:spcAft>
              <a:buNone/>
            </a:pPr>
            <a:r>
              <a:rPr lang="es-CL" sz="5400" b="1" i="0" u="none" strike="noStrike" cap="none" noProof="0">
                <a:solidFill>
                  <a:srgbClr val="111111"/>
                </a:solidFill>
                <a:latin typeface="Inter SemiBold"/>
                <a:ea typeface="Inter SemiBold"/>
                <a:cs typeface="Inter SemiBold"/>
                <a:sym typeface="Inter SemiBold"/>
              </a:rPr>
              <a:t>Datos Clave</a:t>
            </a:r>
            <a:endParaRPr lang="es-CL" noProof="0"/>
          </a:p>
        </p:txBody>
      </p:sp>
      <p:sp>
        <p:nvSpPr>
          <p:cNvPr id="311"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312" name="Google Shape;312;hc7cc306779174be_12_0"/>
          <p:cNvSpPr txBox="1"/>
          <p:nvPr/>
        </p:nvSpPr>
        <p:spPr>
          <a:xfrm>
            <a:off x="5334000" y="1962150"/>
            <a:ext cx="7620000" cy="492443"/>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3200" b="1" noProof="0">
                <a:solidFill>
                  <a:srgbClr val="606060"/>
                </a:solidFill>
                <a:latin typeface="Inter SemiBold"/>
                <a:ea typeface="Inter SemiBold"/>
                <a:cs typeface="Inter SemiBold"/>
                <a:sym typeface="Inter SemiBold"/>
              </a:rPr>
              <a:t>Lo que hay y la meta a la cuál llegar</a:t>
            </a:r>
            <a:endParaRPr lang="es-CL" noProof="0"/>
          </a:p>
        </p:txBody>
      </p:sp>
      <p:sp>
        <p:nvSpPr>
          <p:cNvPr id="313" name="Google Shape;313;hc7cc306779174be_12_0"/>
          <p:cNvSpPr/>
          <p:nvPr/>
        </p:nvSpPr>
        <p:spPr>
          <a:xfrm>
            <a:off x="13335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14" name="Google Shape;314;hc7cc306779174be_12_0"/>
          <p:cNvSpPr txBox="1"/>
          <p:nvPr/>
        </p:nvSpPr>
        <p:spPr>
          <a:xfrm>
            <a:off x="15240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Retiro sanitario</a:t>
            </a:r>
            <a:endParaRPr lang="es-CL" noProof="0"/>
          </a:p>
        </p:txBody>
      </p:sp>
      <p:sp>
        <p:nvSpPr>
          <p:cNvPr id="315" name="Google Shape;315;hc7cc306779174be_12_0"/>
          <p:cNvSpPr txBox="1"/>
          <p:nvPr/>
        </p:nvSpPr>
        <p:spPr>
          <a:xfrm>
            <a:off x="17145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16" name="!!reloj"/>
          <p:cNvSpPr txBox="1"/>
          <p:nvPr/>
        </p:nvSpPr>
        <p:spPr>
          <a:xfrm>
            <a:off x="17145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9 días</a:t>
            </a:r>
            <a:endParaRPr lang="es-CL" noProof="0"/>
          </a:p>
        </p:txBody>
      </p:sp>
      <p:sp>
        <p:nvSpPr>
          <p:cNvPr id="317" name="Google Shape;317;hc7cc306779174be_12_0"/>
          <p:cNvSpPr txBox="1"/>
          <p:nvPr/>
        </p:nvSpPr>
        <p:spPr>
          <a:xfrm>
            <a:off x="37147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18" name="Google Shape;318;hc7cc306779174be_12_0"/>
          <p:cNvSpPr txBox="1"/>
          <p:nvPr/>
        </p:nvSpPr>
        <p:spPr>
          <a:xfrm>
            <a:off x="37147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&lt; 2 h</a:t>
            </a:r>
            <a:endParaRPr lang="es-CL" noProof="0"/>
          </a:p>
        </p:txBody>
      </p:sp>
      <p:sp>
        <p:nvSpPr>
          <p:cNvPr id="319" name="Google Shape;319;hc7cc306779174be_12_0"/>
          <p:cNvSpPr/>
          <p:nvPr/>
        </p:nvSpPr>
        <p:spPr>
          <a:xfrm>
            <a:off x="68580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20" name="Google Shape;320;hc7cc306779174be_12_0"/>
          <p:cNvSpPr txBox="1"/>
          <p:nvPr/>
        </p:nvSpPr>
        <p:spPr>
          <a:xfrm>
            <a:off x="70485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OTIF</a:t>
            </a:r>
            <a:endParaRPr lang="es-CL" noProof="0"/>
          </a:p>
        </p:txBody>
      </p:sp>
      <p:sp>
        <p:nvSpPr>
          <p:cNvPr id="321" name="Google Shape;321;hc7cc306779174be_12_0"/>
          <p:cNvSpPr txBox="1"/>
          <p:nvPr/>
        </p:nvSpPr>
        <p:spPr>
          <a:xfrm>
            <a:off x="72390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22" name="!!otif"/>
          <p:cNvSpPr txBox="1"/>
          <p:nvPr/>
        </p:nvSpPr>
        <p:spPr>
          <a:xfrm>
            <a:off x="72390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82,4 %</a:t>
            </a:r>
            <a:endParaRPr lang="es-CL" noProof="0"/>
          </a:p>
        </p:txBody>
      </p:sp>
      <p:sp>
        <p:nvSpPr>
          <p:cNvPr id="323" name="Google Shape;323;hc7cc306779174be_12_0"/>
          <p:cNvSpPr txBox="1"/>
          <p:nvPr/>
        </p:nvSpPr>
        <p:spPr>
          <a:xfrm>
            <a:off x="92392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24" name="Google Shape;324;hc7cc306779174be_12_0"/>
          <p:cNvSpPr txBox="1"/>
          <p:nvPr/>
        </p:nvSpPr>
        <p:spPr>
          <a:xfrm>
            <a:off x="92392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&gt; 95 %</a:t>
            </a:r>
            <a:endParaRPr lang="es-CL" noProof="0"/>
          </a:p>
        </p:txBody>
      </p:sp>
      <p:sp>
        <p:nvSpPr>
          <p:cNvPr id="325" name="Google Shape;325;hc7cc306779174be_12_0"/>
          <p:cNvSpPr/>
          <p:nvPr/>
        </p:nvSpPr>
        <p:spPr>
          <a:xfrm>
            <a:off x="12382500" y="30003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26" name="Google Shape;326;hc7cc306779174be_12_0"/>
          <p:cNvSpPr txBox="1"/>
          <p:nvPr/>
        </p:nvSpPr>
        <p:spPr>
          <a:xfrm>
            <a:off x="12573000" y="32194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Sin lote (</a:t>
            </a:r>
            <a:r>
              <a:rPr lang="es-CL" sz="2600" b="1" noProof="0" err="1">
                <a:solidFill>
                  <a:srgbClr val="000000"/>
                </a:solidFill>
                <a:latin typeface="Inter SemiBold"/>
                <a:ea typeface="Inter SemiBold"/>
                <a:cs typeface="Inter SemiBold"/>
                <a:sym typeface="Inter SemiBold"/>
              </a:rPr>
              <a:t>prod</a:t>
            </a:r>
            <a:r>
              <a:rPr lang="es-CL" sz="2600" b="1" noProof="0">
                <a:solidFill>
                  <a:srgbClr val="000000"/>
                </a:solidFill>
                <a:latin typeface="Inter SemiBold"/>
                <a:ea typeface="Inter SemiBold"/>
                <a:cs typeface="Inter SemiBold"/>
                <a:sym typeface="Inter SemiBold"/>
              </a:rPr>
              <a:t>. retirado)</a:t>
            </a:r>
            <a:endParaRPr lang="es-CL" sz="2400" b="1" noProof="0">
              <a:solidFill>
                <a:srgbClr val="3C3C3C"/>
              </a:solidFill>
              <a:latin typeface="Inter SemiBold"/>
              <a:ea typeface="Inter SemiBold"/>
              <a:cs typeface="Inter SemiBold"/>
              <a:sym typeface="Inter SemiBold"/>
            </a:endParaRPr>
          </a:p>
        </p:txBody>
      </p:sp>
      <p:sp>
        <p:nvSpPr>
          <p:cNvPr id="327" name="Google Shape;327;hc7cc306779174be_12_0"/>
          <p:cNvSpPr txBox="1"/>
          <p:nvPr/>
        </p:nvSpPr>
        <p:spPr>
          <a:xfrm>
            <a:off x="1276350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28" name="Google Shape;328;hc7cc306779174be_12_0"/>
          <p:cNvSpPr txBox="1"/>
          <p:nvPr/>
        </p:nvSpPr>
        <p:spPr>
          <a:xfrm>
            <a:off x="12763500" y="44386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41 %</a:t>
            </a:r>
            <a:endParaRPr lang="es-CL" noProof="0"/>
          </a:p>
        </p:txBody>
      </p:sp>
      <p:sp>
        <p:nvSpPr>
          <p:cNvPr id="329" name="Google Shape;329;hc7cc306779174be_12_0"/>
          <p:cNvSpPr txBox="1"/>
          <p:nvPr/>
        </p:nvSpPr>
        <p:spPr>
          <a:xfrm>
            <a:off x="14763750" y="39909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30" name="Google Shape;330;hc7cc306779174be_12_0"/>
          <p:cNvSpPr txBox="1"/>
          <p:nvPr/>
        </p:nvSpPr>
        <p:spPr>
          <a:xfrm>
            <a:off x="14763750" y="43719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0 %</a:t>
            </a:r>
            <a:endParaRPr lang="es-CL" noProof="0"/>
          </a:p>
        </p:txBody>
      </p:sp>
      <p:sp>
        <p:nvSpPr>
          <p:cNvPr id="331" name="Google Shape;331;hc7cc306779174be_12_0"/>
          <p:cNvSpPr/>
          <p:nvPr/>
        </p:nvSpPr>
        <p:spPr>
          <a:xfrm>
            <a:off x="13335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32" name="Google Shape;332;hc7cc306779174be_12_0"/>
          <p:cNvSpPr txBox="1"/>
          <p:nvPr/>
        </p:nvSpPr>
        <p:spPr>
          <a:xfrm>
            <a:off x="15240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err="1">
                <a:solidFill>
                  <a:srgbClr val="000000"/>
                </a:solidFill>
                <a:latin typeface="Inter SemiBold"/>
                <a:ea typeface="Inter SemiBold"/>
                <a:cs typeface="Inter SemiBold"/>
                <a:sym typeface="Inter SemiBold"/>
              </a:rPr>
              <a:t>Reentregas</a:t>
            </a:r>
            <a:endParaRPr lang="es-CL" noProof="0"/>
          </a:p>
        </p:txBody>
      </p:sp>
      <p:sp>
        <p:nvSpPr>
          <p:cNvPr id="333" name="Google Shape;333;hc7cc306779174be_12_0"/>
          <p:cNvSpPr txBox="1"/>
          <p:nvPr/>
        </p:nvSpPr>
        <p:spPr>
          <a:xfrm>
            <a:off x="17145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34" name="Google Shape;334;hc7cc306779174be_12_0"/>
          <p:cNvSpPr txBox="1"/>
          <p:nvPr/>
        </p:nvSpPr>
        <p:spPr>
          <a:xfrm>
            <a:off x="17145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4,2 %</a:t>
            </a:r>
            <a:endParaRPr lang="es-CL" noProof="0"/>
          </a:p>
        </p:txBody>
      </p:sp>
      <p:sp>
        <p:nvSpPr>
          <p:cNvPr id="335" name="Google Shape;335;hc7cc306779174be_12_0"/>
          <p:cNvSpPr txBox="1"/>
          <p:nvPr/>
        </p:nvSpPr>
        <p:spPr>
          <a:xfrm>
            <a:off x="37147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36" name="Google Shape;336;hc7cc306779174be_12_0"/>
          <p:cNvSpPr txBox="1"/>
          <p:nvPr/>
        </p:nvSpPr>
        <p:spPr>
          <a:xfrm>
            <a:off x="3714750" y="7610475"/>
            <a:ext cx="200025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&lt; 1 %</a:t>
            </a:r>
            <a:endParaRPr lang="es-CL" noProof="0"/>
          </a:p>
        </p:txBody>
      </p:sp>
      <p:sp>
        <p:nvSpPr>
          <p:cNvPr id="337" name="Google Shape;337;hc7cc306779174be_12_0"/>
          <p:cNvSpPr/>
          <p:nvPr/>
        </p:nvSpPr>
        <p:spPr>
          <a:xfrm>
            <a:off x="68580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38" name="Google Shape;338;hc7cc306779174be_12_0"/>
          <p:cNvSpPr txBox="1"/>
          <p:nvPr/>
        </p:nvSpPr>
        <p:spPr>
          <a:xfrm>
            <a:off x="70485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Merma por vencimiento</a:t>
            </a:r>
            <a:endParaRPr lang="es-CL" noProof="0"/>
          </a:p>
        </p:txBody>
      </p:sp>
      <p:sp>
        <p:nvSpPr>
          <p:cNvPr id="339" name="Google Shape;339;hc7cc306779174be_12_0"/>
          <p:cNvSpPr txBox="1"/>
          <p:nvPr/>
        </p:nvSpPr>
        <p:spPr>
          <a:xfrm>
            <a:off x="72390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40" name="Google Shape;340;hc7cc306779174be_12_0"/>
          <p:cNvSpPr txBox="1"/>
          <p:nvPr/>
        </p:nvSpPr>
        <p:spPr>
          <a:xfrm>
            <a:off x="72390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0" noProof="0">
                <a:solidFill>
                  <a:srgbClr val="3C3C3C"/>
                </a:solidFill>
                <a:latin typeface="Inter"/>
                <a:ea typeface="Inter"/>
                <a:cs typeface="Inter"/>
                <a:sym typeface="Inter"/>
              </a:rPr>
              <a:t>1,7 %</a:t>
            </a:r>
            <a:endParaRPr lang="es-CL" noProof="0"/>
          </a:p>
        </p:txBody>
      </p:sp>
      <p:sp>
        <p:nvSpPr>
          <p:cNvPr id="341" name="Google Shape;341;hc7cc306779174be_12_0"/>
          <p:cNvSpPr txBox="1"/>
          <p:nvPr/>
        </p:nvSpPr>
        <p:spPr>
          <a:xfrm>
            <a:off x="92392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42" name="Google Shape;342;hc7cc306779174be_12_0"/>
          <p:cNvSpPr txBox="1"/>
          <p:nvPr/>
        </p:nvSpPr>
        <p:spPr>
          <a:xfrm>
            <a:off x="9239249" y="7610475"/>
            <a:ext cx="2441473" cy="6771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400" b="1" noProof="0">
                <a:solidFill>
                  <a:srgbClr val="E8641B"/>
                </a:solidFill>
                <a:latin typeface="Inter SemiBold"/>
                <a:ea typeface="Inter SemiBold"/>
                <a:cs typeface="Inter SemiBold"/>
                <a:sym typeface="Inter SemiBold"/>
              </a:rPr>
              <a:t>≤ 1,0 %</a:t>
            </a:r>
            <a:endParaRPr lang="es-CL" noProof="0"/>
          </a:p>
        </p:txBody>
      </p:sp>
      <p:sp>
        <p:nvSpPr>
          <p:cNvPr id="343" name="Google Shape;343;hc7cc306779174be_12_0"/>
          <p:cNvSpPr/>
          <p:nvPr/>
        </p:nvSpPr>
        <p:spPr>
          <a:xfrm>
            <a:off x="12382500" y="6238875"/>
            <a:ext cx="4572000" cy="2476500"/>
          </a:xfrm>
          <a:prstGeom prst="roundRect">
            <a:avLst>
              <a:gd name="adj" fmla="val 6000"/>
            </a:avLst>
          </a:prstGeom>
          <a:solidFill>
            <a:srgbClr val="F4F4F4"/>
          </a:solidFill>
          <a:ln w="19050" cap="flat" cmpd="sng">
            <a:solidFill>
              <a:srgbClr val="C5C5C5"/>
            </a:solidFill>
            <a:prstDash val="solid"/>
            <a:round/>
            <a:headEnd type="none" w="sm" len="sm"/>
            <a:tailEnd type="none" w="sm" len="sm"/>
          </a:ln>
          <a:effectLst>
            <a:outerShdw blurRad="95250" dist="47625" dir="5400000" algn="ctr" rotWithShape="0">
              <a:srgbClr val="000000">
                <a:alpha val="23922"/>
              </a:srgbClr>
            </a:outerShdw>
          </a:effectLst>
        </p:spPr>
        <p:txBody>
          <a:bodyPr spcFirstLastPara="1" wrap="square" lIns="0" tIns="0" rIns="0" bIns="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44" name="Google Shape;344;hc7cc306779174be_12_0"/>
          <p:cNvSpPr txBox="1"/>
          <p:nvPr/>
        </p:nvSpPr>
        <p:spPr>
          <a:xfrm>
            <a:off x="12573000" y="6457950"/>
            <a:ext cx="4191000" cy="62865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1" noProof="0">
                <a:solidFill>
                  <a:srgbClr val="000000"/>
                </a:solidFill>
                <a:latin typeface="Inter SemiBold"/>
                <a:ea typeface="Inter SemiBold"/>
                <a:cs typeface="Inter SemiBold"/>
                <a:sym typeface="Inter SemiBold"/>
              </a:rPr>
              <a:t>Diferencias de rendición</a:t>
            </a:r>
            <a:endParaRPr lang="es-CL" noProof="0"/>
          </a:p>
        </p:txBody>
      </p:sp>
      <p:sp>
        <p:nvSpPr>
          <p:cNvPr id="345" name="Google Shape;345;hc7cc306779174be_12_0"/>
          <p:cNvSpPr txBox="1"/>
          <p:nvPr/>
        </p:nvSpPr>
        <p:spPr>
          <a:xfrm>
            <a:off x="1276350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3C3C3C"/>
                </a:solidFill>
                <a:latin typeface="Inter SemiBold"/>
                <a:ea typeface="Inter SemiBold"/>
                <a:cs typeface="Inter SemiBold"/>
                <a:sym typeface="Inter SemiBold"/>
              </a:rPr>
              <a:t>HOY</a:t>
            </a:r>
            <a:endParaRPr lang="es-CL" noProof="0"/>
          </a:p>
        </p:txBody>
      </p:sp>
      <p:sp>
        <p:nvSpPr>
          <p:cNvPr id="346" name="Google Shape;346;hc7cc306779174be_12_0"/>
          <p:cNvSpPr txBox="1"/>
          <p:nvPr/>
        </p:nvSpPr>
        <p:spPr>
          <a:xfrm>
            <a:off x="12763500" y="7677150"/>
            <a:ext cx="2047875" cy="695325"/>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0" noProof="0">
                <a:solidFill>
                  <a:srgbClr val="3C3C3C"/>
                </a:solidFill>
                <a:latin typeface="Inter"/>
                <a:ea typeface="Inter"/>
                <a:cs typeface="Inter"/>
                <a:sym typeface="Inter"/>
              </a:rPr>
              <a:t>$4,2 M/mes</a:t>
            </a:r>
            <a:endParaRPr lang="es-CL" noProof="0"/>
          </a:p>
        </p:txBody>
      </p:sp>
      <p:sp>
        <p:nvSpPr>
          <p:cNvPr id="347" name="Google Shape;347;hc7cc306779174be_12_0"/>
          <p:cNvSpPr txBox="1"/>
          <p:nvPr/>
        </p:nvSpPr>
        <p:spPr>
          <a:xfrm>
            <a:off x="14763750" y="7229475"/>
            <a:ext cx="2000250" cy="266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E8641B"/>
                </a:solidFill>
                <a:latin typeface="Inter SemiBold"/>
                <a:ea typeface="Inter SemiBold"/>
                <a:cs typeface="Inter SemiBold"/>
                <a:sym typeface="Inter SemiBold"/>
              </a:rPr>
              <a:t>META</a:t>
            </a:r>
            <a:endParaRPr lang="es-CL" noProof="0"/>
          </a:p>
        </p:txBody>
      </p:sp>
      <p:sp>
        <p:nvSpPr>
          <p:cNvPr id="348" name="Google Shape;348;hc7cc306779174be_12_0"/>
          <p:cNvSpPr txBox="1"/>
          <p:nvPr/>
        </p:nvSpPr>
        <p:spPr>
          <a:xfrm>
            <a:off x="14950440" y="7738491"/>
            <a:ext cx="2286000" cy="762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700" b="1" noProof="0">
                <a:solidFill>
                  <a:srgbClr val="E8641B"/>
                </a:solidFill>
                <a:latin typeface="Inter SemiBold"/>
                <a:ea typeface="Inter SemiBold"/>
                <a:cs typeface="Inter SemiBold"/>
                <a:sym typeface="Inter SemiBold"/>
              </a:rPr>
              <a:t>Mismo día</a:t>
            </a:r>
            <a:endParaRPr lang="es-CL" noProof="0"/>
          </a:p>
        </p:txBody>
      </p:sp>
      <p:sp>
        <p:nvSpPr>
          <p:cNvPr id="34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03</a:t>
            </a:r>
          </a:p>
        </p:txBody>
      </p:sp>
      <p:sp>
        <p:nvSpPr>
          <p:cNvPr id="3" name="!!deco_1438196a_2">
            <a:extLst>
              <a:ext uri="{FF2B5EF4-FFF2-40B4-BE49-F238E27FC236}">
                <a16:creationId xmlns:a16="http://schemas.microsoft.com/office/drawing/2014/main" id="{1F5A9D5F-5E01-33D5-5A47-F6AC01463359}"/>
              </a:ext>
            </a:extLst>
          </p:cNvPr>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354"/>
        <p:cNvGrpSpPr/>
        <p:nvPr/>
      </p:nvGrpSpPr>
      <p:grpSpPr>
        <a:xfrm>
          <a:off x="0" y="0"/>
          <a:ext cx="0" cy="0"/>
          <a:chOff x="0" y="0"/>
          <a:chExt cx="0" cy="0"/>
        </a:xfrm>
      </p:grpSpPr>
      <p:sp>
        <p:nvSpPr>
          <p:cNvPr id="36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36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41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05</a:t>
            </a:r>
          </a:p>
        </p:txBody>
      </p:sp>
      <p:sp>
        <p:nvSpPr>
          <p:cNvPr id="355" name="!!title"/>
          <p:cNvSpPr txBox="1"/>
          <p:nvPr/>
        </p:nvSpPr>
        <p:spPr>
          <a:xfrm>
            <a:off x="1514505" y="536225"/>
            <a:ext cx="8490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a:solidFill>
                  <a:srgbClr val="111111"/>
                </a:solidFill>
                <a:latin typeface="Inter SemiBold"/>
                <a:ea typeface="Inter SemiBold"/>
                <a:cs typeface="Inter SemiBold"/>
                <a:sym typeface="Inter SemiBold"/>
              </a:rPr>
              <a:t>Esquema de solución</a:t>
            </a:r>
            <a:endParaRPr lang="es-CL" noProof="0"/>
          </a:p>
        </p:txBody>
      </p:sp>
      <p:sp>
        <p:nvSpPr>
          <p:cNvPr id="356" name="Google Shape;356;p7"/>
          <p:cNvSpPr/>
          <p:nvPr/>
        </p:nvSpPr>
        <p:spPr>
          <a:xfrm>
            <a:off x="557413" y="2492125"/>
            <a:ext cx="7791300" cy="6843000"/>
          </a:xfrm>
          <a:prstGeom prst="roundRect">
            <a:avLst>
              <a:gd name="adj" fmla="val 2051"/>
            </a:avLst>
          </a:prstGeom>
          <a:solidFill>
            <a:srgbClr val="FFFFFF"/>
          </a:solidFill>
          <a:ln w="15875" cap="flat" cmpd="sng">
            <a:solidFill>
              <a:schemeClr val="dk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57" name="Google Shape;357;p7"/>
          <p:cNvSpPr txBox="1"/>
          <p:nvPr/>
        </p:nvSpPr>
        <p:spPr>
          <a:xfrm>
            <a:off x="638805" y="8989673"/>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Figura 3.1</a:t>
            </a:r>
            <a:r>
              <a:rPr lang="es-CL" sz="1500" b="1" noProof="0">
                <a:solidFill>
                  <a:srgbClr val="111111"/>
                </a:solidFill>
                <a:latin typeface="Inter SemiBold"/>
                <a:ea typeface="Inter SemiBold"/>
                <a:cs typeface="Inter SemiBold"/>
                <a:sym typeface="Inter SemiBold"/>
              </a:rPr>
              <a:t> · Ciclo logístico de la solución</a:t>
            </a:r>
          </a:p>
        </p:txBody>
      </p:sp>
      <p:pic>
        <p:nvPicPr>
          <p:cNvPr id="359" name="Google Shape;359;p7" descr="Figura 3.1. Ciclo logístico de la solución (Subdocumento 3)"/>
          <p:cNvPicPr preferRelativeResize="0"/>
          <p:nvPr/>
        </p:nvPicPr>
        <p:blipFill rotWithShape="1">
          <a:blip r:embed="rId4">
            <a:alphaModFix/>
          </a:blip>
          <a:srcRect/>
          <a:stretch/>
        </p:blipFill>
        <p:spPr>
          <a:xfrm>
            <a:off x="740850" y="2603275"/>
            <a:ext cx="7424423" cy="6311501"/>
          </a:xfrm>
          <a:prstGeom prst="rect">
            <a:avLst/>
          </a:prstGeom>
          <a:noFill/>
          <a:ln w="12700">
            <a:solidFill>
              <a:srgbClr val="E4E4E4"/>
            </a:solidFill>
          </a:ln>
        </p:spPr>
      </p:pic>
      <p:sp>
        <p:nvSpPr>
          <p:cNvPr id="360" name="Google Shape;360;p7"/>
          <p:cNvSpPr/>
          <p:nvPr/>
        </p:nvSpPr>
        <p:spPr>
          <a:xfrm>
            <a:off x="9151650" y="6385525"/>
            <a:ext cx="8560800" cy="2949600"/>
          </a:xfrm>
          <a:prstGeom prst="roundRect">
            <a:avLst>
              <a:gd name="adj" fmla="val 2051"/>
            </a:avLst>
          </a:prstGeom>
          <a:solidFill>
            <a:srgbClr val="FFFFFF"/>
          </a:solidFill>
          <a:ln w="15875" cap="flat" cmpd="sng">
            <a:solidFill>
              <a:srgbClr val="11111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61" name="Google Shape;361;p7"/>
          <p:cNvSpPr txBox="1"/>
          <p:nvPr/>
        </p:nvSpPr>
        <p:spPr>
          <a:xfrm>
            <a:off x="9285905" y="9014348"/>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Figura 3.3</a:t>
            </a:r>
            <a:r>
              <a:rPr lang="es-CL" sz="1500" b="1" noProof="0">
                <a:solidFill>
                  <a:srgbClr val="111111"/>
                </a:solidFill>
                <a:latin typeface="Inter SemiBold"/>
                <a:ea typeface="Inter SemiBold"/>
                <a:cs typeface="Inter SemiBold"/>
                <a:sym typeface="Inter SemiBold"/>
              </a:rPr>
              <a:t> · Continuidad durante cortes</a:t>
            </a:r>
          </a:p>
        </p:txBody>
      </p:sp>
      <p:pic>
        <p:nvPicPr>
          <p:cNvPr id="362" name="Google Shape;362;p7" descr="Figura 3.3. Continuidad durante cortes (Subdocumento 3)"/>
          <p:cNvPicPr preferRelativeResize="0"/>
          <p:nvPr/>
        </p:nvPicPr>
        <p:blipFill rotWithShape="1">
          <a:blip r:embed="rId5">
            <a:alphaModFix/>
          </a:blip>
          <a:srcRect/>
          <a:stretch/>
        </p:blipFill>
        <p:spPr>
          <a:xfrm>
            <a:off x="9285900" y="6459150"/>
            <a:ext cx="8268573" cy="2224399"/>
          </a:xfrm>
          <a:prstGeom prst="rect">
            <a:avLst/>
          </a:prstGeom>
          <a:noFill/>
          <a:ln w="12700">
            <a:solidFill>
              <a:srgbClr val="E4E4E4"/>
            </a:solidFill>
          </a:ln>
        </p:spPr>
      </p:pic>
      <p:sp>
        <p:nvSpPr>
          <p:cNvPr id="363" name="Google Shape;363;p7"/>
          <p:cNvSpPr/>
          <p:nvPr/>
        </p:nvSpPr>
        <p:spPr>
          <a:xfrm>
            <a:off x="11337425" y="578675"/>
            <a:ext cx="5396100" cy="4886400"/>
          </a:xfrm>
          <a:prstGeom prst="roundRect">
            <a:avLst>
              <a:gd name="adj" fmla="val 2051"/>
            </a:avLst>
          </a:prstGeom>
          <a:solidFill>
            <a:srgbClr val="FFFFFF"/>
          </a:solidFill>
          <a:ln w="15875" cap="flat" cmpd="sng">
            <a:solidFill>
              <a:schemeClr val="dk1"/>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64" name="Google Shape;364;p7"/>
          <p:cNvSpPr txBox="1"/>
          <p:nvPr/>
        </p:nvSpPr>
        <p:spPr>
          <a:xfrm>
            <a:off x="11521030" y="5039123"/>
            <a:ext cx="5120700" cy="2310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Figura 3.2</a:t>
            </a:r>
            <a:r>
              <a:rPr lang="es-CL" sz="1500" b="1" noProof="0">
                <a:solidFill>
                  <a:srgbClr val="111111"/>
                </a:solidFill>
                <a:latin typeface="Inter SemiBold"/>
                <a:ea typeface="Inter SemiBold"/>
                <a:cs typeface="Inter SemiBold"/>
                <a:sym typeface="Inter SemiBold"/>
              </a:rPr>
              <a:t> · Trazabilidad y cadena de frío</a:t>
            </a:r>
          </a:p>
        </p:txBody>
      </p:sp>
      <p:pic>
        <p:nvPicPr>
          <p:cNvPr id="365" name="Google Shape;365;p7" descr="Figura 3.2. Trazabilidad y cadena de frío (Subdocumento 3)"/>
          <p:cNvPicPr preferRelativeResize="0"/>
          <p:nvPr/>
        </p:nvPicPr>
        <p:blipFill rotWithShape="1">
          <a:blip r:embed="rId6">
            <a:alphaModFix/>
          </a:blip>
          <a:srcRect/>
          <a:stretch/>
        </p:blipFill>
        <p:spPr>
          <a:xfrm>
            <a:off x="11741550" y="707675"/>
            <a:ext cx="4679652" cy="4141925"/>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370"/>
        <p:cNvGrpSpPr/>
        <p:nvPr/>
      </p:nvGrpSpPr>
      <p:grpSpPr>
        <a:xfrm>
          <a:off x="0" y="0"/>
          <a:ext cx="0" cy="0"/>
          <a:chOff x="0" y="0"/>
          <a:chExt cx="0" cy="0"/>
        </a:xfrm>
      </p:grpSpPr>
      <p:sp>
        <p:nvSpPr>
          <p:cNvPr id="371"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372" name="!!title"/>
          <p:cNvSpPr txBox="1"/>
          <p:nvPr/>
        </p:nvSpPr>
        <p:spPr>
          <a:xfrm>
            <a:off x="2286000" y="1226844"/>
            <a:ext cx="15361920" cy="1620444"/>
          </a:xfrm>
          <a:prstGeom prst="rect">
            <a:avLst/>
          </a:prstGeom>
          <a:noFill/>
          <a:ln>
            <a:noFill/>
          </a:ln>
        </p:spPr>
        <p:txBody>
          <a:bodyPr spcFirstLastPara="1" wrap="square" lIns="0" tIns="0" rIns="0" bIns="0" anchor="t" anchorCtr="0">
            <a:spAutoFit/>
          </a:bodyPr>
          <a:lstStyle/>
          <a:p>
            <a:pPr algn="ctr">
              <a:lnSpc>
                <a:spcPct val="194851"/>
              </a:lnSpc>
            </a:pPr>
            <a:r>
              <a:rPr lang="es-CL" sz="5400" b="1" noProof="0">
                <a:solidFill>
                  <a:srgbClr val="111111"/>
                </a:solidFill>
                <a:latin typeface="Inter SemiBold"/>
                <a:ea typeface="Inter SemiBold"/>
                <a:cs typeface="Inter SemiBold"/>
                <a:sym typeface="Inter SemiBold"/>
              </a:rPr>
              <a:t>Mapa de </a:t>
            </a:r>
            <a:r>
              <a:rPr lang="es-CL" sz="5400" b="1">
                <a:solidFill>
                  <a:srgbClr val="111111"/>
                </a:solidFill>
                <a:latin typeface="Inter SemiBold"/>
                <a:ea typeface="Inter SemiBold"/>
                <a:cs typeface="Inter SemiBold"/>
                <a:sym typeface="Inter SemiBold"/>
              </a:rPr>
              <a:t>módulos</a:t>
            </a:r>
            <a:endParaRPr lang="es-CL" sz="5400" b="1" noProof="0">
              <a:solidFill>
                <a:srgbClr val="111111"/>
              </a:solidFill>
              <a:latin typeface="Inter SemiBold"/>
              <a:ea typeface="Inter SemiBold"/>
            </a:endParaRPr>
          </a:p>
        </p:txBody>
      </p:sp>
      <p:sp>
        <p:nvSpPr>
          <p:cNvPr id="373" name="!!deco_1438196a_2"/>
          <p:cNvSpPr/>
          <p:nvPr/>
        </p:nvSpPr>
        <p:spPr>
          <a:xfrm>
            <a:off x="14947361" y="-1590568"/>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374" name="!!deco_dce8b6c9_1"/>
          <p:cNvSpPr/>
          <p:nvPr/>
        </p:nvSpPr>
        <p:spPr>
          <a:xfrm>
            <a:off x="-10" y="8759946"/>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375"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376"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377" name="Google Shape;377;p8"/>
          <p:cNvSpPr txBox="1"/>
          <p:nvPr/>
        </p:nvSpPr>
        <p:spPr>
          <a:xfrm>
            <a:off x="1828800" y="2579477"/>
            <a:ext cx="14630400" cy="387798"/>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00" noProof="0">
                <a:solidFill>
                  <a:srgbClr val="000000"/>
                </a:solidFill>
                <a:latin typeface="Inter"/>
                <a:ea typeface="Inter"/>
                <a:cs typeface="Inter"/>
                <a:sym typeface="Inter"/>
              </a:rPr>
              <a:t>Interfaces → módulos → sistemas externos</a:t>
            </a:r>
            <a:endParaRPr lang="es-CL" noProof="0"/>
          </a:p>
        </p:txBody>
      </p:sp>
      <p:sp>
        <p:nvSpPr>
          <p:cNvPr id="378" name="Google Shape;378;p8"/>
          <p:cNvSpPr txBox="1"/>
          <p:nvPr/>
        </p:nvSpPr>
        <p:spPr>
          <a:xfrm>
            <a:off x="548640" y="3246120"/>
            <a:ext cx="246888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INTERFACES</a:t>
            </a:r>
            <a:endParaRPr lang="es-CL" noProof="0"/>
          </a:p>
        </p:txBody>
      </p:sp>
      <p:sp>
        <p:nvSpPr>
          <p:cNvPr id="379" name="Google Shape;379;p8"/>
          <p:cNvSpPr/>
          <p:nvPr/>
        </p:nvSpPr>
        <p:spPr>
          <a:xfrm>
            <a:off x="548640" y="3611880"/>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App Preventa</a:t>
            </a:r>
            <a:endParaRPr lang="es-CL" noProof="0"/>
          </a:p>
        </p:txBody>
      </p:sp>
      <p:sp>
        <p:nvSpPr>
          <p:cNvPr id="380" name="Google Shape;380;p8"/>
          <p:cNvSpPr/>
          <p:nvPr/>
        </p:nvSpPr>
        <p:spPr>
          <a:xfrm>
            <a:off x="548640" y="4233672"/>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App Reparto</a:t>
            </a:r>
            <a:endParaRPr lang="es-CL" noProof="0"/>
          </a:p>
        </p:txBody>
      </p:sp>
      <p:sp>
        <p:nvSpPr>
          <p:cNvPr id="381" name="Google Shape;381;p8"/>
          <p:cNvSpPr/>
          <p:nvPr/>
        </p:nvSpPr>
        <p:spPr>
          <a:xfrm>
            <a:off x="548640" y="4855464"/>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App Bodega</a:t>
            </a:r>
            <a:endParaRPr lang="es-CL" noProof="0"/>
          </a:p>
        </p:txBody>
      </p:sp>
      <p:sp>
        <p:nvSpPr>
          <p:cNvPr id="382" name="Google Shape;382;p8"/>
          <p:cNvSpPr/>
          <p:nvPr/>
        </p:nvSpPr>
        <p:spPr>
          <a:xfrm>
            <a:off x="548640" y="5477256"/>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Portal Clientes</a:t>
            </a:r>
            <a:endParaRPr lang="es-CL" noProof="0"/>
          </a:p>
        </p:txBody>
      </p:sp>
      <p:sp>
        <p:nvSpPr>
          <p:cNvPr id="383" name="Google Shape;383;p8"/>
          <p:cNvSpPr/>
          <p:nvPr/>
        </p:nvSpPr>
        <p:spPr>
          <a:xfrm>
            <a:off x="548640" y="6099048"/>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Portal Transportistas</a:t>
            </a:r>
            <a:endParaRPr lang="es-CL" noProof="0"/>
          </a:p>
        </p:txBody>
      </p:sp>
      <p:sp>
        <p:nvSpPr>
          <p:cNvPr id="384" name="Google Shape;384;p8"/>
          <p:cNvSpPr/>
          <p:nvPr/>
        </p:nvSpPr>
        <p:spPr>
          <a:xfrm>
            <a:off x="548640" y="6720840"/>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Portal Proveedores</a:t>
            </a:r>
            <a:endParaRPr lang="es-CL" noProof="0"/>
          </a:p>
        </p:txBody>
      </p:sp>
      <p:sp>
        <p:nvSpPr>
          <p:cNvPr id="385" name="Google Shape;385;p8"/>
          <p:cNvSpPr/>
          <p:nvPr/>
        </p:nvSpPr>
        <p:spPr>
          <a:xfrm>
            <a:off x="548640" y="7342632"/>
            <a:ext cx="2423160" cy="512064"/>
          </a:xfrm>
          <a:prstGeom prst="roundRect">
            <a:avLst>
              <a:gd name="adj" fmla="val 50000"/>
            </a:avLst>
          </a:prstGeom>
          <a:solidFill>
            <a:srgbClr val="F4F4F4"/>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400" b="1" noProof="0">
                <a:solidFill>
                  <a:srgbClr val="111111"/>
                </a:solidFill>
                <a:latin typeface="Inter SemiBold"/>
                <a:ea typeface="Inter SemiBold"/>
                <a:cs typeface="Inter SemiBold"/>
                <a:sym typeface="Inter SemiBold"/>
              </a:rPr>
              <a:t>Consolas</a:t>
            </a:r>
            <a:endParaRPr lang="es-CL" noProof="0"/>
          </a:p>
        </p:txBody>
      </p:sp>
      <p:cxnSp>
        <p:nvCxnSpPr>
          <p:cNvPr id="386" name="Google Shape;386;p8"/>
          <p:cNvCxnSpPr/>
          <p:nvPr/>
        </p:nvCxnSpPr>
        <p:spPr>
          <a:xfrm>
            <a:off x="3017520" y="5760720"/>
            <a:ext cx="228600"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387" name="Google Shape;387;p8"/>
          <p:cNvSpPr/>
          <p:nvPr/>
        </p:nvSpPr>
        <p:spPr>
          <a:xfrm>
            <a:off x="3291840" y="3246120"/>
            <a:ext cx="758952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88" name="Google Shape;388;p8"/>
          <p:cNvSpPr txBox="1"/>
          <p:nvPr/>
        </p:nvSpPr>
        <p:spPr>
          <a:xfrm>
            <a:off x="3429000" y="3319272"/>
            <a:ext cx="7315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3C3C3C"/>
                </a:solidFill>
                <a:latin typeface="Inter SemiBold"/>
                <a:ea typeface="Inter SemiBold"/>
                <a:cs typeface="Inter SemiBold"/>
                <a:sym typeface="Inter SemiBold"/>
              </a:rPr>
              <a:t>Bodega y calidad</a:t>
            </a:r>
            <a:endParaRPr lang="es-CL" noProof="0"/>
          </a:p>
        </p:txBody>
      </p:sp>
      <p:sp>
        <p:nvSpPr>
          <p:cNvPr id="389" name="Google Shape;389;p8"/>
          <p:cNvSpPr/>
          <p:nvPr/>
        </p:nvSpPr>
        <p:spPr>
          <a:xfrm>
            <a:off x="3429000"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90" name="Google Shape;390;p8"/>
          <p:cNvSpPr txBox="1"/>
          <p:nvPr/>
        </p:nvSpPr>
        <p:spPr>
          <a:xfrm>
            <a:off x="3520440"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M1</a:t>
            </a:r>
            <a:endParaRPr lang="es-CL" noProof="0"/>
          </a:p>
        </p:txBody>
      </p:sp>
      <p:sp>
        <p:nvSpPr>
          <p:cNvPr id="391" name="Google Shape;391;p8"/>
          <p:cNvSpPr txBox="1"/>
          <p:nvPr/>
        </p:nvSpPr>
        <p:spPr>
          <a:xfrm>
            <a:off x="3520440"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Recepción</a:t>
            </a:r>
            <a:endParaRPr lang="es-CL" noProof="0"/>
          </a:p>
        </p:txBody>
      </p:sp>
      <p:sp>
        <p:nvSpPr>
          <p:cNvPr id="392" name="Google Shape;392;p8"/>
          <p:cNvSpPr/>
          <p:nvPr/>
        </p:nvSpPr>
        <p:spPr>
          <a:xfrm>
            <a:off x="3520440"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a:t>
            </a:r>
            <a:endParaRPr lang="es-CL" noProof="0"/>
          </a:p>
        </p:txBody>
      </p:sp>
      <p:sp>
        <p:nvSpPr>
          <p:cNvPr id="393" name="Google Shape;393;p8"/>
          <p:cNvSpPr/>
          <p:nvPr/>
        </p:nvSpPr>
        <p:spPr>
          <a:xfrm>
            <a:off x="4910328"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94" name="Google Shape;394;p8"/>
          <p:cNvSpPr txBox="1"/>
          <p:nvPr/>
        </p:nvSpPr>
        <p:spPr>
          <a:xfrm>
            <a:off x="5001768"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M2</a:t>
            </a:r>
            <a:endParaRPr lang="es-CL" noProof="0"/>
          </a:p>
        </p:txBody>
      </p:sp>
      <p:sp>
        <p:nvSpPr>
          <p:cNvPr id="395" name="Google Shape;395;p8"/>
          <p:cNvSpPr txBox="1"/>
          <p:nvPr/>
        </p:nvSpPr>
        <p:spPr>
          <a:xfrm>
            <a:off x="5001768"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Inventario</a:t>
            </a:r>
            <a:endParaRPr lang="es-CL" noProof="0"/>
          </a:p>
        </p:txBody>
      </p:sp>
      <p:sp>
        <p:nvSpPr>
          <p:cNvPr id="396" name="Google Shape;396;p8"/>
          <p:cNvSpPr/>
          <p:nvPr/>
        </p:nvSpPr>
        <p:spPr>
          <a:xfrm>
            <a:off x="5001768"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a:t>
            </a:r>
            <a:endParaRPr lang="es-CL" noProof="0"/>
          </a:p>
        </p:txBody>
      </p:sp>
      <p:sp>
        <p:nvSpPr>
          <p:cNvPr id="397" name="Google Shape;397;p8"/>
          <p:cNvSpPr/>
          <p:nvPr/>
        </p:nvSpPr>
        <p:spPr>
          <a:xfrm>
            <a:off x="6391656"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398" name="Google Shape;398;p8"/>
          <p:cNvSpPr txBox="1"/>
          <p:nvPr/>
        </p:nvSpPr>
        <p:spPr>
          <a:xfrm>
            <a:off x="6483096"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M5</a:t>
            </a:r>
            <a:endParaRPr lang="es-CL" noProof="0"/>
          </a:p>
        </p:txBody>
      </p:sp>
      <p:sp>
        <p:nvSpPr>
          <p:cNvPr id="399" name="Google Shape;399;p8"/>
          <p:cNvSpPr txBox="1"/>
          <p:nvPr/>
        </p:nvSpPr>
        <p:spPr>
          <a:xfrm>
            <a:off x="6483096"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Preparación</a:t>
            </a:r>
            <a:endParaRPr lang="es-CL" noProof="0"/>
          </a:p>
        </p:txBody>
      </p:sp>
      <p:sp>
        <p:nvSpPr>
          <p:cNvPr id="400" name="Google Shape;400;p8"/>
          <p:cNvSpPr/>
          <p:nvPr/>
        </p:nvSpPr>
        <p:spPr>
          <a:xfrm>
            <a:off x="6483096"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a:t>
            </a:r>
            <a:endParaRPr lang="es-CL" noProof="0"/>
          </a:p>
        </p:txBody>
      </p:sp>
      <p:sp>
        <p:nvSpPr>
          <p:cNvPr id="401" name="Google Shape;401;p8"/>
          <p:cNvSpPr/>
          <p:nvPr/>
        </p:nvSpPr>
        <p:spPr>
          <a:xfrm>
            <a:off x="7872983" y="3685031"/>
            <a:ext cx="1371600" cy="1627632"/>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02" name="Google Shape;402;p8"/>
          <p:cNvSpPr txBox="1"/>
          <p:nvPr/>
        </p:nvSpPr>
        <p:spPr>
          <a:xfrm>
            <a:off x="7964423"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FFFFFF"/>
                </a:solidFill>
                <a:latin typeface="Inter SemiBold"/>
                <a:ea typeface="Inter SemiBold"/>
                <a:cs typeface="Inter SemiBold"/>
                <a:sym typeface="Inter SemiBold"/>
              </a:rPr>
              <a:t>M9</a:t>
            </a:r>
            <a:endParaRPr lang="es-CL" noProof="0"/>
          </a:p>
        </p:txBody>
      </p:sp>
      <p:sp>
        <p:nvSpPr>
          <p:cNvPr id="403" name="Google Shape;403;p8"/>
          <p:cNvSpPr txBox="1"/>
          <p:nvPr/>
        </p:nvSpPr>
        <p:spPr>
          <a:xfrm>
            <a:off x="7964423"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FFFFFF"/>
                </a:solidFill>
                <a:latin typeface="Inter SemiBold"/>
                <a:ea typeface="Inter SemiBold"/>
                <a:cs typeface="Inter SemiBold"/>
                <a:sym typeface="Inter SemiBold"/>
              </a:rPr>
              <a:t>Calidad y trazabilidad</a:t>
            </a:r>
            <a:endParaRPr lang="es-CL" noProof="0"/>
          </a:p>
        </p:txBody>
      </p:sp>
      <p:sp>
        <p:nvSpPr>
          <p:cNvPr id="404" name="Google Shape;404;p8"/>
          <p:cNvSpPr/>
          <p:nvPr/>
        </p:nvSpPr>
        <p:spPr>
          <a:xfrm>
            <a:off x="7964423"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a:t>
            </a:r>
            <a:endParaRPr lang="es-CL" noProof="0"/>
          </a:p>
        </p:txBody>
      </p:sp>
      <p:sp>
        <p:nvSpPr>
          <p:cNvPr id="405" name="Google Shape;405;p8"/>
          <p:cNvSpPr/>
          <p:nvPr/>
        </p:nvSpPr>
        <p:spPr>
          <a:xfrm>
            <a:off x="9354312"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06" name="Google Shape;406;p8"/>
          <p:cNvSpPr txBox="1"/>
          <p:nvPr/>
        </p:nvSpPr>
        <p:spPr>
          <a:xfrm>
            <a:off x="9445752"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M12</a:t>
            </a:r>
            <a:endParaRPr lang="es-CL" noProof="0"/>
          </a:p>
        </p:txBody>
      </p:sp>
      <p:sp>
        <p:nvSpPr>
          <p:cNvPr id="407" name="Google Shape;407;p8"/>
          <p:cNvSpPr txBox="1"/>
          <p:nvPr/>
        </p:nvSpPr>
        <p:spPr>
          <a:xfrm>
            <a:off x="9445752"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Telemetría</a:t>
            </a:r>
            <a:endParaRPr lang="es-CL" noProof="0"/>
          </a:p>
        </p:txBody>
      </p:sp>
      <p:sp>
        <p:nvSpPr>
          <p:cNvPr id="408" name="Google Shape;408;p8"/>
          <p:cNvSpPr/>
          <p:nvPr/>
        </p:nvSpPr>
        <p:spPr>
          <a:xfrm>
            <a:off x="9445752" y="4928616"/>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a:t>
            </a:r>
            <a:endParaRPr lang="es-CL" noProof="0"/>
          </a:p>
        </p:txBody>
      </p:sp>
      <p:sp>
        <p:nvSpPr>
          <p:cNvPr id="409" name="Google Shape;409;p8"/>
          <p:cNvSpPr/>
          <p:nvPr/>
        </p:nvSpPr>
        <p:spPr>
          <a:xfrm>
            <a:off x="11064240" y="3246120"/>
            <a:ext cx="320040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10" name="Google Shape;410;p8"/>
          <p:cNvSpPr txBox="1"/>
          <p:nvPr/>
        </p:nvSpPr>
        <p:spPr>
          <a:xfrm>
            <a:off x="11201400" y="3319272"/>
            <a:ext cx="292608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3C3C3C"/>
                </a:solidFill>
                <a:latin typeface="Inter SemiBold"/>
                <a:ea typeface="Inter SemiBold"/>
                <a:cs typeface="Inter SemiBold"/>
                <a:sym typeface="Inter SemiBold"/>
              </a:rPr>
              <a:t>Canal moderno</a:t>
            </a:r>
            <a:endParaRPr lang="es-CL" noProof="0"/>
          </a:p>
        </p:txBody>
      </p:sp>
      <p:sp>
        <p:nvSpPr>
          <p:cNvPr id="411" name="Google Shape;411;p8"/>
          <p:cNvSpPr/>
          <p:nvPr/>
        </p:nvSpPr>
        <p:spPr>
          <a:xfrm>
            <a:off x="11201400" y="3685031"/>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12" name="Google Shape;412;p8"/>
          <p:cNvSpPr txBox="1"/>
          <p:nvPr/>
        </p:nvSpPr>
        <p:spPr>
          <a:xfrm>
            <a:off x="11292840" y="3758183"/>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M11</a:t>
            </a:r>
            <a:endParaRPr lang="es-CL" noProof="0"/>
          </a:p>
        </p:txBody>
      </p:sp>
      <p:sp>
        <p:nvSpPr>
          <p:cNvPr id="413" name="Google Shape;413;p8"/>
          <p:cNvSpPr txBox="1"/>
          <p:nvPr/>
        </p:nvSpPr>
        <p:spPr>
          <a:xfrm>
            <a:off x="11292840" y="4050791"/>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EDI</a:t>
            </a:r>
            <a:endParaRPr lang="es-CL" noProof="0"/>
          </a:p>
        </p:txBody>
      </p:sp>
      <p:sp>
        <p:nvSpPr>
          <p:cNvPr id="414" name="Google Shape;414;p8"/>
          <p:cNvSpPr/>
          <p:nvPr/>
        </p:nvSpPr>
        <p:spPr>
          <a:xfrm>
            <a:off x="11292840" y="4928616"/>
            <a:ext cx="1188720" cy="292608"/>
          </a:xfrm>
          <a:prstGeom prst="roundRect">
            <a:avLst>
              <a:gd name="adj" fmla="val 50000"/>
            </a:avLst>
          </a:prstGeom>
          <a:solidFill>
            <a:srgbClr val="E8641B"/>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2</a:t>
            </a:r>
            <a:endParaRPr lang="es-CL" noProof="0"/>
          </a:p>
        </p:txBody>
      </p:sp>
      <p:sp>
        <p:nvSpPr>
          <p:cNvPr id="415" name="Google Shape;415;p8"/>
          <p:cNvSpPr txBox="1"/>
          <p:nvPr/>
        </p:nvSpPr>
        <p:spPr>
          <a:xfrm>
            <a:off x="12682728" y="3749039"/>
            <a:ext cx="1444751" cy="15727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Pedido electrónico → M3</a:t>
            </a:r>
            <a:endParaRPr lang="es-CL" noProof="0"/>
          </a:p>
        </p:txBody>
      </p:sp>
      <p:sp>
        <p:nvSpPr>
          <p:cNvPr id="416" name="Google Shape;416;p8"/>
          <p:cNvSpPr/>
          <p:nvPr/>
        </p:nvSpPr>
        <p:spPr>
          <a:xfrm>
            <a:off x="3291840" y="5596128"/>
            <a:ext cx="612648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17" name="Google Shape;417;p8"/>
          <p:cNvSpPr txBox="1"/>
          <p:nvPr/>
        </p:nvSpPr>
        <p:spPr>
          <a:xfrm>
            <a:off x="3429000" y="5669280"/>
            <a:ext cx="585216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3C3C3C"/>
                </a:solidFill>
                <a:latin typeface="Inter SemiBold"/>
                <a:ea typeface="Inter SemiBold"/>
                <a:cs typeface="Inter SemiBold"/>
                <a:sym typeface="Inter SemiBold"/>
              </a:rPr>
              <a:t>Preventa, rutas y reparto</a:t>
            </a:r>
            <a:endParaRPr lang="es-CL" noProof="0"/>
          </a:p>
        </p:txBody>
      </p:sp>
      <p:sp>
        <p:nvSpPr>
          <p:cNvPr id="418" name="Google Shape;418;p8"/>
          <p:cNvSpPr/>
          <p:nvPr/>
        </p:nvSpPr>
        <p:spPr>
          <a:xfrm>
            <a:off x="3429000"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19" name="Google Shape;419;p8"/>
          <p:cNvSpPr txBox="1"/>
          <p:nvPr/>
        </p:nvSpPr>
        <p:spPr>
          <a:xfrm>
            <a:off x="3520440"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M3</a:t>
            </a:r>
            <a:endParaRPr lang="es-CL" noProof="0"/>
          </a:p>
        </p:txBody>
      </p:sp>
      <p:sp>
        <p:nvSpPr>
          <p:cNvPr id="420" name="Google Shape;420;p8"/>
          <p:cNvSpPr txBox="1"/>
          <p:nvPr/>
        </p:nvSpPr>
        <p:spPr>
          <a:xfrm>
            <a:off x="3520440"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Preventa</a:t>
            </a:r>
            <a:endParaRPr lang="es-CL" noProof="0"/>
          </a:p>
        </p:txBody>
      </p:sp>
      <p:sp>
        <p:nvSpPr>
          <p:cNvPr id="421" name="Google Shape;421;p8"/>
          <p:cNvSpPr/>
          <p:nvPr/>
        </p:nvSpPr>
        <p:spPr>
          <a:xfrm>
            <a:off x="3520440"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a:t>
            </a:r>
            <a:endParaRPr lang="es-CL" noProof="0"/>
          </a:p>
        </p:txBody>
      </p:sp>
      <p:sp>
        <p:nvSpPr>
          <p:cNvPr id="422" name="Google Shape;422;p8"/>
          <p:cNvSpPr/>
          <p:nvPr/>
        </p:nvSpPr>
        <p:spPr>
          <a:xfrm>
            <a:off x="4910328"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23" name="Google Shape;423;p8"/>
          <p:cNvSpPr txBox="1"/>
          <p:nvPr/>
        </p:nvSpPr>
        <p:spPr>
          <a:xfrm>
            <a:off x="5001768"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M4</a:t>
            </a:r>
            <a:endParaRPr lang="es-CL" noProof="0"/>
          </a:p>
        </p:txBody>
      </p:sp>
      <p:sp>
        <p:nvSpPr>
          <p:cNvPr id="424" name="Google Shape;424;p8"/>
          <p:cNvSpPr txBox="1"/>
          <p:nvPr/>
        </p:nvSpPr>
        <p:spPr>
          <a:xfrm>
            <a:off x="5001768"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Rutas + GIS</a:t>
            </a:r>
            <a:endParaRPr lang="es-CL" noProof="0"/>
          </a:p>
        </p:txBody>
      </p:sp>
      <p:sp>
        <p:nvSpPr>
          <p:cNvPr id="425" name="Google Shape;425;p8"/>
          <p:cNvSpPr/>
          <p:nvPr/>
        </p:nvSpPr>
        <p:spPr>
          <a:xfrm>
            <a:off x="5001768"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a:t>
            </a:r>
            <a:endParaRPr lang="es-CL" noProof="0"/>
          </a:p>
        </p:txBody>
      </p:sp>
      <p:sp>
        <p:nvSpPr>
          <p:cNvPr id="426" name="Google Shape;426;p8"/>
          <p:cNvSpPr/>
          <p:nvPr/>
        </p:nvSpPr>
        <p:spPr>
          <a:xfrm>
            <a:off x="6391656"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27" name="Google Shape;427;p8"/>
          <p:cNvSpPr txBox="1"/>
          <p:nvPr/>
        </p:nvSpPr>
        <p:spPr>
          <a:xfrm>
            <a:off x="6483096"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M6</a:t>
            </a:r>
            <a:endParaRPr lang="es-CL" noProof="0"/>
          </a:p>
        </p:txBody>
      </p:sp>
      <p:sp>
        <p:nvSpPr>
          <p:cNvPr id="428" name="Google Shape;428;p8"/>
          <p:cNvSpPr txBox="1"/>
          <p:nvPr/>
        </p:nvSpPr>
        <p:spPr>
          <a:xfrm>
            <a:off x="6483096"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Reparto</a:t>
            </a:r>
            <a:endParaRPr lang="es-CL" noProof="0"/>
          </a:p>
        </p:txBody>
      </p:sp>
      <p:sp>
        <p:nvSpPr>
          <p:cNvPr id="429" name="Google Shape;429;p8"/>
          <p:cNvSpPr/>
          <p:nvPr/>
        </p:nvSpPr>
        <p:spPr>
          <a:xfrm>
            <a:off x="6483096"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a:t>
            </a:r>
            <a:endParaRPr lang="es-CL" noProof="0"/>
          </a:p>
        </p:txBody>
      </p:sp>
      <p:sp>
        <p:nvSpPr>
          <p:cNvPr id="430" name="Google Shape;430;p8"/>
          <p:cNvSpPr/>
          <p:nvPr/>
        </p:nvSpPr>
        <p:spPr>
          <a:xfrm>
            <a:off x="7872983"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31" name="Google Shape;431;p8"/>
          <p:cNvSpPr txBox="1"/>
          <p:nvPr/>
        </p:nvSpPr>
        <p:spPr>
          <a:xfrm>
            <a:off x="7964423"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M8</a:t>
            </a:r>
            <a:endParaRPr lang="es-CL" noProof="0"/>
          </a:p>
        </p:txBody>
      </p:sp>
      <p:sp>
        <p:nvSpPr>
          <p:cNvPr id="432" name="Google Shape;432;p8"/>
          <p:cNvSpPr txBox="1"/>
          <p:nvPr/>
        </p:nvSpPr>
        <p:spPr>
          <a:xfrm>
            <a:off x="7964423"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Devoluciones y envases</a:t>
            </a:r>
            <a:endParaRPr lang="es-CL" noProof="0"/>
          </a:p>
        </p:txBody>
      </p:sp>
      <p:sp>
        <p:nvSpPr>
          <p:cNvPr id="433" name="Google Shape;433;p8"/>
          <p:cNvSpPr/>
          <p:nvPr/>
        </p:nvSpPr>
        <p:spPr>
          <a:xfrm>
            <a:off x="7964423"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a:t>
            </a:r>
            <a:endParaRPr lang="es-CL" noProof="0"/>
          </a:p>
        </p:txBody>
      </p:sp>
      <p:sp>
        <p:nvSpPr>
          <p:cNvPr id="434" name="Google Shape;434;p8"/>
          <p:cNvSpPr/>
          <p:nvPr/>
        </p:nvSpPr>
        <p:spPr>
          <a:xfrm>
            <a:off x="9601200" y="5596128"/>
            <a:ext cx="4663440" cy="2212848"/>
          </a:xfrm>
          <a:prstGeom prst="roundRect">
            <a:avLst>
              <a:gd name="adj" fmla="val 5000"/>
            </a:avLst>
          </a:prstGeom>
          <a:solidFill>
            <a:srgbClr val="FFFFFF"/>
          </a:solidFill>
          <a:ln w="15875" cap="flat" cmpd="sng">
            <a:solidFill>
              <a:srgbClr val="C7C7C7"/>
            </a:solidFill>
            <a:prstDash val="solid"/>
            <a:round/>
            <a:headEnd type="none" w="sm" len="sm"/>
            <a:tailEnd type="none" w="sm" len="sm"/>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35" name="Google Shape;435;p8"/>
          <p:cNvSpPr txBox="1"/>
          <p:nvPr/>
        </p:nvSpPr>
        <p:spPr>
          <a:xfrm>
            <a:off x="9738360" y="5669280"/>
            <a:ext cx="438912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3C3C3C"/>
                </a:solidFill>
                <a:latin typeface="Inter SemiBold"/>
                <a:ea typeface="Inter SemiBold"/>
                <a:cs typeface="Inter SemiBold"/>
                <a:sym typeface="Inter SemiBold"/>
              </a:rPr>
              <a:t>Datos y rendición</a:t>
            </a:r>
            <a:endParaRPr lang="es-CL" noProof="0"/>
          </a:p>
        </p:txBody>
      </p:sp>
      <p:sp>
        <p:nvSpPr>
          <p:cNvPr id="436" name="Google Shape;436;p8"/>
          <p:cNvSpPr/>
          <p:nvPr/>
        </p:nvSpPr>
        <p:spPr>
          <a:xfrm>
            <a:off x="9738360"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37" name="Google Shape;437;p8"/>
          <p:cNvSpPr txBox="1"/>
          <p:nvPr/>
        </p:nvSpPr>
        <p:spPr>
          <a:xfrm>
            <a:off x="9829800"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M7</a:t>
            </a:r>
            <a:endParaRPr lang="es-CL" noProof="0"/>
          </a:p>
        </p:txBody>
      </p:sp>
      <p:sp>
        <p:nvSpPr>
          <p:cNvPr id="438" name="Google Shape;438;p8"/>
          <p:cNvSpPr txBox="1"/>
          <p:nvPr/>
        </p:nvSpPr>
        <p:spPr>
          <a:xfrm>
            <a:off x="9829800"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Cobranza y rendición</a:t>
            </a:r>
            <a:endParaRPr lang="es-CL" noProof="0"/>
          </a:p>
        </p:txBody>
      </p:sp>
      <p:sp>
        <p:nvSpPr>
          <p:cNvPr id="439" name="Google Shape;439;p8"/>
          <p:cNvSpPr/>
          <p:nvPr/>
        </p:nvSpPr>
        <p:spPr>
          <a:xfrm>
            <a:off x="9829800" y="7278624"/>
            <a:ext cx="1188720" cy="292608"/>
          </a:xfrm>
          <a:prstGeom prst="roundRect">
            <a:avLst>
              <a:gd name="adj" fmla="val 50000"/>
            </a:avLst>
          </a:prstGeom>
          <a:solidFill>
            <a:srgbClr val="111111"/>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a:t>
            </a:r>
            <a:endParaRPr lang="es-CL" noProof="0"/>
          </a:p>
        </p:txBody>
      </p:sp>
      <p:sp>
        <p:nvSpPr>
          <p:cNvPr id="440" name="Google Shape;440;p8"/>
          <p:cNvSpPr/>
          <p:nvPr/>
        </p:nvSpPr>
        <p:spPr>
          <a:xfrm>
            <a:off x="11219688" y="6035040"/>
            <a:ext cx="1371600" cy="1627632"/>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441" name="Google Shape;441;p8"/>
          <p:cNvSpPr txBox="1"/>
          <p:nvPr/>
        </p:nvSpPr>
        <p:spPr>
          <a:xfrm>
            <a:off x="11311128" y="6108192"/>
            <a:ext cx="118872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M10</a:t>
            </a:r>
            <a:endParaRPr lang="es-CL" noProof="0"/>
          </a:p>
        </p:txBody>
      </p:sp>
      <p:sp>
        <p:nvSpPr>
          <p:cNvPr id="442" name="Google Shape;442;p8"/>
          <p:cNvSpPr txBox="1"/>
          <p:nvPr/>
        </p:nvSpPr>
        <p:spPr>
          <a:xfrm>
            <a:off x="11311128" y="6400800"/>
            <a:ext cx="118872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111111"/>
                </a:solidFill>
                <a:latin typeface="Inter SemiBold"/>
                <a:ea typeface="Inter SemiBold"/>
                <a:cs typeface="Inter SemiBold"/>
                <a:sym typeface="Inter SemiBold"/>
              </a:rPr>
              <a:t>Analítica BI</a:t>
            </a:r>
            <a:endParaRPr lang="es-CL" noProof="0"/>
          </a:p>
        </p:txBody>
      </p:sp>
      <p:sp>
        <p:nvSpPr>
          <p:cNvPr id="443" name="Google Shape;443;p8"/>
          <p:cNvSpPr/>
          <p:nvPr/>
        </p:nvSpPr>
        <p:spPr>
          <a:xfrm>
            <a:off x="11311128" y="7278624"/>
            <a:ext cx="1188720" cy="292608"/>
          </a:xfrm>
          <a:prstGeom prst="roundRect">
            <a:avLst>
              <a:gd name="adj" fmla="val 50000"/>
            </a:avLst>
          </a:prstGeom>
          <a:solidFill>
            <a:srgbClr val="3C3C3C"/>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Etapa 1 y 2</a:t>
            </a:r>
            <a:endParaRPr lang="es-CL" noProof="0"/>
          </a:p>
        </p:txBody>
      </p:sp>
      <p:sp>
        <p:nvSpPr>
          <p:cNvPr id="444" name="Google Shape;444;p8"/>
          <p:cNvSpPr txBox="1"/>
          <p:nvPr/>
        </p:nvSpPr>
        <p:spPr>
          <a:xfrm>
            <a:off x="12701016" y="6099048"/>
            <a:ext cx="1426463" cy="157276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OTIF y costo de servir</a:t>
            </a:r>
            <a:endParaRPr lang="es-CL" noProof="0"/>
          </a:p>
        </p:txBody>
      </p:sp>
      <p:cxnSp>
        <p:nvCxnSpPr>
          <p:cNvPr id="445" name="Google Shape;445;p8"/>
          <p:cNvCxnSpPr/>
          <p:nvPr/>
        </p:nvCxnSpPr>
        <p:spPr>
          <a:xfrm>
            <a:off x="4800600" y="4462271"/>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6" name="Google Shape;446;p8"/>
          <p:cNvCxnSpPr/>
          <p:nvPr/>
        </p:nvCxnSpPr>
        <p:spPr>
          <a:xfrm>
            <a:off x="6281928" y="4462271"/>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7" name="Google Shape;447;p8"/>
          <p:cNvCxnSpPr/>
          <p:nvPr/>
        </p:nvCxnSpPr>
        <p:spPr>
          <a:xfrm>
            <a:off x="4800600" y="6812279"/>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8" name="Google Shape;448;p8"/>
          <p:cNvCxnSpPr/>
          <p:nvPr/>
        </p:nvCxnSpPr>
        <p:spPr>
          <a:xfrm>
            <a:off x="6281928" y="6812279"/>
            <a:ext cx="109728"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49" name="Google Shape;449;p8"/>
          <p:cNvCxnSpPr/>
          <p:nvPr/>
        </p:nvCxnSpPr>
        <p:spPr>
          <a:xfrm>
            <a:off x="7763256" y="6812279"/>
            <a:ext cx="109727" cy="0"/>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cxnSp>
        <p:nvCxnSpPr>
          <p:cNvPr id="450" name="Google Shape;450;p8"/>
          <p:cNvCxnSpPr/>
          <p:nvPr/>
        </p:nvCxnSpPr>
        <p:spPr>
          <a:xfrm>
            <a:off x="7077456" y="5312664"/>
            <a:ext cx="0" cy="722376"/>
          </a:xfrm>
          <a:prstGeom prst="straightConnector1">
            <a:avLst/>
          </a:prstGeom>
          <a:noFill/>
          <a:ln w="25400" cap="flat" cmpd="sng">
            <a:solidFill>
              <a:srgbClr val="E8641B"/>
            </a:solidFill>
            <a:prstDash val="solid"/>
            <a:round/>
            <a:headEnd type="none" w="sm" len="sm"/>
            <a:tailEnd type="triangle" w="med" len="med"/>
          </a:ln>
          <a:effectLst>
            <a:outerShdw blurRad="40000" dist="20000" dir="5400000" rotWithShape="0">
              <a:srgbClr val="000000">
                <a:alpha val="38039"/>
              </a:srgbClr>
            </a:outerShdw>
          </a:effectLst>
        </p:spPr>
      </p:cxnSp>
      <p:sp>
        <p:nvSpPr>
          <p:cNvPr id="452" name="Google Shape;452;p8"/>
          <p:cNvSpPr txBox="1"/>
          <p:nvPr/>
        </p:nvSpPr>
        <p:spPr>
          <a:xfrm>
            <a:off x="14584680" y="3246120"/>
            <a:ext cx="320040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SISTEMAS EXTERNOS</a:t>
            </a:r>
            <a:endParaRPr lang="es-CL" noProof="0"/>
          </a:p>
        </p:txBody>
      </p:sp>
      <p:sp>
        <p:nvSpPr>
          <p:cNvPr id="453" name="Google Shape;453;p8"/>
          <p:cNvSpPr/>
          <p:nvPr/>
        </p:nvSpPr>
        <p:spPr>
          <a:xfrm>
            <a:off x="14584680" y="3611880"/>
            <a:ext cx="3200400" cy="1097280"/>
          </a:xfrm>
          <a:prstGeom prst="roundRect">
            <a:avLst>
              <a:gd name="adj" fmla="val 8000"/>
            </a:avLst>
          </a:prstGeom>
          <a:solidFill>
            <a:srgbClr val="111111"/>
          </a:solidFill>
          <a:ln>
            <a:noFill/>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a:solidFill>
                  <a:srgbClr val="FFFFFF"/>
                </a:solidFill>
                <a:latin typeface="Inter SemiBold"/>
                <a:ea typeface="Inter SemiBold"/>
                <a:cs typeface="Inter SemiBold"/>
                <a:sym typeface="Inter SemiBold"/>
              </a:rPr>
              <a:t>ERP 2017</a:t>
            </a:r>
            <a:endParaRPr lang="es-CL" noProof="0"/>
          </a:p>
        </p:txBody>
      </p:sp>
      <p:cxnSp>
        <p:nvCxnSpPr>
          <p:cNvPr id="454" name="Google Shape;454;p8"/>
          <p:cNvCxnSpPr/>
          <p:nvPr/>
        </p:nvCxnSpPr>
        <p:spPr>
          <a:xfrm>
            <a:off x="14282928" y="4160520"/>
            <a:ext cx="274320"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55" name="Google Shape;455;p8"/>
          <p:cNvSpPr/>
          <p:nvPr/>
        </p:nvSpPr>
        <p:spPr>
          <a:xfrm>
            <a:off x="14584680" y="5943600"/>
            <a:ext cx="3200400" cy="96012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Geolocalización</a:t>
            </a:r>
            <a:endParaRPr lang="es-CL" sz="1400" b="0" noProof="0">
              <a:solidFill>
                <a:srgbClr val="606060"/>
              </a:solidFill>
              <a:latin typeface="Inter"/>
              <a:ea typeface="Inter"/>
              <a:cs typeface="Inter"/>
              <a:sym typeface="Inter"/>
            </a:endParaRPr>
          </a:p>
        </p:txBody>
      </p:sp>
      <p:cxnSp>
        <p:nvCxnSpPr>
          <p:cNvPr id="456" name="Google Shape;456;p8"/>
          <p:cNvCxnSpPr/>
          <p:nvPr/>
        </p:nvCxnSpPr>
        <p:spPr>
          <a:xfrm>
            <a:off x="14282928" y="5326380"/>
            <a:ext cx="274320"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57" name="Google Shape;457;p8"/>
          <p:cNvSpPr/>
          <p:nvPr/>
        </p:nvSpPr>
        <p:spPr>
          <a:xfrm>
            <a:off x="14538960" y="7662672"/>
            <a:ext cx="3200400" cy="96012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Cadenas</a:t>
            </a:r>
            <a:endParaRPr lang="es-CL" noProof="0"/>
          </a:p>
          <a:p>
            <a:pPr marL="0" marR="0" lvl="0" indent="0" algn="l" rtl="0">
              <a:spcBef>
                <a:spcPts val="0"/>
              </a:spcBef>
              <a:spcAft>
                <a:spcPts val="0"/>
              </a:spcAft>
              <a:buNone/>
            </a:pPr>
            <a:r>
              <a:rPr lang="es-CL" sz="1400" b="0" noProof="0">
                <a:solidFill>
                  <a:srgbClr val="606060"/>
                </a:solidFill>
                <a:latin typeface="Inter"/>
                <a:ea typeface="Inter"/>
                <a:cs typeface="Inter"/>
                <a:sym typeface="Inter"/>
              </a:rPr>
              <a:t>EDI con el canal moderno</a:t>
            </a:r>
            <a:endParaRPr lang="es-CL" noProof="0"/>
          </a:p>
        </p:txBody>
      </p:sp>
      <p:cxnSp>
        <p:nvCxnSpPr>
          <p:cNvPr id="458" name="Google Shape;458;p8"/>
          <p:cNvCxnSpPr/>
          <p:nvPr/>
        </p:nvCxnSpPr>
        <p:spPr>
          <a:xfrm>
            <a:off x="14282928" y="6423660"/>
            <a:ext cx="274320" cy="0"/>
          </a:xfrm>
          <a:prstGeom prst="straightConnector1">
            <a:avLst/>
          </a:prstGeom>
          <a:noFill/>
          <a:ln w="19050" cap="flat" cmpd="sng">
            <a:solidFill>
              <a:srgbClr val="9A9A9A"/>
            </a:solidFill>
            <a:prstDash val="solid"/>
            <a:round/>
            <a:headEnd type="none" w="sm" len="sm"/>
            <a:tailEnd type="triangle" w="med" len="med"/>
          </a:ln>
          <a:effectLst>
            <a:outerShdw blurRad="40000" dist="20000" dir="5400000" rotWithShape="0">
              <a:srgbClr val="000000">
                <a:alpha val="38039"/>
              </a:srgbClr>
            </a:outerShdw>
          </a:effectLst>
        </p:spPr>
      </p:cxnSp>
      <p:sp>
        <p:nvSpPr>
          <p:cNvPr id="460" name="Google Shape;460;p8"/>
          <p:cNvSpPr/>
          <p:nvPr/>
        </p:nvSpPr>
        <p:spPr>
          <a:xfrm>
            <a:off x="14584680" y="4846320"/>
            <a:ext cx="3200400" cy="960120"/>
          </a:xfrm>
          <a:prstGeom prst="roundRect">
            <a:avLst>
              <a:gd name="adj" fmla="val 8000"/>
            </a:avLst>
          </a:prstGeom>
          <a:solidFill>
            <a:srgbClr val="FFFFFF"/>
          </a:solidFill>
          <a:ln w="15875" cap="flat" cmpd="sng">
            <a:solidFill>
              <a:srgbClr val="C7C7C7"/>
            </a:solidFill>
            <a:prstDash val="solid"/>
            <a:round/>
            <a:headEnd type="none" w="sm" len="sm"/>
            <a:tailEnd type="none" w="sm" len="sm"/>
          </a:ln>
        </p:spPr>
        <p:txBody>
          <a:bodyPr spcFirstLastPara="1" wrap="square" lIns="182875" tIns="45700" rIns="182875" bIns="45700" anchor="t" anchorCtr="0">
            <a:no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Transbank</a:t>
            </a:r>
            <a:endParaRPr lang="es-CL" sz="1400" b="0" noProof="0">
              <a:solidFill>
                <a:srgbClr val="606060"/>
              </a:solidFill>
              <a:latin typeface="Inter"/>
              <a:ea typeface="Inter"/>
              <a:cs typeface="Inter"/>
              <a:sym typeface="Inter"/>
            </a:endParaRPr>
          </a:p>
        </p:txBody>
      </p:sp>
      <p:sp>
        <p:nvSpPr>
          <p:cNvPr id="461" name="Google Shape;461;p8"/>
          <p:cNvSpPr txBox="1"/>
          <p:nvPr/>
        </p:nvSpPr>
        <p:spPr>
          <a:xfrm>
            <a:off x="14584680" y="7315200"/>
            <a:ext cx="3200400" cy="215444"/>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INTEGRACIÓN · ETAPA 2</a:t>
            </a:r>
          </a:p>
        </p:txBody>
      </p:sp>
      <p:sp>
        <p:nvSpPr>
          <p:cNvPr id="46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53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08</a:t>
            </a:r>
          </a:p>
        </p:txBody>
      </p:sp>
      <p:pic>
        <p:nvPicPr>
          <p:cNvPr id="468" name="Google Shape;468;p9" descr="Figura 1. Vista general completa de la arquitectura lógica (Subdocumento 4)"/>
          <p:cNvPicPr preferRelativeResize="0"/>
          <p:nvPr/>
        </p:nvPicPr>
        <p:blipFill rotWithShape="1">
          <a:blip r:embed="rId3">
            <a:alphaModFix/>
          </a:blip>
          <a:srcRect b="3400"/>
          <a:stretch/>
        </p:blipFill>
        <p:spPr>
          <a:xfrm>
            <a:off x="7963265" y="1143000"/>
            <a:ext cx="9310908" cy="8275320"/>
          </a:xfrm>
          <a:prstGeom prst="rect">
            <a:avLst/>
          </a:prstGeom>
          <a:noFill/>
          <a:ln w="12700">
            <a:solidFill>
              <a:srgbClr val="E4E4E4"/>
            </a:solidFill>
          </a:ln>
        </p:spPr>
      </p:pic>
      <p:sp>
        <p:nvSpPr>
          <p:cNvPr id="469" name="!!title"/>
          <p:cNvSpPr txBox="1"/>
          <p:nvPr/>
        </p:nvSpPr>
        <p:spPr>
          <a:xfrm>
            <a:off x="1444752" y="274320"/>
            <a:ext cx="9144000" cy="822960"/>
          </a:xfrm>
          <a:prstGeom prst="rect">
            <a:avLst/>
          </a:prstGeom>
          <a:noFill/>
          <a:ln>
            <a:noFill/>
          </a:ln>
        </p:spPr>
        <p:txBody>
          <a:bodyPr spcFirstLastPara="1" wrap="square" lIns="0" tIns="0" rIns="0" bIns="0" anchor="t" anchorCtr="0">
            <a:spAutoFit/>
          </a:bodyPr>
          <a:lstStyle/>
          <a:p>
            <a:pPr marL="0" marR="0" lvl="0" indent="0" algn="l" rtl="0">
              <a:lnSpc>
                <a:spcPct val="194851"/>
              </a:lnSpc>
              <a:spcBef>
                <a:spcPts val="0"/>
              </a:spcBef>
              <a:spcAft>
                <a:spcPts val="0"/>
              </a:spcAft>
              <a:buNone/>
            </a:pPr>
            <a:r>
              <a:rPr lang="es-CL" sz="4400" b="1" noProof="0">
                <a:solidFill>
                  <a:srgbClr val="111111"/>
                </a:solidFill>
                <a:latin typeface="Inter SemiBold"/>
                <a:ea typeface="Inter SemiBold"/>
                <a:cs typeface="Inter SemiBold"/>
                <a:sym typeface="Inter SemiBold"/>
              </a:rPr>
              <a:t>Arquitectura lógica</a:t>
            </a:r>
            <a:endParaRPr lang="es-CL" noProof="0"/>
          </a:p>
        </p:txBody>
      </p:sp>
      <p:sp>
        <p:nvSpPr>
          <p:cNvPr id="472" name="Google Shape;472;p9"/>
          <p:cNvSpPr/>
          <p:nvPr/>
        </p:nvSpPr>
        <p:spPr>
          <a:xfrm>
            <a:off x="1448700" y="1495764"/>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1   </a:t>
            </a:r>
            <a:r>
              <a:rPr lang="es-CL" sz="1529" b="1" noProof="0">
                <a:solidFill>
                  <a:srgbClr val="111111"/>
                </a:solidFill>
                <a:latin typeface="Inter SemiBold"/>
                <a:ea typeface="Inter SemiBold"/>
                <a:cs typeface="Inter SemiBold"/>
                <a:sym typeface="Inter SemiBold"/>
              </a:rPr>
              <a:t>Presentación</a:t>
            </a:r>
            <a:r>
              <a:rPr lang="es-CL" sz="1338" b="1" noProof="0">
                <a:solidFill>
                  <a:srgbClr val="606060"/>
                </a:solidFill>
                <a:latin typeface="Inter"/>
                <a:ea typeface="Inter"/>
                <a:cs typeface="Inter"/>
                <a:sym typeface="Inter"/>
              </a:rPr>
              <a:t>  ·  captura y muestra la información</a:t>
            </a:r>
          </a:p>
        </p:txBody>
      </p:sp>
      <p:sp>
        <p:nvSpPr>
          <p:cNvPr id="473" name="Google Shape;473;p9"/>
          <p:cNvSpPr/>
          <p:nvPr/>
        </p:nvSpPr>
        <p:spPr>
          <a:xfrm>
            <a:off x="1448700" y="2876765"/>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2   </a:t>
            </a:r>
            <a:r>
              <a:rPr lang="es-CL" sz="1529" b="1" noProof="0">
                <a:solidFill>
                  <a:srgbClr val="111111"/>
                </a:solidFill>
                <a:latin typeface="Inter SemiBold"/>
                <a:ea typeface="Inter SemiBold"/>
                <a:cs typeface="Inter SemiBold"/>
                <a:sym typeface="Inter SemiBold"/>
              </a:rPr>
              <a:t>Borde y exposición</a:t>
            </a:r>
            <a:r>
              <a:rPr lang="es-CL" sz="1338" b="1" noProof="0">
                <a:solidFill>
                  <a:srgbClr val="606060"/>
                </a:solidFill>
                <a:latin typeface="Inter"/>
                <a:ea typeface="Inter"/>
                <a:cs typeface="Inter"/>
                <a:sym typeface="Inter"/>
              </a:rPr>
              <a:t>  ·  protege la entrada</a:t>
            </a:r>
          </a:p>
        </p:txBody>
      </p:sp>
      <p:sp>
        <p:nvSpPr>
          <p:cNvPr id="474" name="Google Shape;474;p9"/>
          <p:cNvSpPr/>
          <p:nvPr/>
        </p:nvSpPr>
        <p:spPr>
          <a:xfrm>
            <a:off x="1448700" y="3457272"/>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3   </a:t>
            </a:r>
            <a:r>
              <a:rPr lang="es-CL" sz="1529" b="1" noProof="0">
                <a:solidFill>
                  <a:srgbClr val="111111"/>
                </a:solidFill>
                <a:latin typeface="Inter SemiBold"/>
                <a:ea typeface="Inter SemiBold"/>
                <a:cs typeface="Inter SemiBold"/>
                <a:sym typeface="Inter SemiBold"/>
              </a:rPr>
              <a:t>Puerta de enlace de servicios</a:t>
            </a:r>
            <a:r>
              <a:rPr lang="es-CL" sz="1338" b="1" noProof="0">
                <a:solidFill>
                  <a:srgbClr val="606060"/>
                </a:solidFill>
                <a:latin typeface="Inter"/>
                <a:ea typeface="Inter"/>
                <a:cs typeface="Inter"/>
                <a:sym typeface="Inter"/>
              </a:rPr>
              <a:t>  ·  valida las solicitudes</a:t>
            </a:r>
          </a:p>
        </p:txBody>
      </p:sp>
      <p:sp>
        <p:nvSpPr>
          <p:cNvPr id="475" name="Google Shape;475;p9"/>
          <p:cNvSpPr/>
          <p:nvPr/>
        </p:nvSpPr>
        <p:spPr>
          <a:xfrm>
            <a:off x="1448700" y="4682916"/>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4   </a:t>
            </a:r>
            <a:r>
              <a:rPr lang="es-CL" sz="1529" b="1" noProof="0">
                <a:solidFill>
                  <a:srgbClr val="111111"/>
                </a:solidFill>
                <a:latin typeface="Inter SemiBold"/>
                <a:ea typeface="Inter SemiBold"/>
                <a:cs typeface="Inter SemiBold"/>
                <a:sym typeface="Inter SemiBold"/>
              </a:rPr>
              <a:t>Lógica de negocio</a:t>
            </a:r>
            <a:r>
              <a:rPr lang="es-CL" sz="1338" b="1" noProof="0">
                <a:solidFill>
                  <a:srgbClr val="606060"/>
                </a:solidFill>
                <a:latin typeface="Inter"/>
                <a:ea typeface="Inter"/>
                <a:cs typeface="Inter"/>
                <a:sym typeface="Inter"/>
              </a:rPr>
              <a:t>  ·  aplica las reglas de M1–M12 en Laravel</a:t>
            </a:r>
          </a:p>
        </p:txBody>
      </p:sp>
      <p:sp>
        <p:nvSpPr>
          <p:cNvPr id="476" name="Google Shape;476;p9"/>
          <p:cNvSpPr/>
          <p:nvPr/>
        </p:nvSpPr>
        <p:spPr>
          <a:xfrm>
            <a:off x="1448700" y="5859958"/>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5   </a:t>
            </a:r>
            <a:r>
              <a:rPr lang="es-CL" sz="1529" b="1" noProof="0">
                <a:solidFill>
                  <a:srgbClr val="111111"/>
                </a:solidFill>
                <a:latin typeface="Inter SemiBold"/>
                <a:ea typeface="Inter SemiBold"/>
                <a:cs typeface="Inter SemiBold"/>
                <a:sym typeface="Inter SemiBold"/>
              </a:rPr>
              <a:t>Integración y eventos</a:t>
            </a:r>
            <a:r>
              <a:rPr lang="es-CL" sz="1338" b="1" noProof="0">
                <a:solidFill>
                  <a:srgbClr val="606060"/>
                </a:solidFill>
                <a:latin typeface="Inter"/>
                <a:ea typeface="Inter"/>
                <a:cs typeface="Inter"/>
                <a:sym typeface="Inter"/>
              </a:rPr>
              <a:t>  ·  conserva y distribuye eventos</a:t>
            </a:r>
          </a:p>
        </p:txBody>
      </p:sp>
      <p:sp>
        <p:nvSpPr>
          <p:cNvPr id="477" name="Google Shape;477;p9"/>
          <p:cNvSpPr/>
          <p:nvPr/>
        </p:nvSpPr>
        <p:spPr>
          <a:xfrm>
            <a:off x="1448700" y="6709049"/>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6   </a:t>
            </a:r>
            <a:r>
              <a:rPr lang="es-CL" sz="1529" b="1" noProof="0">
                <a:solidFill>
                  <a:srgbClr val="111111"/>
                </a:solidFill>
                <a:latin typeface="Inter SemiBold"/>
                <a:ea typeface="Inter SemiBold"/>
                <a:cs typeface="Inter SemiBold"/>
                <a:sym typeface="Inter SemiBold"/>
              </a:rPr>
              <a:t>Acceso a datos</a:t>
            </a:r>
            <a:r>
              <a:rPr lang="es-CL" sz="1338" b="1" noProof="0">
                <a:solidFill>
                  <a:srgbClr val="606060"/>
                </a:solidFill>
                <a:latin typeface="Inter"/>
                <a:ea typeface="Inter"/>
                <a:cs typeface="Inter"/>
                <a:sym typeface="Inter"/>
              </a:rPr>
              <a:t>  ·  administra la persistencia</a:t>
            </a:r>
          </a:p>
        </p:txBody>
      </p:sp>
      <p:sp>
        <p:nvSpPr>
          <p:cNvPr id="478" name="Google Shape;478;p9"/>
          <p:cNvSpPr/>
          <p:nvPr/>
        </p:nvSpPr>
        <p:spPr>
          <a:xfrm>
            <a:off x="1448700" y="8158047"/>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7   </a:t>
            </a:r>
            <a:r>
              <a:rPr lang="es-CL" sz="1529" b="1" noProof="0">
                <a:solidFill>
                  <a:srgbClr val="111111"/>
                </a:solidFill>
                <a:latin typeface="Inter SemiBold"/>
                <a:ea typeface="Inter SemiBold"/>
                <a:cs typeface="Inter SemiBold"/>
                <a:sym typeface="Inter SemiBold"/>
              </a:rPr>
              <a:t>Seguridad</a:t>
            </a:r>
            <a:r>
              <a:rPr lang="es-CL" sz="1338" b="1" noProof="0">
                <a:solidFill>
                  <a:srgbClr val="606060"/>
                </a:solidFill>
                <a:latin typeface="Inter"/>
                <a:ea typeface="Inter"/>
                <a:cs typeface="Inter"/>
                <a:sym typeface="Inter"/>
              </a:rPr>
              <a:t>  ·  transversal a todas las capas</a:t>
            </a:r>
          </a:p>
        </p:txBody>
      </p:sp>
      <p:sp>
        <p:nvSpPr>
          <p:cNvPr id="479" name="Google Shape;479;p9"/>
          <p:cNvSpPr/>
          <p:nvPr/>
        </p:nvSpPr>
        <p:spPr>
          <a:xfrm>
            <a:off x="1448700" y="8735182"/>
            <a:ext cx="5887200" cy="594300"/>
          </a:xfrm>
          <a:prstGeom prst="roundRect">
            <a:avLst>
              <a:gd name="adj" fmla="val 50000"/>
            </a:avLst>
          </a:prstGeom>
          <a:solidFill>
            <a:srgbClr val="F4F4F4"/>
          </a:solidFill>
          <a:ln>
            <a:noFill/>
          </a:ln>
        </p:spPr>
        <p:txBody>
          <a:bodyPr spcFirstLastPara="1" wrap="square" lIns="157250" tIns="43675" rIns="43675" bIns="43675" anchor="ctr" anchorCtr="0">
            <a:noAutofit/>
          </a:bodyPr>
          <a:lstStyle/>
          <a:p>
            <a:pPr marL="0" marR="0" lvl="0" indent="0" algn="l" rtl="0">
              <a:spcBef>
                <a:spcPts val="0"/>
              </a:spcBef>
              <a:spcAft>
                <a:spcPts val="0"/>
              </a:spcAft>
              <a:buNone/>
            </a:pPr>
            <a:r>
              <a:rPr lang="es-CL" sz="1529" b="1" noProof="0">
                <a:solidFill>
                  <a:srgbClr val="E8641B"/>
                </a:solidFill>
                <a:latin typeface="Inter SemiBold"/>
                <a:ea typeface="Inter SemiBold"/>
                <a:cs typeface="Inter SemiBold"/>
                <a:sym typeface="Inter SemiBold"/>
              </a:rPr>
              <a:t>8   </a:t>
            </a:r>
            <a:r>
              <a:rPr lang="es-CL" sz="1529" b="1" noProof="0" err="1">
                <a:solidFill>
                  <a:srgbClr val="111111"/>
                </a:solidFill>
                <a:latin typeface="Inter SemiBold"/>
                <a:ea typeface="Inter SemiBold"/>
                <a:cs typeface="Inter SemiBold"/>
                <a:sym typeface="Inter SemiBold"/>
              </a:rPr>
              <a:t>Observabilidad</a:t>
            </a:r>
            <a:r>
              <a:rPr lang="es-CL" sz="1338" b="1" noProof="0">
                <a:solidFill>
                  <a:srgbClr val="606060"/>
                </a:solidFill>
                <a:latin typeface="Inter"/>
                <a:ea typeface="Inter"/>
                <a:cs typeface="Inter"/>
                <a:sym typeface="Inter"/>
              </a:rPr>
              <a:t>  ·  transversal a todas las capas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Shape 484"/>
        <p:cNvGrpSpPr/>
        <p:nvPr/>
      </p:nvGrpSpPr>
      <p:grpSpPr>
        <a:xfrm>
          <a:off x="0" y="0"/>
          <a:ext cx="0" cy="0"/>
          <a:chOff x="0" y="0"/>
          <a:chExt cx="0" cy="0"/>
        </a:xfrm>
      </p:grpSpPr>
      <p:sp>
        <p:nvSpPr>
          <p:cNvPr id="3" name="!!deco_7e767073_1">
            <a:extLst>
              <a:ext uri="{FF2B5EF4-FFF2-40B4-BE49-F238E27FC236}">
                <a16:creationId xmlns:a16="http://schemas.microsoft.com/office/drawing/2014/main" id="{9D34E8CE-C892-80BE-D30D-C67C2A1E5B55}"/>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02"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01"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5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09</a:t>
            </a:r>
          </a:p>
        </p:txBody>
      </p:sp>
      <p:sp>
        <p:nvSpPr>
          <p:cNvPr id="485"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1. Presentación</a:t>
            </a:r>
            <a:endParaRPr lang="es-CL" noProof="0"/>
          </a:p>
        </p:txBody>
      </p:sp>
      <p:sp>
        <p:nvSpPr>
          <p:cNvPr id="486"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487"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1 de 8</a:t>
            </a:r>
            <a:endParaRPr lang="es-CL" noProof="0"/>
          </a:p>
        </p:txBody>
      </p:sp>
      <p:sp>
        <p:nvSpPr>
          <p:cNvPr id="488"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Aplicaciones, portales y dispositivos de cada actor</a:t>
            </a:r>
            <a:endParaRPr lang="es-CL" noProof="0"/>
          </a:p>
        </p:txBody>
      </p:sp>
      <p:pic>
        <p:nvPicPr>
          <p:cNvPr id="490"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492" name="!!capahl"/>
          <p:cNvSpPr/>
          <p:nvPr/>
        </p:nvSpPr>
        <p:spPr>
          <a:xfrm>
            <a:off x="809625" y="2390775"/>
            <a:ext cx="3333900" cy="7383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pic>
        <p:nvPicPr>
          <p:cNvPr id="493" name="Google Shape;493;hc7cc306779174be_1_3" descr="!!ARQL-layer-2"/>
          <p:cNvPicPr preferRelativeResize="0"/>
          <p:nvPr/>
        </p:nvPicPr>
        <p:blipFill rotWithShape="1">
          <a:blip r:embed="rId6">
            <a:alphaModFix amt="0"/>
          </a:blip>
          <a:srcRect/>
          <a:stretch/>
        </p:blipFill>
        <p:spPr>
          <a:xfrm>
            <a:off x="2296741" y="3090920"/>
            <a:ext cx="359518" cy="172708"/>
          </a:xfrm>
          <a:prstGeom prst="rect">
            <a:avLst/>
          </a:prstGeom>
          <a:noFill/>
          <a:ln>
            <a:noFill/>
          </a:ln>
        </p:spPr>
      </p:pic>
      <p:pic>
        <p:nvPicPr>
          <p:cNvPr id="494" name="Google Shape;494;hc7cc306779174be_1_3" descr="!!ARQL-layer-3"/>
          <p:cNvPicPr preferRelativeResize="0"/>
          <p:nvPr/>
        </p:nvPicPr>
        <p:blipFill rotWithShape="1">
          <a:blip r:embed="rId7">
            <a:alphaModFix amt="0"/>
          </a:blip>
          <a:srcRect/>
          <a:stretch/>
        </p:blipFill>
        <p:spPr>
          <a:xfrm>
            <a:off x="2326735" y="3263627"/>
            <a:ext cx="299532" cy="201493"/>
          </a:xfrm>
          <a:prstGeom prst="rect">
            <a:avLst/>
          </a:prstGeom>
          <a:noFill/>
          <a:ln>
            <a:noFill/>
          </a:ln>
        </p:spPr>
      </p:pic>
      <p:pic>
        <p:nvPicPr>
          <p:cNvPr id="495" name="Google Shape;495;hc7cc306779174be_1_3" descr="!!ARQL-layer-4"/>
          <p:cNvPicPr preferRelativeResize="0"/>
          <p:nvPr/>
        </p:nvPicPr>
        <p:blipFill rotWithShape="1">
          <a:blip r:embed="rId8">
            <a:alphaModFix amt="0"/>
          </a:blip>
          <a:srcRect/>
          <a:stretch/>
        </p:blipFill>
        <p:spPr>
          <a:xfrm>
            <a:off x="1968077" y="3465119"/>
            <a:ext cx="1016846" cy="575691"/>
          </a:xfrm>
          <a:prstGeom prst="rect">
            <a:avLst/>
          </a:prstGeom>
          <a:noFill/>
          <a:ln>
            <a:noFill/>
          </a:ln>
        </p:spPr>
      </p:pic>
      <p:pic>
        <p:nvPicPr>
          <p:cNvPr id="496" name="Google Shape;496;hc7cc306779174be_1_3" descr="!!ARQL-layer-5"/>
          <p:cNvPicPr preferRelativeResize="0"/>
          <p:nvPr/>
        </p:nvPicPr>
        <p:blipFill rotWithShape="1">
          <a:blip r:embed="rId9">
            <a:alphaModFix amt="0"/>
          </a:blip>
          <a:srcRect/>
          <a:stretch/>
        </p:blipFill>
        <p:spPr>
          <a:xfrm>
            <a:off x="2180924" y="4040810"/>
            <a:ext cx="591153" cy="287844"/>
          </a:xfrm>
          <a:prstGeom prst="rect">
            <a:avLst/>
          </a:prstGeom>
          <a:noFill/>
          <a:ln>
            <a:noFill/>
          </a:ln>
        </p:spPr>
      </p:pic>
      <p:pic>
        <p:nvPicPr>
          <p:cNvPr id="497" name="Google Shape;497;hc7cc306779174be_1_3" descr="!!ARQL-layer-6"/>
          <p:cNvPicPr preferRelativeResize="0"/>
          <p:nvPr/>
        </p:nvPicPr>
        <p:blipFill rotWithShape="1">
          <a:blip r:embed="rId10">
            <a:alphaModFix amt="0"/>
          </a:blip>
          <a:srcRect/>
          <a:stretch/>
        </p:blipFill>
        <p:spPr>
          <a:xfrm>
            <a:off x="2078416" y="4328655"/>
            <a:ext cx="796170" cy="518121"/>
          </a:xfrm>
          <a:prstGeom prst="rect">
            <a:avLst/>
          </a:prstGeom>
          <a:noFill/>
          <a:ln>
            <a:noFill/>
          </a:ln>
        </p:spPr>
      </p:pic>
      <p:pic>
        <p:nvPicPr>
          <p:cNvPr id="498" name="Google Shape;498;hc7cc306779174be_1_3" descr="!!ARQL-layer-7"/>
          <p:cNvPicPr preferRelativeResize="0"/>
          <p:nvPr/>
        </p:nvPicPr>
        <p:blipFill rotWithShape="1">
          <a:blip r:embed="rId11">
            <a:alphaModFix amt="0"/>
          </a:blip>
          <a:srcRect/>
          <a:stretch/>
        </p:blipFill>
        <p:spPr>
          <a:xfrm>
            <a:off x="2237586" y="4846777"/>
            <a:ext cx="477828" cy="230275"/>
          </a:xfrm>
          <a:prstGeom prst="rect">
            <a:avLst/>
          </a:prstGeom>
          <a:noFill/>
          <a:ln>
            <a:noFill/>
          </a:ln>
        </p:spPr>
      </p:pic>
      <p:pic>
        <p:nvPicPr>
          <p:cNvPr id="499" name="Google Shape;499;hc7cc306779174be_1_3" descr="!!ARQL-layer-8"/>
          <p:cNvPicPr preferRelativeResize="0"/>
          <p:nvPr/>
        </p:nvPicPr>
        <p:blipFill rotWithShape="1">
          <a:blip r:embed="rId12">
            <a:alphaModFix amt="0"/>
          </a:blip>
          <a:srcRect/>
          <a:stretch/>
        </p:blipFill>
        <p:spPr>
          <a:xfrm>
            <a:off x="2272993" y="5077054"/>
            <a:ext cx="407015" cy="230277"/>
          </a:xfrm>
          <a:prstGeom prst="rect">
            <a:avLst/>
          </a:prstGeom>
          <a:noFill/>
          <a:ln>
            <a:noFill/>
          </a:ln>
        </p:spPr>
      </p:pic>
      <p:pic>
        <p:nvPicPr>
          <p:cNvPr id="500" name="!!capaimg" descr="!!ARQL-layer-1" title="Capa 1. Presentación"/>
          <p:cNvPicPr preferRelativeResize="0"/>
          <p:nvPr/>
        </p:nvPicPr>
        <p:blipFill rotWithShape="1">
          <a:blip r:embed="rId13">
            <a:alphaModFix/>
          </a:blip>
          <a:srcRect t="3348" b="12745"/>
          <a:stretch/>
        </p:blipFill>
        <p:spPr>
          <a:xfrm>
            <a:off x="5840632" y="1691640"/>
            <a:ext cx="10721535" cy="7040880"/>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504"/>
        <p:cNvGrpSpPr/>
        <p:nvPr/>
      </p:nvGrpSpPr>
      <p:grpSpPr>
        <a:xfrm>
          <a:off x="0" y="0"/>
          <a:ext cx="0" cy="0"/>
          <a:chOff x="0" y="0"/>
          <a:chExt cx="0" cy="0"/>
        </a:xfrm>
      </p:grpSpPr>
      <p:sp>
        <p:nvSpPr>
          <p:cNvPr id="3" name="!!deco_7e767073_1">
            <a:extLst>
              <a:ext uri="{FF2B5EF4-FFF2-40B4-BE49-F238E27FC236}">
                <a16:creationId xmlns:a16="http://schemas.microsoft.com/office/drawing/2014/main" id="{8A2C77C1-248E-D58C-CCA0-DCA505869DD4}"/>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21"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20"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4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10</a:t>
            </a:r>
          </a:p>
        </p:txBody>
      </p:sp>
      <p:sp>
        <p:nvSpPr>
          <p:cNvPr id="505"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2. Borde y exposición</a:t>
            </a:r>
            <a:endParaRPr lang="es-CL" noProof="0"/>
          </a:p>
        </p:txBody>
      </p:sp>
      <p:pic>
        <p:nvPicPr>
          <p:cNvPr id="506"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07"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08" name="!!capahl"/>
          <p:cNvSpPr/>
          <p:nvPr/>
        </p:nvSpPr>
        <p:spPr>
          <a:xfrm>
            <a:off x="809625" y="3052820"/>
            <a:ext cx="3333900" cy="2490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09"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2 de 8</a:t>
            </a:r>
            <a:endParaRPr lang="es-CL" noProof="0"/>
          </a:p>
        </p:txBody>
      </p:sp>
      <p:sp>
        <p:nvSpPr>
          <p:cNvPr id="510"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Protección de las entradas públicas, privadas y locales</a:t>
            </a:r>
            <a:endParaRPr lang="es-CL" noProof="0"/>
          </a:p>
        </p:txBody>
      </p:sp>
      <p:pic>
        <p:nvPicPr>
          <p:cNvPr id="511" name="Google Shape;511;hc7cc306779174be_10_2"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12" name="!!capaimg" descr="!!ARQL-layer-2"/>
          <p:cNvPicPr preferRelativeResize="0"/>
          <p:nvPr/>
        </p:nvPicPr>
        <p:blipFill rotWithShape="1">
          <a:blip r:embed="rId7">
            <a:alphaModFix/>
          </a:blip>
          <a:srcRect/>
          <a:stretch/>
        </p:blipFill>
        <p:spPr>
          <a:xfrm>
            <a:off x="4846320" y="1691640"/>
            <a:ext cx="12710159" cy="6105765"/>
          </a:xfrm>
          <a:prstGeom prst="rect">
            <a:avLst/>
          </a:prstGeom>
          <a:noFill/>
          <a:ln w="12700">
            <a:solidFill>
              <a:srgbClr val="E4E4E4"/>
            </a:solidFill>
          </a:ln>
        </p:spPr>
      </p:pic>
      <p:pic>
        <p:nvPicPr>
          <p:cNvPr id="513" name="Google Shape;513;hc7cc306779174be_10_2"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14" name="Google Shape;514;hc7cc306779174be_10_2"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15" name="Google Shape;515;hc7cc306779174be_10_2"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16" name="Google Shape;516;hc7cc306779174be_10_2"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17" name="Google Shape;517;hc7cc306779174be_10_2"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18" name="Google Shape;518;hc7cc306779174be_10_2"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523"/>
        <p:cNvGrpSpPr/>
        <p:nvPr/>
      </p:nvGrpSpPr>
      <p:grpSpPr>
        <a:xfrm>
          <a:off x="0" y="0"/>
          <a:ext cx="0" cy="0"/>
          <a:chOff x="0" y="0"/>
          <a:chExt cx="0" cy="0"/>
        </a:xfrm>
      </p:grpSpPr>
      <p:sp>
        <p:nvSpPr>
          <p:cNvPr id="3" name="!!deco_7e767073_1">
            <a:extLst>
              <a:ext uri="{FF2B5EF4-FFF2-40B4-BE49-F238E27FC236}">
                <a16:creationId xmlns:a16="http://schemas.microsoft.com/office/drawing/2014/main" id="{6E6A1E67-3323-F4BD-3962-037B050FFC6F}"/>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40"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39"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7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11</a:t>
            </a:r>
          </a:p>
        </p:txBody>
      </p:sp>
      <p:sp>
        <p:nvSpPr>
          <p:cNvPr id="524"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3. Enlace de servicios</a:t>
            </a:r>
            <a:endParaRPr lang="es-CL" noProof="0"/>
          </a:p>
        </p:txBody>
      </p:sp>
      <p:pic>
        <p:nvPicPr>
          <p:cNvPr id="525"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26"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27" name="!!capahl"/>
          <p:cNvSpPr/>
          <p:nvPr/>
        </p:nvSpPr>
        <p:spPr>
          <a:xfrm>
            <a:off x="809625" y="3225527"/>
            <a:ext cx="3333900" cy="2778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28"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3 de 8</a:t>
            </a:r>
            <a:endParaRPr lang="es-CL" noProof="0"/>
          </a:p>
        </p:txBody>
      </p:sp>
      <p:sp>
        <p:nvSpPr>
          <p:cNvPr id="529"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Validación de solicitudes y acceso local del WMS</a:t>
            </a:r>
            <a:endParaRPr lang="es-CL" noProof="0"/>
          </a:p>
        </p:txBody>
      </p:sp>
      <p:pic>
        <p:nvPicPr>
          <p:cNvPr id="530" name="Google Shape;530;hc7cc306779174be_10_5"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31" name="Google Shape;531;hc7cc306779174be_10_5"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32" name="!!capaimg" title="capa3-flechas-simplificadas.png"/>
          <p:cNvPicPr preferRelativeResize="0"/>
          <p:nvPr/>
        </p:nvPicPr>
        <p:blipFill rotWithShape="1">
          <a:blip r:embed="rId8">
            <a:alphaModFix/>
          </a:blip>
          <a:srcRect t="7" b="31505"/>
          <a:stretch/>
        </p:blipFill>
        <p:spPr>
          <a:xfrm>
            <a:off x="4846320" y="1691640"/>
            <a:ext cx="12710159" cy="5856770"/>
          </a:xfrm>
          <a:prstGeom prst="rect">
            <a:avLst/>
          </a:prstGeom>
          <a:noFill/>
          <a:ln w="12700">
            <a:solidFill>
              <a:srgbClr val="E4E4E4"/>
            </a:solidFill>
          </a:ln>
        </p:spPr>
      </p:pic>
      <p:pic>
        <p:nvPicPr>
          <p:cNvPr id="533" name="Google Shape;533;hc7cc306779174be_10_5"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34" name="Google Shape;534;hc7cc306779174be_10_5"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35" name="Google Shape;535;hc7cc306779174be_10_5"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36" name="Google Shape;536;hc7cc306779174be_10_5"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37" name="Google Shape;537;hc7cc306779174be_10_5"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542"/>
        <p:cNvGrpSpPr/>
        <p:nvPr/>
      </p:nvGrpSpPr>
      <p:grpSpPr>
        <a:xfrm>
          <a:off x="0" y="0"/>
          <a:ext cx="0" cy="0"/>
          <a:chOff x="0" y="0"/>
          <a:chExt cx="0" cy="0"/>
        </a:xfrm>
      </p:grpSpPr>
      <p:sp>
        <p:nvSpPr>
          <p:cNvPr id="3" name="!!deco_7e767073_1">
            <a:extLst>
              <a:ext uri="{FF2B5EF4-FFF2-40B4-BE49-F238E27FC236}">
                <a16:creationId xmlns:a16="http://schemas.microsoft.com/office/drawing/2014/main" id="{FA660EF0-661E-C72E-E8F1-A63487D8CDF7}"/>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59"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58"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8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12</a:t>
            </a:r>
          </a:p>
        </p:txBody>
      </p:sp>
      <p:sp>
        <p:nvSpPr>
          <p:cNvPr id="543"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4. Lógica de negocio</a:t>
            </a:r>
            <a:endParaRPr lang="es-CL" noProof="0"/>
          </a:p>
        </p:txBody>
      </p:sp>
      <p:pic>
        <p:nvPicPr>
          <p:cNvPr id="544"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45"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46" name="!!capahl"/>
          <p:cNvSpPr/>
          <p:nvPr/>
        </p:nvSpPr>
        <p:spPr>
          <a:xfrm>
            <a:off x="809625" y="3427019"/>
            <a:ext cx="3333900" cy="6519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47"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4 de 8</a:t>
            </a:r>
            <a:endParaRPr lang="es-CL" noProof="0"/>
          </a:p>
        </p:txBody>
      </p:sp>
      <p:sp>
        <p:nvSpPr>
          <p:cNvPr id="548"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Reglas de negocio de los doce módulos Laravel</a:t>
            </a:r>
            <a:endParaRPr lang="es-CL" noProof="0"/>
          </a:p>
        </p:txBody>
      </p:sp>
      <p:pic>
        <p:nvPicPr>
          <p:cNvPr id="549" name="Google Shape;549;hc7cc306779174be_10_8"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50" name="Google Shape;550;hc7cc306779174be_10_8"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51" name="Google Shape;551;hc7cc306779174be_10_8"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52" name="!!capaimg" descr="!!ARQL-layer-4"/>
          <p:cNvPicPr preferRelativeResize="0"/>
          <p:nvPr/>
        </p:nvPicPr>
        <p:blipFill rotWithShape="1">
          <a:blip r:embed="rId9">
            <a:alphaModFix/>
          </a:blip>
          <a:srcRect/>
          <a:stretch/>
        </p:blipFill>
        <p:spPr>
          <a:xfrm>
            <a:off x="4983232" y="1691640"/>
            <a:ext cx="12436335" cy="7040880"/>
          </a:xfrm>
          <a:prstGeom prst="rect">
            <a:avLst/>
          </a:prstGeom>
          <a:noFill/>
          <a:ln w="12700">
            <a:solidFill>
              <a:srgbClr val="E4E4E4"/>
            </a:solidFill>
          </a:ln>
        </p:spPr>
      </p:pic>
      <p:pic>
        <p:nvPicPr>
          <p:cNvPr id="553" name="Google Shape;553;hc7cc306779174be_10_8"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54" name="Google Shape;554;hc7cc306779174be_10_8"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55" name="Google Shape;555;hc7cc306779174be_10_8"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56" name="Google Shape;556;hc7cc306779174be_10_8"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561"/>
        <p:cNvGrpSpPr/>
        <p:nvPr/>
      </p:nvGrpSpPr>
      <p:grpSpPr>
        <a:xfrm>
          <a:off x="0" y="0"/>
          <a:ext cx="0" cy="0"/>
          <a:chOff x="0" y="0"/>
          <a:chExt cx="0" cy="0"/>
        </a:xfrm>
      </p:grpSpPr>
      <p:sp>
        <p:nvSpPr>
          <p:cNvPr id="3" name="!!deco_7e767073_1">
            <a:extLst>
              <a:ext uri="{FF2B5EF4-FFF2-40B4-BE49-F238E27FC236}">
                <a16:creationId xmlns:a16="http://schemas.microsoft.com/office/drawing/2014/main" id="{772FE207-07B2-12AE-90AC-BBC788B7A27A}"/>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78"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77"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2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13</a:t>
            </a:r>
          </a:p>
        </p:txBody>
      </p:sp>
      <p:sp>
        <p:nvSpPr>
          <p:cNvPr id="562"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5. Integración y eventos</a:t>
            </a:r>
            <a:endParaRPr lang="es-CL" noProof="0"/>
          </a:p>
        </p:txBody>
      </p:sp>
      <p:pic>
        <p:nvPicPr>
          <p:cNvPr id="563"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64"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65" name="!!capahl"/>
          <p:cNvSpPr/>
          <p:nvPr/>
        </p:nvSpPr>
        <p:spPr>
          <a:xfrm>
            <a:off x="809625" y="4002710"/>
            <a:ext cx="3333900" cy="3639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66"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5 de 8</a:t>
            </a:r>
            <a:endParaRPr lang="es-CL" noProof="0"/>
          </a:p>
        </p:txBody>
      </p:sp>
      <p:sp>
        <p:nvSpPr>
          <p:cNvPr id="567"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Intercambio de eventos y continuidad de los sitios</a:t>
            </a:r>
            <a:endParaRPr lang="es-CL" noProof="0"/>
          </a:p>
        </p:txBody>
      </p:sp>
      <p:pic>
        <p:nvPicPr>
          <p:cNvPr id="568" name="Google Shape;568;hc7cc306779174be_10_11"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69" name="Google Shape;569;hc7cc306779174be_10_11"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70" name="Google Shape;570;hc7cc306779174be_10_11"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71" name="Google Shape;571;hc7cc306779174be_10_11"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72" name="!!capaimg" descr="!!ARQL-layer-5" title="Capa 5. Integración y eventos"/>
          <p:cNvPicPr preferRelativeResize="0"/>
          <p:nvPr/>
        </p:nvPicPr>
        <p:blipFill>
          <a:blip r:embed="rId10">
            <a:alphaModFix/>
          </a:blip>
          <a:stretch>
            <a:fillRect/>
          </a:stretch>
        </p:blipFill>
        <p:spPr>
          <a:xfrm>
            <a:off x="4846320" y="1691640"/>
            <a:ext cx="12710159" cy="6188869"/>
          </a:xfrm>
          <a:prstGeom prst="rect">
            <a:avLst/>
          </a:prstGeom>
          <a:noFill/>
          <a:ln w="12700">
            <a:solidFill>
              <a:srgbClr val="E4E4E4"/>
            </a:solidFill>
          </a:ln>
        </p:spPr>
      </p:pic>
      <p:pic>
        <p:nvPicPr>
          <p:cNvPr id="573" name="Google Shape;573;hc7cc306779174be_10_11"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574" name="Google Shape;574;hc7cc306779174be_10_11"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75" name="Google Shape;575;hc7cc306779174be_10_11"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580"/>
        <p:cNvGrpSpPr/>
        <p:nvPr/>
      </p:nvGrpSpPr>
      <p:grpSpPr>
        <a:xfrm>
          <a:off x="0" y="0"/>
          <a:ext cx="0" cy="0"/>
          <a:chOff x="0" y="0"/>
          <a:chExt cx="0" cy="0"/>
        </a:xfrm>
      </p:grpSpPr>
      <p:sp>
        <p:nvSpPr>
          <p:cNvPr id="3" name="!!deco_7e767073_1">
            <a:extLst>
              <a:ext uri="{FF2B5EF4-FFF2-40B4-BE49-F238E27FC236}">
                <a16:creationId xmlns:a16="http://schemas.microsoft.com/office/drawing/2014/main" id="{FECD422C-D9E2-E088-A7BE-D63D5CEE45E7}"/>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597"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596"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3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14</a:t>
            </a:r>
          </a:p>
        </p:txBody>
      </p:sp>
      <p:sp>
        <p:nvSpPr>
          <p:cNvPr id="581"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6. Acceso a datos</a:t>
            </a:r>
            <a:endParaRPr lang="es-CL" noProof="0"/>
          </a:p>
        </p:txBody>
      </p:sp>
      <p:pic>
        <p:nvPicPr>
          <p:cNvPr id="582"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583"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584" name="!!capahl"/>
          <p:cNvSpPr/>
          <p:nvPr/>
        </p:nvSpPr>
        <p:spPr>
          <a:xfrm>
            <a:off x="809625" y="4290555"/>
            <a:ext cx="3333900" cy="5943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585"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6 de 8</a:t>
            </a:r>
            <a:endParaRPr lang="es-CL" noProof="0"/>
          </a:p>
        </p:txBody>
      </p:sp>
      <p:sp>
        <p:nvSpPr>
          <p:cNvPr id="586"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Propiedad de los datos y persistencia híbrida</a:t>
            </a:r>
            <a:endParaRPr lang="es-CL" noProof="0"/>
          </a:p>
        </p:txBody>
      </p:sp>
      <p:pic>
        <p:nvPicPr>
          <p:cNvPr id="587" name="Google Shape;587;hc7cc306779174be_10_74"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588" name="Google Shape;588;hc7cc306779174be_10_74"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589" name="Google Shape;589;hc7cc306779174be_10_74"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590" name="Google Shape;590;hc7cc306779174be_10_74"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591" name="Google Shape;591;hc7cc306779174be_10_74"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592" name="!!capaimg" descr="!!ARQL-layer-6"/>
          <p:cNvPicPr preferRelativeResize="0"/>
          <p:nvPr/>
        </p:nvPicPr>
        <p:blipFill rotWithShape="1">
          <a:blip r:embed="rId11">
            <a:alphaModFix/>
          </a:blip>
          <a:srcRect/>
          <a:stretch/>
        </p:blipFill>
        <p:spPr>
          <a:xfrm>
            <a:off x="5791740" y="1691640"/>
            <a:ext cx="10819319" cy="7040880"/>
          </a:xfrm>
          <a:prstGeom prst="rect">
            <a:avLst/>
          </a:prstGeom>
          <a:noFill/>
          <a:ln w="12700">
            <a:solidFill>
              <a:srgbClr val="E4E4E4"/>
            </a:solidFill>
          </a:ln>
        </p:spPr>
      </p:pic>
      <p:pic>
        <p:nvPicPr>
          <p:cNvPr id="593" name="Google Shape;593;hc7cc306779174be_10_74"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594" name="Google Shape;594;hc7cc306779174be_10_74"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3" name="!!deco_7e767073_1">
            <a:extLst>
              <a:ext uri="{FF2B5EF4-FFF2-40B4-BE49-F238E27FC236}">
                <a16:creationId xmlns:a16="http://schemas.microsoft.com/office/drawing/2014/main" id="{B345DCB2-75F0-3394-4B81-CE5AEC799C19}"/>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616"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15"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4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15</a:t>
            </a:r>
          </a:p>
        </p:txBody>
      </p:sp>
      <p:sp>
        <p:nvSpPr>
          <p:cNvPr id="600"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7. Seguridad transversal</a:t>
            </a:r>
            <a:endParaRPr lang="es-CL" noProof="0"/>
          </a:p>
        </p:txBody>
      </p:sp>
      <p:pic>
        <p:nvPicPr>
          <p:cNvPr id="601"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602"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603" name="!!capahl"/>
          <p:cNvSpPr/>
          <p:nvPr/>
        </p:nvSpPr>
        <p:spPr>
          <a:xfrm>
            <a:off x="809625" y="4808677"/>
            <a:ext cx="3333900" cy="3066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604"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7 de 8</a:t>
            </a:r>
            <a:endParaRPr lang="es-CL" noProof="0"/>
          </a:p>
        </p:txBody>
      </p:sp>
      <p:sp>
        <p:nvSpPr>
          <p:cNvPr id="605"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Identidad y autorización en todas las capas</a:t>
            </a:r>
            <a:endParaRPr lang="es-CL" noProof="0"/>
          </a:p>
        </p:txBody>
      </p:sp>
      <p:pic>
        <p:nvPicPr>
          <p:cNvPr id="606" name="Google Shape;606;hc7cc306779174be_10_92"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607" name="Google Shape;607;hc7cc306779174be_10_92"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608" name="Google Shape;608;hc7cc306779174be_10_92"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609" name="Google Shape;609;hc7cc306779174be_10_92"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610" name="Google Shape;610;hc7cc306779174be_10_92"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611" name="Google Shape;611;hc7cc306779174be_10_92"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612" name="!!capaimg" descr="!!ARQL-layer-7"/>
          <p:cNvPicPr preferRelativeResize="0"/>
          <p:nvPr/>
        </p:nvPicPr>
        <p:blipFill rotWithShape="1">
          <a:blip r:embed="rId12">
            <a:alphaModFix/>
          </a:blip>
          <a:srcRect/>
          <a:stretch/>
        </p:blipFill>
        <p:spPr>
          <a:xfrm>
            <a:off x="4846320" y="1691640"/>
            <a:ext cx="12710159" cy="6125319"/>
          </a:xfrm>
          <a:prstGeom prst="rect">
            <a:avLst/>
          </a:prstGeom>
          <a:noFill/>
          <a:ln w="12700">
            <a:solidFill>
              <a:srgbClr val="E4E4E4"/>
            </a:solidFill>
          </a:ln>
        </p:spPr>
      </p:pic>
      <p:pic>
        <p:nvPicPr>
          <p:cNvPr id="613" name="Google Shape;613;hc7cc306779174be_10_92" descr="!!ARQL-layer-8"/>
          <p:cNvPicPr preferRelativeResize="0"/>
          <p:nvPr/>
        </p:nvPicPr>
        <p:blipFill rotWithShape="1">
          <a:blip r:embed="rId13">
            <a:alphaModFix amt="0"/>
          </a:blip>
          <a:srcRect/>
          <a:stretch/>
        </p:blipFill>
        <p:spPr>
          <a:xfrm>
            <a:off x="2272993" y="5077054"/>
            <a:ext cx="407015" cy="230277"/>
          </a:xfrm>
          <a:prstGeom prst="rect">
            <a:avLst/>
          </a:prstGeom>
          <a:noFill/>
          <a:ln>
            <a:no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618"/>
        <p:cNvGrpSpPr/>
        <p:nvPr/>
      </p:nvGrpSpPr>
      <p:grpSpPr>
        <a:xfrm>
          <a:off x="0" y="0"/>
          <a:ext cx="0" cy="0"/>
          <a:chOff x="0" y="0"/>
          <a:chExt cx="0" cy="0"/>
        </a:xfrm>
      </p:grpSpPr>
      <p:sp>
        <p:nvSpPr>
          <p:cNvPr id="3" name="!!deco_7e767073_1">
            <a:extLst>
              <a:ext uri="{FF2B5EF4-FFF2-40B4-BE49-F238E27FC236}">
                <a16:creationId xmlns:a16="http://schemas.microsoft.com/office/drawing/2014/main" id="{F9C06234-46B7-E085-5485-50BD0751C5C1}"/>
              </a:ext>
            </a:extLst>
          </p:cNvPr>
          <p:cNvSpPr/>
          <p:nvPr/>
        </p:nvSpPr>
        <p:spPr>
          <a:xfrm rot="3854843">
            <a:off x="1385462" y="5963072"/>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635" name="!!deco_78f3c294_1"/>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34" name="!!deco_78f3c294_2"/>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66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16</a:t>
            </a:r>
          </a:p>
        </p:txBody>
      </p:sp>
      <p:sp>
        <p:nvSpPr>
          <p:cNvPr id="619" name="!!title"/>
          <p:cNvSpPr/>
          <p:nvPr/>
        </p:nvSpPr>
        <p:spPr>
          <a:xfrm>
            <a:off x="1000125" y="495300"/>
            <a:ext cx="16478400" cy="1047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5400" b="1" i="0" u="none" strike="noStrike" cap="none" noProof="0">
                <a:solidFill>
                  <a:srgbClr val="111111"/>
                </a:solidFill>
                <a:latin typeface="Inter SemiBold"/>
                <a:ea typeface="Inter"/>
                <a:cs typeface="Inter"/>
                <a:sym typeface="Inter"/>
              </a:rPr>
              <a:t>Capa 8. </a:t>
            </a:r>
            <a:r>
              <a:rPr lang="es-CL" sz="5400" b="1" i="0" u="none" strike="noStrike" cap="none" noProof="0" err="1">
                <a:solidFill>
                  <a:srgbClr val="111111"/>
                </a:solidFill>
                <a:latin typeface="Inter SemiBold"/>
                <a:ea typeface="Inter"/>
                <a:cs typeface="Inter"/>
                <a:sym typeface="Inter"/>
              </a:rPr>
              <a:t>Observabilidad</a:t>
            </a:r>
            <a:r>
              <a:rPr lang="es-CL" sz="5400" b="1" i="0" u="none" strike="noStrike" cap="none" noProof="0">
                <a:solidFill>
                  <a:srgbClr val="111111"/>
                </a:solidFill>
                <a:latin typeface="Inter SemiBold"/>
                <a:ea typeface="Inter"/>
                <a:cs typeface="Inter"/>
                <a:sym typeface="Inter"/>
              </a:rPr>
              <a:t> transversal</a:t>
            </a:r>
            <a:endParaRPr lang="es-CL" noProof="0"/>
          </a:p>
        </p:txBody>
      </p:sp>
      <p:pic>
        <p:nvPicPr>
          <p:cNvPr id="620" name="!!thumb" descr="!!ARQL-overview"/>
          <p:cNvPicPr preferRelativeResize="0"/>
          <p:nvPr/>
        </p:nvPicPr>
        <p:blipFill rotWithShape="1">
          <a:blip r:embed="rId5">
            <a:alphaModFix/>
          </a:blip>
          <a:srcRect/>
          <a:stretch/>
        </p:blipFill>
        <p:spPr>
          <a:xfrm>
            <a:off x="911989" y="2428875"/>
            <a:ext cx="3129021" cy="2878455"/>
          </a:xfrm>
          <a:prstGeom prst="rect">
            <a:avLst/>
          </a:prstGeom>
          <a:noFill/>
          <a:ln>
            <a:noFill/>
          </a:ln>
        </p:spPr>
      </p:pic>
      <p:sp>
        <p:nvSpPr>
          <p:cNvPr id="621" name="!!vista"/>
          <p:cNvSpPr/>
          <p:nvPr/>
        </p:nvSpPr>
        <p:spPr>
          <a:xfrm>
            <a:off x="857250" y="1981200"/>
            <a:ext cx="3238500" cy="3333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1950" b="0" i="0" u="none" strike="noStrike" cap="none" noProof="0">
                <a:solidFill>
                  <a:srgbClr val="606060"/>
                </a:solidFill>
                <a:latin typeface="Inter"/>
                <a:ea typeface="Inter"/>
                <a:cs typeface="Inter"/>
                <a:sym typeface="Inter"/>
              </a:rPr>
              <a:t>Vista general</a:t>
            </a:r>
            <a:endParaRPr lang="es-CL" noProof="0"/>
          </a:p>
        </p:txBody>
      </p:sp>
      <p:sp>
        <p:nvSpPr>
          <p:cNvPr id="622" name="!!capahl"/>
          <p:cNvSpPr/>
          <p:nvPr/>
        </p:nvSpPr>
        <p:spPr>
          <a:xfrm>
            <a:off x="809625" y="5038954"/>
            <a:ext cx="3333900" cy="306600"/>
          </a:xfrm>
          <a:prstGeom prst="rect">
            <a:avLst/>
          </a:prstGeom>
          <a:noFill/>
          <a:ln w="28575" cap="flat" cmpd="sng">
            <a:solidFill>
              <a:srgbClr val="E8641B"/>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lang="es-CL" noProof="0"/>
          </a:p>
        </p:txBody>
      </p:sp>
      <p:sp>
        <p:nvSpPr>
          <p:cNvPr id="623" name="!!capan"/>
          <p:cNvSpPr/>
          <p:nvPr/>
        </p:nvSpPr>
        <p:spPr>
          <a:xfrm>
            <a:off x="857250" y="6096000"/>
            <a:ext cx="3238500" cy="4764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550" b="1" i="0" u="none" strike="noStrike" cap="none" noProof="0">
                <a:solidFill>
                  <a:srgbClr val="E8641B"/>
                </a:solidFill>
                <a:latin typeface="Inter"/>
                <a:ea typeface="Inter"/>
                <a:cs typeface="Inter"/>
                <a:sym typeface="Inter"/>
              </a:rPr>
              <a:t>Capa 8 de 8</a:t>
            </a:r>
            <a:endParaRPr lang="es-CL" noProof="0"/>
          </a:p>
        </p:txBody>
      </p:sp>
      <p:sp>
        <p:nvSpPr>
          <p:cNvPr id="624" name="!!capadesc"/>
          <p:cNvSpPr/>
          <p:nvPr/>
        </p:nvSpPr>
        <p:spPr>
          <a:xfrm>
            <a:off x="857250" y="6743700"/>
            <a:ext cx="3238500" cy="1428900"/>
          </a:xfrm>
          <a:prstGeom prst="rect">
            <a:avLst/>
          </a:prstGeom>
          <a:no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None/>
            </a:pPr>
            <a:r>
              <a:rPr lang="es-CL" sz="2250" b="0" i="0" u="none" strike="noStrike" cap="none" noProof="0">
                <a:solidFill>
                  <a:srgbClr val="606060"/>
                </a:solidFill>
                <a:latin typeface="Inter"/>
                <a:ea typeface="Inter"/>
                <a:cs typeface="Inter"/>
                <a:sym typeface="Inter"/>
              </a:rPr>
              <a:t>Correlación y seguimiento de la operación</a:t>
            </a:r>
            <a:endParaRPr lang="es-CL" noProof="0"/>
          </a:p>
        </p:txBody>
      </p:sp>
      <p:pic>
        <p:nvPicPr>
          <p:cNvPr id="625" name="Google Shape;625;hc7cc306779174be_10_110" descr="!!ARQL-layer-1"/>
          <p:cNvPicPr preferRelativeResize="0"/>
          <p:nvPr/>
        </p:nvPicPr>
        <p:blipFill rotWithShape="1">
          <a:blip r:embed="rId6">
            <a:alphaModFix amt="0"/>
          </a:blip>
          <a:srcRect/>
          <a:stretch/>
        </p:blipFill>
        <p:spPr>
          <a:xfrm>
            <a:off x="2053572" y="2428875"/>
            <a:ext cx="845856" cy="662047"/>
          </a:xfrm>
          <a:prstGeom prst="rect">
            <a:avLst/>
          </a:prstGeom>
          <a:noFill/>
          <a:ln>
            <a:noFill/>
          </a:ln>
        </p:spPr>
      </p:pic>
      <p:pic>
        <p:nvPicPr>
          <p:cNvPr id="626" name="Google Shape;626;hc7cc306779174be_10_110" descr="!!ARQL-layer-2"/>
          <p:cNvPicPr preferRelativeResize="0"/>
          <p:nvPr/>
        </p:nvPicPr>
        <p:blipFill rotWithShape="1">
          <a:blip r:embed="rId7">
            <a:alphaModFix amt="0"/>
          </a:blip>
          <a:srcRect/>
          <a:stretch/>
        </p:blipFill>
        <p:spPr>
          <a:xfrm>
            <a:off x="2296741" y="3090920"/>
            <a:ext cx="359518" cy="172708"/>
          </a:xfrm>
          <a:prstGeom prst="rect">
            <a:avLst/>
          </a:prstGeom>
          <a:noFill/>
          <a:ln>
            <a:noFill/>
          </a:ln>
        </p:spPr>
      </p:pic>
      <p:pic>
        <p:nvPicPr>
          <p:cNvPr id="627" name="Google Shape;627;hc7cc306779174be_10_110" descr="!!ARQL-layer-3"/>
          <p:cNvPicPr preferRelativeResize="0"/>
          <p:nvPr/>
        </p:nvPicPr>
        <p:blipFill rotWithShape="1">
          <a:blip r:embed="rId8">
            <a:alphaModFix amt="0"/>
          </a:blip>
          <a:srcRect/>
          <a:stretch/>
        </p:blipFill>
        <p:spPr>
          <a:xfrm>
            <a:off x="2326735" y="3263627"/>
            <a:ext cx="299532" cy="201493"/>
          </a:xfrm>
          <a:prstGeom prst="rect">
            <a:avLst/>
          </a:prstGeom>
          <a:noFill/>
          <a:ln>
            <a:noFill/>
          </a:ln>
        </p:spPr>
      </p:pic>
      <p:pic>
        <p:nvPicPr>
          <p:cNvPr id="628" name="Google Shape;628;hc7cc306779174be_10_110" descr="!!ARQL-layer-4"/>
          <p:cNvPicPr preferRelativeResize="0"/>
          <p:nvPr/>
        </p:nvPicPr>
        <p:blipFill rotWithShape="1">
          <a:blip r:embed="rId9">
            <a:alphaModFix amt="0"/>
          </a:blip>
          <a:srcRect/>
          <a:stretch/>
        </p:blipFill>
        <p:spPr>
          <a:xfrm>
            <a:off x="1968077" y="3465119"/>
            <a:ext cx="1016846" cy="575691"/>
          </a:xfrm>
          <a:prstGeom prst="rect">
            <a:avLst/>
          </a:prstGeom>
          <a:noFill/>
          <a:ln>
            <a:noFill/>
          </a:ln>
        </p:spPr>
      </p:pic>
      <p:pic>
        <p:nvPicPr>
          <p:cNvPr id="629" name="Google Shape;629;hc7cc306779174be_10_110" descr="!!ARQL-layer-5"/>
          <p:cNvPicPr preferRelativeResize="0"/>
          <p:nvPr/>
        </p:nvPicPr>
        <p:blipFill rotWithShape="1">
          <a:blip r:embed="rId10">
            <a:alphaModFix amt="0"/>
          </a:blip>
          <a:srcRect/>
          <a:stretch/>
        </p:blipFill>
        <p:spPr>
          <a:xfrm>
            <a:off x="2180924" y="4040810"/>
            <a:ext cx="591153" cy="287844"/>
          </a:xfrm>
          <a:prstGeom prst="rect">
            <a:avLst/>
          </a:prstGeom>
          <a:noFill/>
          <a:ln>
            <a:noFill/>
          </a:ln>
        </p:spPr>
      </p:pic>
      <p:pic>
        <p:nvPicPr>
          <p:cNvPr id="630" name="Google Shape;630;hc7cc306779174be_10_110" descr="!!ARQL-layer-6"/>
          <p:cNvPicPr preferRelativeResize="0"/>
          <p:nvPr/>
        </p:nvPicPr>
        <p:blipFill rotWithShape="1">
          <a:blip r:embed="rId11">
            <a:alphaModFix amt="0"/>
          </a:blip>
          <a:srcRect/>
          <a:stretch/>
        </p:blipFill>
        <p:spPr>
          <a:xfrm>
            <a:off x="2078416" y="4328655"/>
            <a:ext cx="796170" cy="518121"/>
          </a:xfrm>
          <a:prstGeom prst="rect">
            <a:avLst/>
          </a:prstGeom>
          <a:noFill/>
          <a:ln>
            <a:noFill/>
          </a:ln>
        </p:spPr>
      </p:pic>
      <p:pic>
        <p:nvPicPr>
          <p:cNvPr id="631" name="Google Shape;631;hc7cc306779174be_10_110" descr="!!ARQL-layer-7"/>
          <p:cNvPicPr preferRelativeResize="0"/>
          <p:nvPr/>
        </p:nvPicPr>
        <p:blipFill rotWithShape="1">
          <a:blip r:embed="rId12">
            <a:alphaModFix amt="0"/>
          </a:blip>
          <a:srcRect/>
          <a:stretch/>
        </p:blipFill>
        <p:spPr>
          <a:xfrm>
            <a:off x="2237586" y="4846777"/>
            <a:ext cx="477828" cy="230275"/>
          </a:xfrm>
          <a:prstGeom prst="rect">
            <a:avLst/>
          </a:prstGeom>
          <a:noFill/>
          <a:ln>
            <a:noFill/>
          </a:ln>
        </p:spPr>
      </p:pic>
      <p:pic>
        <p:nvPicPr>
          <p:cNvPr id="632" name="!!capaimg" descr="!!ARQL-layer-8"/>
          <p:cNvPicPr preferRelativeResize="0"/>
          <p:nvPr/>
        </p:nvPicPr>
        <p:blipFill rotWithShape="1">
          <a:blip r:embed="rId13">
            <a:alphaModFix/>
          </a:blip>
          <a:srcRect/>
          <a:stretch/>
        </p:blipFill>
        <p:spPr>
          <a:xfrm>
            <a:off x="4979003" y="1691640"/>
            <a:ext cx="12444792" cy="7040880"/>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638"/>
        <p:cNvGrpSpPr/>
        <p:nvPr/>
      </p:nvGrpSpPr>
      <p:grpSpPr>
        <a:xfrm>
          <a:off x="0" y="0"/>
          <a:ext cx="0" cy="0"/>
          <a:chOff x="0" y="0"/>
          <a:chExt cx="0" cy="0"/>
        </a:xfrm>
      </p:grpSpPr>
      <p:sp>
        <p:nvSpPr>
          <p:cNvPr id="640"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641"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1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17</a:t>
            </a:r>
          </a:p>
        </p:txBody>
      </p:sp>
      <p:sp>
        <p:nvSpPr>
          <p:cNvPr id="639" name="!!title"/>
          <p:cNvSpPr txBox="1"/>
          <p:nvPr/>
        </p:nvSpPr>
        <p:spPr>
          <a:xfrm>
            <a:off x="2286000" y="-3419"/>
            <a:ext cx="13716000" cy="82296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4400" b="1" noProof="0">
                <a:solidFill>
                  <a:srgbClr val="111111"/>
                </a:solidFill>
                <a:latin typeface="Inter SemiBold"/>
                <a:ea typeface="Inter SemiBold"/>
                <a:cs typeface="Inter SemiBold"/>
                <a:sym typeface="Inter SemiBold"/>
              </a:rPr>
              <a:t>Arquitectura física</a:t>
            </a:r>
            <a:endParaRPr lang="es-CL" noProof="0"/>
          </a:p>
        </p:txBody>
      </p:sp>
      <p:pic>
        <p:nvPicPr>
          <p:cNvPr id="643" name="Google Shape;643;p10" descr="Figura 14. Vista general de la arquitectura física híbrida (Subdocumento 4)"/>
          <p:cNvPicPr preferRelativeResize="0"/>
          <p:nvPr/>
        </p:nvPicPr>
        <p:blipFill rotWithShape="1">
          <a:blip r:embed="rId4">
            <a:alphaModFix/>
          </a:blip>
          <a:srcRect/>
          <a:stretch/>
        </p:blipFill>
        <p:spPr>
          <a:xfrm>
            <a:off x="1074871" y="1417320"/>
            <a:ext cx="16138256" cy="8046719"/>
          </a:xfrm>
          <a:prstGeom prst="rect">
            <a:avLst/>
          </a:prstGeom>
          <a:noFill/>
          <a:ln w="12700">
            <a:solidFill>
              <a:srgbClr val="E4E4E4"/>
            </a:solidFill>
          </a:ln>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1515"/>
        <p:cNvGrpSpPr/>
        <p:nvPr/>
      </p:nvGrpSpPr>
      <p:grpSpPr>
        <a:xfrm>
          <a:off x="0" y="0"/>
          <a:ext cx="0" cy="0"/>
          <a:chOff x="0" y="0"/>
          <a:chExt cx="0" cy="0"/>
        </a:xfrm>
      </p:grpSpPr>
      <p:sp>
        <p:nvSpPr>
          <p:cNvPr id="1516" name="!!title"/>
          <p:cNvSpPr txBox="1"/>
          <p:nvPr/>
        </p:nvSpPr>
        <p:spPr>
          <a:xfrm>
            <a:off x="1503838" y="1097280"/>
            <a:ext cx="6035040" cy="26517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200" b="1" noProof="0">
                <a:solidFill>
                  <a:srgbClr val="111111"/>
                </a:solidFill>
                <a:latin typeface="Inter SemiBold"/>
                <a:ea typeface="Inter SemiBold"/>
                <a:cs typeface="Inter SemiBold"/>
                <a:sym typeface="Inter SemiBold"/>
              </a:rPr>
              <a:t>Cómo se divide el proyecto</a:t>
            </a:r>
            <a:endParaRPr lang="es-CL" noProof="0"/>
          </a:p>
        </p:txBody>
      </p:sp>
      <p:sp>
        <p:nvSpPr>
          <p:cNvPr id="1517"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1518" name="Google Shape;1518;p24"/>
          <p:cNvSpPr txBox="1"/>
          <p:nvPr/>
        </p:nvSpPr>
        <p:spPr>
          <a:xfrm>
            <a:off x="1499616" y="4023360"/>
            <a:ext cx="5669280" cy="914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600" b="0" noProof="0">
                <a:solidFill>
                  <a:srgbClr val="606060"/>
                </a:solidFill>
                <a:latin typeface="Inter"/>
                <a:ea typeface="Inter"/>
                <a:cs typeface="Inter"/>
                <a:sym typeface="Inter"/>
              </a:rPr>
              <a:t>2 etapas + operación</a:t>
            </a:r>
            <a:br>
              <a:rPr lang="es-CL" sz="2600" b="0" noProof="0">
                <a:solidFill>
                  <a:srgbClr val="606060"/>
                </a:solidFill>
                <a:latin typeface="Inter"/>
                <a:ea typeface="Inter"/>
                <a:cs typeface="Inter"/>
                <a:sym typeface="Inter"/>
              </a:rPr>
            </a:br>
            <a:r>
              <a:rPr lang="es-CL" sz="2600" b="0" noProof="0">
                <a:solidFill>
                  <a:srgbClr val="606060"/>
                </a:solidFill>
                <a:latin typeface="Inter"/>
                <a:ea typeface="Inter"/>
                <a:cs typeface="Inter"/>
                <a:sym typeface="Inter"/>
              </a:rPr>
              <a:t>8 frentes con responsable</a:t>
            </a:r>
            <a:endParaRPr lang="es-CL" noProof="0"/>
          </a:p>
        </p:txBody>
      </p:sp>
      <p:sp>
        <p:nvSpPr>
          <p:cNvPr id="1519" name="Google Shape;1519;p24"/>
          <p:cNvSpPr txBox="1"/>
          <p:nvPr/>
        </p:nvSpPr>
        <p:spPr>
          <a:xfrm>
            <a:off x="1499616" y="5486400"/>
            <a:ext cx="566928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Solapes: meses 13–15 y 19–20</a:t>
            </a:r>
            <a:endParaRPr lang="es-CL" noProof="0"/>
          </a:p>
        </p:txBody>
      </p:sp>
      <p:sp>
        <p:nvSpPr>
          <p:cNvPr id="1520" name="Google Shape;1520;p24"/>
          <p:cNvSpPr/>
          <p:nvPr/>
        </p:nvSpPr>
        <p:spPr>
          <a:xfrm>
            <a:off x="12076611" y="1188720"/>
            <a:ext cx="367392" cy="7269480"/>
          </a:xfrm>
          <a:prstGeom prst="rect">
            <a:avLst/>
          </a:prstGeom>
          <a:solidFill>
            <a:srgbClr val="FDE8D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21" name="Google Shape;1521;p24"/>
          <p:cNvSpPr/>
          <p:nvPr/>
        </p:nvSpPr>
        <p:spPr>
          <a:xfrm>
            <a:off x="12811397" y="1188720"/>
            <a:ext cx="244928" cy="7269480"/>
          </a:xfrm>
          <a:prstGeom prst="rect">
            <a:avLst/>
          </a:prstGeom>
          <a:solidFill>
            <a:srgbClr val="FDE8D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22" name="Google Shape;1522;p24"/>
          <p:cNvSpPr txBox="1"/>
          <p:nvPr/>
        </p:nvSpPr>
        <p:spPr>
          <a:xfrm>
            <a:off x="7680960" y="1097280"/>
            <a:ext cx="2743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BLOQUES</a:t>
            </a:r>
            <a:endParaRPr lang="es-CL" noProof="0"/>
          </a:p>
        </p:txBody>
      </p:sp>
      <p:sp>
        <p:nvSpPr>
          <p:cNvPr id="1523" name="Google Shape;1523;p24"/>
          <p:cNvSpPr txBox="1"/>
          <p:nvPr/>
        </p:nvSpPr>
        <p:spPr>
          <a:xfrm>
            <a:off x="7680960" y="1463040"/>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Etapa 1</a:t>
            </a:r>
            <a:endParaRPr lang="es-CL" noProof="0"/>
          </a:p>
        </p:txBody>
      </p:sp>
      <p:sp>
        <p:nvSpPr>
          <p:cNvPr id="1524" name="Google Shape;1524;p24"/>
          <p:cNvSpPr/>
          <p:nvPr/>
        </p:nvSpPr>
        <p:spPr>
          <a:xfrm>
            <a:off x="10607040" y="1463040"/>
            <a:ext cx="1959428" cy="411480"/>
          </a:xfrm>
          <a:prstGeom prst="roundRect">
            <a:avLst>
              <a:gd name="adj" fmla="val 30000"/>
            </a:avLst>
          </a:prstGeom>
          <a:solidFill>
            <a:srgbClr val="E8641B"/>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m1–16</a:t>
            </a:r>
            <a:endParaRPr lang="es-CL" noProof="0"/>
          </a:p>
        </p:txBody>
      </p:sp>
      <p:sp>
        <p:nvSpPr>
          <p:cNvPr id="1525" name="Google Shape;1525;p24"/>
          <p:cNvSpPr txBox="1"/>
          <p:nvPr/>
        </p:nvSpPr>
        <p:spPr>
          <a:xfrm>
            <a:off x="7680960" y="1993392"/>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Etapa 2</a:t>
            </a:r>
            <a:endParaRPr lang="es-CL" noProof="0"/>
          </a:p>
        </p:txBody>
      </p:sp>
      <p:sp>
        <p:nvSpPr>
          <p:cNvPr id="1526" name="Google Shape;1526;p24"/>
          <p:cNvSpPr/>
          <p:nvPr/>
        </p:nvSpPr>
        <p:spPr>
          <a:xfrm>
            <a:off x="12076611" y="1993392"/>
            <a:ext cx="1102178" cy="411480"/>
          </a:xfrm>
          <a:prstGeom prst="roundRect">
            <a:avLst>
              <a:gd name="adj" fmla="val 30000"/>
            </a:avLst>
          </a:prstGeom>
          <a:solidFill>
            <a:srgbClr val="F29A5E"/>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m13–21</a:t>
            </a:r>
            <a:endParaRPr lang="es-CL" noProof="0"/>
          </a:p>
        </p:txBody>
      </p:sp>
      <p:sp>
        <p:nvSpPr>
          <p:cNvPr id="1527" name="Google Shape;1527;p24"/>
          <p:cNvSpPr txBox="1"/>
          <p:nvPr/>
        </p:nvSpPr>
        <p:spPr>
          <a:xfrm>
            <a:off x="7680960" y="2523744"/>
            <a:ext cx="2743200" cy="41148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Operación</a:t>
            </a:r>
            <a:endParaRPr lang="es-CL" noProof="0"/>
          </a:p>
        </p:txBody>
      </p:sp>
      <p:sp>
        <p:nvSpPr>
          <p:cNvPr id="1528" name="Google Shape;1528;p24"/>
          <p:cNvSpPr/>
          <p:nvPr/>
        </p:nvSpPr>
        <p:spPr>
          <a:xfrm>
            <a:off x="13056325" y="2523744"/>
            <a:ext cx="4408714" cy="411480"/>
          </a:xfrm>
          <a:prstGeom prst="roundRect">
            <a:avLst>
              <a:gd name="adj" fmla="val 30000"/>
            </a:avLst>
          </a:prstGeom>
          <a:solidFill>
            <a:srgbClr val="3C3C3C"/>
          </a:solidFill>
          <a:ln>
            <a:noFill/>
          </a:ln>
        </p:spPr>
        <p:txBody>
          <a:bodyPr spcFirstLastPara="1" wrap="square" lIns="18275" tIns="45700" rIns="18275" bIns="45700" anchor="ctr" anchorCtr="0">
            <a:noAutofit/>
          </a:bodyPr>
          <a:lstStyle/>
          <a:p>
            <a:pPr marL="0" marR="0" lvl="0" indent="0" algn="ctr" rtl="0">
              <a:spcBef>
                <a:spcPts val="0"/>
              </a:spcBef>
              <a:spcAft>
                <a:spcPts val="0"/>
              </a:spcAft>
              <a:buNone/>
            </a:pPr>
            <a:r>
              <a:rPr lang="es-CL" sz="1300" b="1" noProof="0">
                <a:solidFill>
                  <a:srgbClr val="FFFFFF"/>
                </a:solidFill>
                <a:latin typeface="Inter SemiBold"/>
                <a:ea typeface="Inter SemiBold"/>
                <a:cs typeface="Inter SemiBold"/>
                <a:sym typeface="Inter SemiBold"/>
              </a:rPr>
              <a:t>m21–56</a:t>
            </a:r>
            <a:endParaRPr lang="es-CL" noProof="0"/>
          </a:p>
        </p:txBody>
      </p:sp>
      <p:sp>
        <p:nvSpPr>
          <p:cNvPr id="1529" name="Google Shape;1529;p24"/>
          <p:cNvSpPr txBox="1"/>
          <p:nvPr/>
        </p:nvSpPr>
        <p:spPr>
          <a:xfrm>
            <a:off x="7680960" y="3154680"/>
            <a:ext cx="274320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FRENTES</a:t>
            </a:r>
            <a:endParaRPr lang="es-CL" noProof="0"/>
          </a:p>
        </p:txBody>
      </p:sp>
      <p:sp>
        <p:nvSpPr>
          <p:cNvPr id="1530" name="Google Shape;1530;p24"/>
          <p:cNvSpPr txBox="1"/>
          <p:nvPr/>
        </p:nvSpPr>
        <p:spPr>
          <a:xfrm>
            <a:off x="7680960" y="3483864"/>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F1 Dirección</a:t>
            </a:r>
            <a:endParaRPr lang="es-CL" noProof="0"/>
          </a:p>
        </p:txBody>
      </p:sp>
      <p:sp>
        <p:nvSpPr>
          <p:cNvPr id="1531" name="Google Shape;1531;p24"/>
          <p:cNvSpPr txBox="1"/>
          <p:nvPr/>
        </p:nvSpPr>
        <p:spPr>
          <a:xfrm>
            <a:off x="7680960" y="3767328"/>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Jefe de Proyecto</a:t>
            </a:r>
            <a:endParaRPr lang="es-CL" noProof="0"/>
          </a:p>
        </p:txBody>
      </p:sp>
      <p:sp>
        <p:nvSpPr>
          <p:cNvPr id="1532" name="Google Shape;1532;p24"/>
          <p:cNvSpPr/>
          <p:nvPr/>
        </p:nvSpPr>
        <p:spPr>
          <a:xfrm>
            <a:off x="10607040" y="3593592"/>
            <a:ext cx="685800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33" name="Google Shape;1533;p24"/>
          <p:cNvSpPr txBox="1"/>
          <p:nvPr/>
        </p:nvSpPr>
        <p:spPr>
          <a:xfrm>
            <a:off x="7680960" y="4105656"/>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F2 Arquitectura</a:t>
            </a:r>
            <a:endParaRPr lang="es-CL" noProof="0"/>
          </a:p>
        </p:txBody>
      </p:sp>
      <p:sp>
        <p:nvSpPr>
          <p:cNvPr id="1534" name="Google Shape;1534;p24"/>
          <p:cNvSpPr txBox="1"/>
          <p:nvPr/>
        </p:nvSpPr>
        <p:spPr>
          <a:xfrm>
            <a:off x="7680960" y="4389120"/>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Arquitecto de Solución</a:t>
            </a:r>
            <a:endParaRPr lang="es-CL" noProof="0"/>
          </a:p>
        </p:txBody>
      </p:sp>
      <p:sp>
        <p:nvSpPr>
          <p:cNvPr id="1535" name="Google Shape;1535;p24"/>
          <p:cNvSpPr/>
          <p:nvPr/>
        </p:nvSpPr>
        <p:spPr>
          <a:xfrm>
            <a:off x="10607040" y="4215384"/>
            <a:ext cx="257175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36" name="Google Shape;1536;p24"/>
          <p:cNvSpPr txBox="1"/>
          <p:nvPr/>
        </p:nvSpPr>
        <p:spPr>
          <a:xfrm>
            <a:off x="7680960" y="4727448"/>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F3 Construcción E1</a:t>
            </a:r>
            <a:endParaRPr lang="es-CL" noProof="0"/>
          </a:p>
        </p:txBody>
      </p:sp>
      <p:sp>
        <p:nvSpPr>
          <p:cNvPr id="1537" name="Google Shape;1537;p24"/>
          <p:cNvSpPr txBox="1"/>
          <p:nvPr/>
        </p:nvSpPr>
        <p:spPr>
          <a:xfrm>
            <a:off x="7680960" y="5010912"/>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Desarrollo</a:t>
            </a:r>
            <a:endParaRPr lang="es-CL" noProof="0"/>
          </a:p>
        </p:txBody>
      </p:sp>
      <p:sp>
        <p:nvSpPr>
          <p:cNvPr id="1538" name="Google Shape;1538;p24"/>
          <p:cNvSpPr/>
          <p:nvPr/>
        </p:nvSpPr>
        <p:spPr>
          <a:xfrm>
            <a:off x="10607040" y="4837176"/>
            <a:ext cx="244928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39" name="Google Shape;1539;p24"/>
          <p:cNvSpPr txBox="1"/>
          <p:nvPr/>
        </p:nvSpPr>
        <p:spPr>
          <a:xfrm>
            <a:off x="7680960" y="5349240"/>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F4 Construcción E2</a:t>
            </a:r>
            <a:endParaRPr lang="es-CL" noProof="0"/>
          </a:p>
        </p:txBody>
      </p:sp>
      <p:sp>
        <p:nvSpPr>
          <p:cNvPr id="1540" name="Google Shape;1540;p24"/>
          <p:cNvSpPr txBox="1"/>
          <p:nvPr/>
        </p:nvSpPr>
        <p:spPr>
          <a:xfrm>
            <a:off x="7680960" y="5632704"/>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Desarrollo</a:t>
            </a:r>
            <a:endParaRPr lang="es-CL" noProof="0"/>
          </a:p>
        </p:txBody>
      </p:sp>
      <p:sp>
        <p:nvSpPr>
          <p:cNvPr id="1541" name="Google Shape;1541;p24"/>
          <p:cNvSpPr/>
          <p:nvPr/>
        </p:nvSpPr>
        <p:spPr>
          <a:xfrm>
            <a:off x="12076611" y="5458968"/>
            <a:ext cx="979714"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42" name="Google Shape;1542;p24"/>
          <p:cNvSpPr txBox="1"/>
          <p:nvPr/>
        </p:nvSpPr>
        <p:spPr>
          <a:xfrm>
            <a:off x="7680960" y="5971032"/>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F5 Plataforma</a:t>
            </a:r>
            <a:endParaRPr lang="es-CL" noProof="0"/>
          </a:p>
        </p:txBody>
      </p:sp>
      <p:sp>
        <p:nvSpPr>
          <p:cNvPr id="1543" name="Google Shape;1543;p24"/>
          <p:cNvSpPr txBox="1"/>
          <p:nvPr/>
        </p:nvSpPr>
        <p:spPr>
          <a:xfrm>
            <a:off x="7680960" y="6254496"/>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Operación/SRE</a:t>
            </a:r>
            <a:endParaRPr lang="es-CL" noProof="0"/>
          </a:p>
        </p:txBody>
      </p:sp>
      <p:sp>
        <p:nvSpPr>
          <p:cNvPr id="1544" name="Google Shape;1544;p24"/>
          <p:cNvSpPr/>
          <p:nvPr/>
        </p:nvSpPr>
        <p:spPr>
          <a:xfrm>
            <a:off x="10607040" y="6080760"/>
            <a:ext cx="244928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45" name="Google Shape;1545;p24"/>
          <p:cNvSpPr txBox="1"/>
          <p:nvPr/>
        </p:nvSpPr>
        <p:spPr>
          <a:xfrm>
            <a:off x="7680960" y="6592824"/>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F6 Calidad</a:t>
            </a:r>
            <a:endParaRPr lang="es-CL" noProof="0"/>
          </a:p>
        </p:txBody>
      </p:sp>
      <p:sp>
        <p:nvSpPr>
          <p:cNvPr id="1546" name="Google Shape;1546;p24"/>
          <p:cNvSpPr txBox="1"/>
          <p:nvPr/>
        </p:nvSpPr>
        <p:spPr>
          <a:xfrm>
            <a:off x="7680960" y="6876288"/>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Calidad</a:t>
            </a:r>
            <a:endParaRPr lang="es-CL" noProof="0"/>
          </a:p>
        </p:txBody>
      </p:sp>
      <p:sp>
        <p:nvSpPr>
          <p:cNvPr id="1547" name="Google Shape;1547;p24"/>
          <p:cNvSpPr/>
          <p:nvPr/>
        </p:nvSpPr>
        <p:spPr>
          <a:xfrm>
            <a:off x="10607040" y="6702552"/>
            <a:ext cx="2571750"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48" name="Google Shape;1548;p24"/>
          <p:cNvSpPr txBox="1"/>
          <p:nvPr/>
        </p:nvSpPr>
        <p:spPr>
          <a:xfrm>
            <a:off x="7680960" y="7214616"/>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F7 Implantación</a:t>
            </a:r>
            <a:endParaRPr lang="es-CL" noProof="0"/>
          </a:p>
        </p:txBody>
      </p:sp>
      <p:sp>
        <p:nvSpPr>
          <p:cNvPr id="1549" name="Google Shape;1549;p24"/>
          <p:cNvSpPr txBox="1"/>
          <p:nvPr/>
        </p:nvSpPr>
        <p:spPr>
          <a:xfrm>
            <a:off x="7680960" y="7498079"/>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Implantación</a:t>
            </a:r>
            <a:endParaRPr lang="es-CL" noProof="0"/>
          </a:p>
        </p:txBody>
      </p:sp>
      <p:sp>
        <p:nvSpPr>
          <p:cNvPr id="1550" name="Google Shape;1550;p24"/>
          <p:cNvSpPr/>
          <p:nvPr/>
        </p:nvSpPr>
        <p:spPr>
          <a:xfrm>
            <a:off x="11586754" y="7324344"/>
            <a:ext cx="1592035" cy="384048"/>
          </a:xfrm>
          <a:prstGeom prst="roundRect">
            <a:avLst>
              <a:gd name="adj" fmla="val 3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51" name="Google Shape;1551;p24"/>
          <p:cNvSpPr txBox="1"/>
          <p:nvPr/>
        </p:nvSpPr>
        <p:spPr>
          <a:xfrm>
            <a:off x="7680960" y="7836408"/>
            <a:ext cx="283464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111111"/>
                </a:solidFill>
                <a:latin typeface="Inter SemiBold"/>
                <a:ea typeface="Inter SemiBold"/>
                <a:cs typeface="Inter SemiBold"/>
                <a:sym typeface="Inter SemiBold"/>
              </a:rPr>
              <a:t>F8 Operación</a:t>
            </a:r>
            <a:endParaRPr lang="es-CL" noProof="0"/>
          </a:p>
        </p:txBody>
      </p:sp>
      <p:sp>
        <p:nvSpPr>
          <p:cNvPr id="1552" name="Google Shape;1552;p24"/>
          <p:cNvSpPr txBox="1"/>
          <p:nvPr/>
        </p:nvSpPr>
        <p:spPr>
          <a:xfrm>
            <a:off x="7680960" y="8119872"/>
            <a:ext cx="2834640" cy="2743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Líder de Operación/SRE</a:t>
            </a:r>
            <a:endParaRPr lang="es-CL" noProof="0"/>
          </a:p>
        </p:txBody>
      </p:sp>
      <p:sp>
        <p:nvSpPr>
          <p:cNvPr id="1553" name="Google Shape;1553;p24"/>
          <p:cNvSpPr/>
          <p:nvPr/>
        </p:nvSpPr>
        <p:spPr>
          <a:xfrm>
            <a:off x="13056325" y="7946136"/>
            <a:ext cx="4408714" cy="384048"/>
          </a:xfrm>
          <a:prstGeom prst="roundRect">
            <a:avLst>
              <a:gd name="adj" fmla="val 3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554" name="Google Shape;1554;p24"/>
          <p:cNvSpPr txBox="1"/>
          <p:nvPr/>
        </p:nvSpPr>
        <p:spPr>
          <a:xfrm>
            <a:off x="10287000"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m1</a:t>
            </a:r>
            <a:endParaRPr lang="es-CL" noProof="0"/>
          </a:p>
        </p:txBody>
      </p:sp>
      <p:sp>
        <p:nvSpPr>
          <p:cNvPr id="1555" name="Google Shape;1555;p24"/>
          <p:cNvSpPr txBox="1"/>
          <p:nvPr/>
        </p:nvSpPr>
        <p:spPr>
          <a:xfrm>
            <a:off x="11756571"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m13</a:t>
            </a:r>
            <a:endParaRPr lang="es-CL" noProof="0"/>
          </a:p>
        </p:txBody>
      </p:sp>
      <p:sp>
        <p:nvSpPr>
          <p:cNvPr id="1556" name="Google Shape;1556;p24"/>
          <p:cNvSpPr txBox="1"/>
          <p:nvPr/>
        </p:nvSpPr>
        <p:spPr>
          <a:xfrm>
            <a:off x="12736285"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m21</a:t>
            </a:r>
            <a:endParaRPr lang="es-CL" noProof="0"/>
          </a:p>
        </p:txBody>
      </p:sp>
      <p:sp>
        <p:nvSpPr>
          <p:cNvPr id="1557" name="Google Shape;1557;p24"/>
          <p:cNvSpPr txBox="1"/>
          <p:nvPr/>
        </p:nvSpPr>
        <p:spPr>
          <a:xfrm>
            <a:off x="17022535" y="8503920"/>
            <a:ext cx="822960" cy="27432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00" b="0" noProof="0">
                <a:solidFill>
                  <a:srgbClr val="606060"/>
                </a:solidFill>
                <a:latin typeface="Inter"/>
                <a:ea typeface="Inter"/>
                <a:cs typeface="Inter"/>
                <a:sym typeface="Inter"/>
              </a:rPr>
              <a:t>m56</a:t>
            </a:r>
            <a:endParaRPr lang="es-CL" noProof="0"/>
          </a:p>
        </p:txBody>
      </p:sp>
      <p:sp>
        <p:nvSpPr>
          <p:cNvPr id="155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1563"/>
        <p:cNvGrpSpPr/>
        <p:nvPr/>
      </p:nvGrpSpPr>
      <p:grpSpPr>
        <a:xfrm>
          <a:off x="0" y="0"/>
          <a:ext cx="0" cy="0"/>
          <a:chOff x="0" y="0"/>
          <a:chExt cx="0" cy="0"/>
        </a:xfrm>
      </p:grpSpPr>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2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19</a:t>
            </a:r>
          </a:p>
        </p:txBody>
      </p:sp>
      <p:sp>
        <p:nvSpPr>
          <p:cNvPr id="1631" name="!!title"/>
          <p:cNvSpPr txBox="1"/>
          <p:nvPr/>
        </p:nvSpPr>
        <p:spPr>
          <a:xfrm>
            <a:off x="2223023" y="962040"/>
            <a:ext cx="14034000" cy="8505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525" b="1" i="0" u="none" strike="noStrike" cap="none" noProof="0">
                <a:solidFill>
                  <a:srgbClr val="111111"/>
                </a:solidFill>
                <a:latin typeface="Inter SemiBold"/>
                <a:ea typeface="Inter SemiBold"/>
                <a:cs typeface="Inter SemiBold"/>
                <a:sym typeface="Inter SemiBold"/>
              </a:rPr>
              <a:t>Gantt de implementación</a:t>
            </a:r>
            <a:endParaRPr lang="es-CL" sz="1432" noProof="0"/>
          </a:p>
        </p:txBody>
      </p:sp>
      <p:sp>
        <p:nvSpPr>
          <p:cNvPr id="1637" name="Google Shape;1637;p26"/>
          <p:cNvSpPr txBox="1"/>
          <p:nvPr/>
        </p:nvSpPr>
        <p:spPr>
          <a:xfrm>
            <a:off x="1755222" y="2346037"/>
            <a:ext cx="14969700" cy="3150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46" b="0" i="0" u="none" strike="noStrike" cap="none" noProof="0">
                <a:solidFill>
                  <a:srgbClr val="000000"/>
                </a:solidFill>
                <a:latin typeface="Inter"/>
                <a:ea typeface="Inter"/>
                <a:cs typeface="Inter"/>
                <a:sym typeface="Inter"/>
              </a:rPr>
              <a:t>Meses 1–24 · congelamientos, certificaciones, reversión y riesgos a la vista</a:t>
            </a:r>
            <a:endParaRPr lang="es-CL" sz="1432" noProof="0"/>
          </a:p>
        </p:txBody>
      </p:sp>
      <p:sp>
        <p:nvSpPr>
          <p:cNvPr id="1638" name="Google Shape;1638;p26"/>
          <p:cNvSpPr/>
          <p:nvPr/>
        </p:nvSpPr>
        <p:spPr>
          <a:xfrm>
            <a:off x="782494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0" name="Google Shape;1640;p26"/>
          <p:cNvSpPr/>
          <p:nvPr/>
        </p:nvSpPr>
        <p:spPr>
          <a:xfrm>
            <a:off x="954411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2" name="Google Shape;1642;p26"/>
          <p:cNvSpPr/>
          <p:nvPr/>
        </p:nvSpPr>
        <p:spPr>
          <a:xfrm>
            <a:off x="1470162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4" name="Google Shape;1644;p26"/>
          <p:cNvSpPr/>
          <p:nvPr/>
        </p:nvSpPr>
        <p:spPr>
          <a:xfrm>
            <a:off x="1642079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6" name="Google Shape;1646;p26"/>
          <p:cNvSpPr txBox="1"/>
          <p:nvPr/>
        </p:nvSpPr>
        <p:spPr>
          <a:xfrm>
            <a:off x="632499" y="2794238"/>
            <a:ext cx="30873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0" i="0" u="none" strike="noStrike" cap="none" noProof="0">
                <a:solidFill>
                  <a:srgbClr val="606060"/>
                </a:solidFill>
                <a:latin typeface="Inter"/>
                <a:ea typeface="Inter"/>
                <a:cs typeface="Inter"/>
                <a:sym typeface="Inter"/>
              </a:rPr>
              <a:t>Gris = congelamiento</a:t>
            </a:r>
            <a:endParaRPr lang="es-CL" sz="1432" noProof="0"/>
          </a:p>
        </p:txBody>
      </p:sp>
      <p:sp>
        <p:nvSpPr>
          <p:cNvPr id="1647" name="Google Shape;1647;p26"/>
          <p:cNvSpPr txBox="1"/>
          <p:nvPr/>
        </p:nvSpPr>
        <p:spPr>
          <a:xfrm>
            <a:off x="632499" y="3168479"/>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Diseño e infraestructura</a:t>
            </a:r>
            <a:endParaRPr lang="es-CL" sz="1432" noProof="0"/>
          </a:p>
        </p:txBody>
      </p:sp>
      <p:sp>
        <p:nvSpPr>
          <p:cNvPr id="1648" name="!!gv_0"/>
          <p:cNvSpPr/>
          <p:nvPr/>
        </p:nvSpPr>
        <p:spPr>
          <a:xfrm>
            <a:off x="3813547" y="3168479"/>
            <a:ext cx="18288" cy="299700"/>
          </a:xfrm>
          <a:prstGeom prst="roundRect">
            <a:avLst>
              <a:gd name="adj" fmla="val 30000"/>
            </a:avLst>
          </a:prstGeom>
          <a:solidFill>
            <a:srgbClr val="606060"/>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E1</a:t>
            </a:r>
            <a:endParaRPr lang="es-CL" sz="1432" noProof="0"/>
          </a:p>
        </p:txBody>
      </p:sp>
      <p:sp>
        <p:nvSpPr>
          <p:cNvPr id="1650" name="!!gv_1"/>
          <p:cNvSpPr/>
          <p:nvPr/>
        </p:nvSpPr>
        <p:spPr>
          <a:xfrm>
            <a:off x="6105774" y="3561432"/>
            <a:ext cx="18288"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Migración de datos</a:t>
            </a:r>
            <a:endParaRPr lang="es-CL" sz="1432" noProof="0"/>
          </a:p>
        </p:txBody>
      </p:sp>
      <p:sp>
        <p:nvSpPr>
          <p:cNvPr id="1652" name="!!gv_2"/>
          <p:cNvSpPr/>
          <p:nvPr/>
        </p:nvSpPr>
        <p:spPr>
          <a:xfrm>
            <a:off x="7251887" y="3954385"/>
            <a:ext cx="18288"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E1</a:t>
            </a:r>
            <a:endParaRPr lang="es-CL" sz="1432" noProof="0"/>
          </a:p>
        </p:txBody>
      </p:sp>
      <p:sp>
        <p:nvSpPr>
          <p:cNvPr id="1654" name="!!gv_3"/>
          <p:cNvSpPr/>
          <p:nvPr/>
        </p:nvSpPr>
        <p:spPr>
          <a:xfrm>
            <a:off x="10690226" y="4347338"/>
            <a:ext cx="18288" cy="299700"/>
          </a:xfrm>
          <a:prstGeom prst="roundRect">
            <a:avLst>
              <a:gd name="adj" fmla="val 30000"/>
            </a:avLst>
          </a:prstGeom>
          <a:solidFill>
            <a:srgbClr val="F29A5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6" name="Google Shape;1656;p26"/>
          <p:cNvSpPr txBox="1"/>
          <p:nvPr/>
        </p:nvSpPr>
        <p:spPr>
          <a:xfrm>
            <a:off x="632499" y="474029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E2</a:t>
            </a:r>
            <a:endParaRPr lang="es-CL" sz="1432" noProof="0"/>
          </a:p>
        </p:txBody>
      </p:sp>
      <p:sp>
        <p:nvSpPr>
          <p:cNvPr id="1658" name="Google Shape;1658;p26"/>
          <p:cNvSpPr txBox="1"/>
          <p:nvPr/>
        </p:nvSpPr>
        <p:spPr>
          <a:xfrm>
            <a:off x="632499" y="513324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E2</a:t>
            </a:r>
            <a:endParaRPr lang="es-CL" sz="1432" noProof="0"/>
          </a:p>
        </p:txBody>
      </p:sp>
      <p:sp>
        <p:nvSpPr>
          <p:cNvPr id="1659" name="!!gv_5"/>
          <p:cNvSpPr/>
          <p:nvPr/>
        </p:nvSpPr>
        <p:spPr>
          <a:xfrm>
            <a:off x="14128565" y="5133245"/>
            <a:ext cx="18288" cy="299700"/>
          </a:xfrm>
          <a:prstGeom prst="roundRect">
            <a:avLst>
              <a:gd name="adj" fmla="val 30000"/>
            </a:avLst>
          </a:prstGeom>
          <a:solidFill>
            <a:srgbClr val="9A9A9A"/>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B84A0F"/>
                </a:solidFill>
                <a:latin typeface="Inter SemiBold"/>
                <a:ea typeface="Inter SemiBold"/>
                <a:cs typeface="Inter SemiBold"/>
                <a:sym typeface="Inter SemiBold"/>
              </a:rPr>
              <a:t>Calidad</a:t>
            </a:r>
            <a:endParaRPr lang="es-CL" sz="1432" noProof="0"/>
          </a:p>
        </p:txBody>
      </p:sp>
      <p:sp>
        <p:nvSpPr>
          <p:cNvPr id="1661" name="!!gv_6"/>
          <p:cNvSpPr/>
          <p:nvPr/>
        </p:nvSpPr>
        <p:spPr>
          <a:xfrm>
            <a:off x="10690226" y="5619758"/>
            <a:ext cx="18288" cy="112200"/>
          </a:xfrm>
          <a:prstGeom prst="roundRect">
            <a:avLst>
              <a:gd name="adj" fmla="val 30000"/>
            </a:avLst>
          </a:prstGeom>
          <a:solidFill>
            <a:srgbClr val="F3C9A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2" name="!!gv_7"/>
          <p:cNvSpPr/>
          <p:nvPr/>
        </p:nvSpPr>
        <p:spPr>
          <a:xfrm>
            <a:off x="8398000" y="5526198"/>
            <a:ext cx="18288"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3" name="!!gv_8"/>
          <p:cNvSpPr/>
          <p:nvPr/>
        </p:nvSpPr>
        <p:spPr>
          <a:xfrm>
            <a:off x="12409396" y="5526198"/>
            <a:ext cx="18288"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7" name="Google Shape;1667;p26"/>
          <p:cNvSpPr txBox="1"/>
          <p:nvPr/>
        </p:nvSpPr>
        <p:spPr>
          <a:xfrm>
            <a:off x="632499" y="591915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Gestión del cambio</a:t>
            </a:r>
            <a:endParaRPr lang="es-CL" sz="1432" noProof="0"/>
          </a:p>
        </p:txBody>
      </p:sp>
      <p:sp>
        <p:nvSpPr>
          <p:cNvPr id="1668" name="!!gv_9"/>
          <p:cNvSpPr/>
          <p:nvPr/>
        </p:nvSpPr>
        <p:spPr>
          <a:xfrm>
            <a:off x="4386604" y="5919151"/>
            <a:ext cx="18288" cy="299700"/>
          </a:xfrm>
          <a:prstGeom prst="roundRect">
            <a:avLst>
              <a:gd name="adj" fmla="val 30000"/>
            </a:avLst>
          </a:prstGeom>
          <a:solidFill>
            <a:srgbClr val="C7C7C7"/>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Operación → m56</a:t>
            </a:r>
            <a:endParaRPr lang="es-CL" sz="1432" noProof="0"/>
          </a:p>
        </p:txBody>
      </p:sp>
      <p:sp>
        <p:nvSpPr>
          <p:cNvPr id="1671" name="Google Shape;1671;p26"/>
          <p:cNvSpPr txBox="1"/>
          <p:nvPr/>
        </p:nvSpPr>
        <p:spPr>
          <a:xfrm>
            <a:off x="632499" y="6705057"/>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Cambios de software</a:t>
            </a:r>
            <a:endParaRPr lang="es-CL" sz="1432" noProof="0"/>
          </a:p>
        </p:txBody>
      </p:sp>
      <p:sp>
        <p:nvSpPr>
          <p:cNvPr id="1672" name="Google Shape;1672;p26"/>
          <p:cNvSpPr txBox="1"/>
          <p:nvPr/>
        </p:nvSpPr>
        <p:spPr>
          <a:xfrm>
            <a:off x="632499" y="709801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Hitos</a:t>
            </a:r>
            <a:endParaRPr lang="es-CL" sz="1432" noProof="0"/>
          </a:p>
        </p:txBody>
      </p:sp>
      <p:sp>
        <p:nvSpPr>
          <p:cNvPr id="1673" name="Google Shape;1673;p26"/>
          <p:cNvSpPr txBox="1"/>
          <p:nvPr/>
        </p:nvSpPr>
        <p:spPr>
          <a:xfrm>
            <a:off x="632499" y="765937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Riesgos</a:t>
            </a:r>
            <a:endParaRPr lang="es-CL" sz="1432" noProof="0"/>
          </a:p>
        </p:txBody>
      </p:sp>
      <p:cxnSp>
        <p:nvCxnSpPr>
          <p:cNvPr id="1674" name="Google Shape;1674;p26"/>
          <p:cNvCxnSpPr/>
          <p:nvPr/>
        </p:nvCxnSpPr>
        <p:spPr>
          <a:xfrm>
            <a:off x="3813547" y="8071038"/>
            <a:ext cx="13753500" cy="0"/>
          </a:xfrm>
          <a:prstGeom prst="straightConnector1">
            <a:avLst/>
          </a:prstGeom>
          <a:noFill/>
          <a:ln w="26000" cap="flat" cmpd="sng">
            <a:solidFill>
              <a:srgbClr val="9A9A9A"/>
            </a:solidFill>
            <a:prstDash val="solid"/>
            <a:round/>
            <a:headEnd type="none" w="sm" len="sm"/>
            <a:tailEnd type="none" w="sm" len="sm"/>
          </a:ln>
          <a:effectLst>
            <a:outerShdw blurRad="81855" dist="40928" dir="5400000" rotWithShape="0">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a:t>
            </a:r>
            <a:endParaRPr lang="es-CL" sz="1432" noProof="0"/>
          </a:p>
        </p:txBody>
      </p:sp>
      <p:sp>
        <p:nvSpPr>
          <p:cNvPr id="1676" name="Google Shape;1676;p26"/>
          <p:cNvSpPr txBox="1"/>
          <p:nvPr/>
        </p:nvSpPr>
        <p:spPr>
          <a:xfrm>
            <a:off x="438660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a:t>
            </a:r>
            <a:endParaRPr lang="es-CL" sz="1432" noProof="0"/>
          </a:p>
        </p:txBody>
      </p:sp>
      <p:sp>
        <p:nvSpPr>
          <p:cNvPr id="1677" name="Google Shape;1677;p26"/>
          <p:cNvSpPr txBox="1"/>
          <p:nvPr/>
        </p:nvSpPr>
        <p:spPr>
          <a:xfrm>
            <a:off x="495966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3</a:t>
            </a:r>
            <a:endParaRPr lang="es-CL" sz="1432" noProof="0"/>
          </a:p>
        </p:txBody>
      </p:sp>
      <p:sp>
        <p:nvSpPr>
          <p:cNvPr id="1678" name="Google Shape;1678;p26"/>
          <p:cNvSpPr txBox="1"/>
          <p:nvPr/>
        </p:nvSpPr>
        <p:spPr>
          <a:xfrm>
            <a:off x="553271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4</a:t>
            </a:r>
            <a:endParaRPr lang="es-CL" sz="1432" noProof="0"/>
          </a:p>
        </p:txBody>
      </p:sp>
      <p:sp>
        <p:nvSpPr>
          <p:cNvPr id="1679" name="Google Shape;1679;p26"/>
          <p:cNvSpPr txBox="1"/>
          <p:nvPr/>
        </p:nvSpPr>
        <p:spPr>
          <a:xfrm>
            <a:off x="610577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5</a:t>
            </a:r>
            <a:endParaRPr lang="es-CL" sz="1432" noProof="0"/>
          </a:p>
        </p:txBody>
      </p:sp>
      <p:sp>
        <p:nvSpPr>
          <p:cNvPr id="1680" name="Google Shape;1680;p26"/>
          <p:cNvSpPr txBox="1"/>
          <p:nvPr/>
        </p:nvSpPr>
        <p:spPr>
          <a:xfrm>
            <a:off x="667882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6</a:t>
            </a:r>
            <a:endParaRPr lang="es-CL" sz="1432" noProof="0"/>
          </a:p>
        </p:txBody>
      </p:sp>
      <p:sp>
        <p:nvSpPr>
          <p:cNvPr id="1681" name="Google Shape;1681;p26"/>
          <p:cNvSpPr txBox="1"/>
          <p:nvPr/>
        </p:nvSpPr>
        <p:spPr>
          <a:xfrm>
            <a:off x="725188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7</a:t>
            </a:r>
            <a:endParaRPr lang="es-CL" sz="1432" noProof="0"/>
          </a:p>
        </p:txBody>
      </p:sp>
      <p:sp>
        <p:nvSpPr>
          <p:cNvPr id="1682" name="Google Shape;1682;p26"/>
          <p:cNvSpPr txBox="1"/>
          <p:nvPr/>
        </p:nvSpPr>
        <p:spPr>
          <a:xfrm>
            <a:off x="782494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8</a:t>
            </a:r>
            <a:endParaRPr lang="es-CL" sz="1432" noProof="0"/>
          </a:p>
        </p:txBody>
      </p:sp>
      <p:sp>
        <p:nvSpPr>
          <p:cNvPr id="1683" name="Google Shape;1683;p26"/>
          <p:cNvSpPr txBox="1"/>
          <p:nvPr/>
        </p:nvSpPr>
        <p:spPr>
          <a:xfrm>
            <a:off x="839800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9</a:t>
            </a:r>
            <a:endParaRPr lang="es-CL" sz="1432" noProof="0"/>
          </a:p>
        </p:txBody>
      </p:sp>
      <p:sp>
        <p:nvSpPr>
          <p:cNvPr id="1684" name="Google Shape;1684;p26"/>
          <p:cNvSpPr txBox="1"/>
          <p:nvPr/>
        </p:nvSpPr>
        <p:spPr>
          <a:xfrm>
            <a:off x="897105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10</a:t>
            </a:r>
            <a:endParaRPr lang="es-CL" sz="1432" noProof="0"/>
          </a:p>
        </p:txBody>
      </p:sp>
      <p:sp>
        <p:nvSpPr>
          <p:cNvPr id="1685" name="Google Shape;1685;p26"/>
          <p:cNvSpPr txBox="1"/>
          <p:nvPr/>
        </p:nvSpPr>
        <p:spPr>
          <a:xfrm>
            <a:off x="954411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11</a:t>
            </a:r>
            <a:endParaRPr lang="es-CL" sz="1432" noProof="0"/>
          </a:p>
        </p:txBody>
      </p:sp>
      <p:sp>
        <p:nvSpPr>
          <p:cNvPr id="1686" name="Google Shape;1686;p26"/>
          <p:cNvSpPr txBox="1"/>
          <p:nvPr/>
        </p:nvSpPr>
        <p:spPr>
          <a:xfrm>
            <a:off x="1011717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12</a:t>
            </a:r>
            <a:endParaRPr lang="es-CL" sz="1432" noProof="0"/>
          </a:p>
        </p:txBody>
      </p:sp>
      <p:sp>
        <p:nvSpPr>
          <p:cNvPr id="1687" name="Google Shape;1687;p26"/>
          <p:cNvSpPr txBox="1"/>
          <p:nvPr/>
        </p:nvSpPr>
        <p:spPr>
          <a:xfrm>
            <a:off x="1069022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13</a:t>
            </a:r>
            <a:endParaRPr lang="es-CL" sz="1432" noProof="0"/>
          </a:p>
        </p:txBody>
      </p:sp>
      <p:sp>
        <p:nvSpPr>
          <p:cNvPr id="1688" name="Google Shape;1688;p26"/>
          <p:cNvSpPr txBox="1"/>
          <p:nvPr/>
        </p:nvSpPr>
        <p:spPr>
          <a:xfrm>
            <a:off x="1126328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14</a:t>
            </a:r>
            <a:endParaRPr lang="es-CL" sz="1432" noProof="0"/>
          </a:p>
        </p:txBody>
      </p:sp>
      <p:sp>
        <p:nvSpPr>
          <p:cNvPr id="1689" name="Google Shape;1689;p26"/>
          <p:cNvSpPr txBox="1"/>
          <p:nvPr/>
        </p:nvSpPr>
        <p:spPr>
          <a:xfrm>
            <a:off x="11836338"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15</a:t>
            </a:r>
            <a:endParaRPr lang="es-CL" sz="1432" noProof="0"/>
          </a:p>
        </p:txBody>
      </p:sp>
      <p:sp>
        <p:nvSpPr>
          <p:cNvPr id="1690" name="Google Shape;1690;p26"/>
          <p:cNvSpPr txBox="1"/>
          <p:nvPr/>
        </p:nvSpPr>
        <p:spPr>
          <a:xfrm>
            <a:off x="1240939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16</a:t>
            </a:r>
            <a:endParaRPr lang="es-CL" sz="1432" noProof="0"/>
          </a:p>
        </p:txBody>
      </p:sp>
      <p:sp>
        <p:nvSpPr>
          <p:cNvPr id="1691" name="Google Shape;1691;p26"/>
          <p:cNvSpPr txBox="1"/>
          <p:nvPr/>
        </p:nvSpPr>
        <p:spPr>
          <a:xfrm>
            <a:off x="12982452"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17</a:t>
            </a:r>
            <a:endParaRPr lang="es-CL" sz="1432" noProof="0"/>
          </a:p>
        </p:txBody>
      </p:sp>
      <p:sp>
        <p:nvSpPr>
          <p:cNvPr id="1692" name="Google Shape;1692;p26"/>
          <p:cNvSpPr txBox="1"/>
          <p:nvPr/>
        </p:nvSpPr>
        <p:spPr>
          <a:xfrm>
            <a:off x="1355550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18</a:t>
            </a:r>
            <a:endParaRPr lang="es-CL" sz="1432" noProof="0"/>
          </a:p>
        </p:txBody>
      </p:sp>
      <p:sp>
        <p:nvSpPr>
          <p:cNvPr id="1693" name="Google Shape;1693;p26"/>
          <p:cNvSpPr txBox="1"/>
          <p:nvPr/>
        </p:nvSpPr>
        <p:spPr>
          <a:xfrm>
            <a:off x="1412856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19</a:t>
            </a:r>
            <a:endParaRPr lang="es-CL" sz="1432" noProof="0"/>
          </a:p>
        </p:txBody>
      </p:sp>
      <p:sp>
        <p:nvSpPr>
          <p:cNvPr id="1694" name="Google Shape;1694;p26"/>
          <p:cNvSpPr txBox="1"/>
          <p:nvPr/>
        </p:nvSpPr>
        <p:spPr>
          <a:xfrm>
            <a:off x="1470162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20</a:t>
            </a:r>
            <a:endParaRPr lang="es-CL" sz="1432" noProof="0"/>
          </a:p>
        </p:txBody>
      </p:sp>
      <p:sp>
        <p:nvSpPr>
          <p:cNvPr id="1695" name="Google Shape;1695;p26"/>
          <p:cNvSpPr txBox="1"/>
          <p:nvPr/>
        </p:nvSpPr>
        <p:spPr>
          <a:xfrm>
            <a:off x="1527467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21</a:t>
            </a:r>
            <a:endParaRPr lang="es-CL" sz="1432" noProof="0"/>
          </a:p>
        </p:txBody>
      </p:sp>
      <p:sp>
        <p:nvSpPr>
          <p:cNvPr id="1696" name="Google Shape;1696;p26"/>
          <p:cNvSpPr txBox="1"/>
          <p:nvPr/>
        </p:nvSpPr>
        <p:spPr>
          <a:xfrm>
            <a:off x="1584773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22</a:t>
            </a:r>
            <a:endParaRPr lang="es-CL" sz="1432" noProof="0"/>
          </a:p>
        </p:txBody>
      </p:sp>
      <p:sp>
        <p:nvSpPr>
          <p:cNvPr id="1697" name="Google Shape;1697;p26"/>
          <p:cNvSpPr txBox="1"/>
          <p:nvPr/>
        </p:nvSpPr>
        <p:spPr>
          <a:xfrm>
            <a:off x="1642079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23</a:t>
            </a:r>
            <a:endParaRPr lang="es-CL" sz="1432" noProof="0"/>
          </a:p>
        </p:txBody>
      </p:sp>
      <p:sp>
        <p:nvSpPr>
          <p:cNvPr id="1698" name="Google Shape;1698;p26"/>
          <p:cNvSpPr txBox="1"/>
          <p:nvPr/>
        </p:nvSpPr>
        <p:spPr>
          <a:xfrm>
            <a:off x="169938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24</a:t>
            </a:r>
            <a:endParaRPr lang="es-CL" sz="1432" noProof="0"/>
          </a:p>
        </p:txBody>
      </p:sp>
    </p:spTree>
  </p:cSld>
  <p:clrMapOvr>
    <a:masterClrMapping/>
  </p:clrMapOvr>
  <p:transition spd="med" advTm="100">
    <p:push/>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1629"/>
        <p:cNvGrpSpPr/>
        <p:nvPr/>
      </p:nvGrpSpPr>
      <p:grpSpPr>
        <a:xfrm>
          <a:off x="0" y="0"/>
          <a:ext cx="0" cy="0"/>
          <a:chOff x="0" y="0"/>
          <a:chExt cx="0" cy="0"/>
        </a:xfrm>
      </p:grpSpPr>
      <p:sp>
        <p:nvSpPr>
          <p:cNvPr id="1630" name="!!deco_1438196a_1"/>
          <p:cNvSpPr/>
          <p:nvPr/>
        </p:nvSpPr>
        <p:spPr>
          <a:xfrm>
            <a:off x="-912276"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1" name="!!title"/>
          <p:cNvSpPr txBox="1"/>
          <p:nvPr/>
        </p:nvSpPr>
        <p:spPr>
          <a:xfrm>
            <a:off x="2223023" y="962040"/>
            <a:ext cx="14034000" cy="8505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525" b="1" i="0" u="none" strike="noStrike" cap="none" noProof="0">
                <a:solidFill>
                  <a:srgbClr val="111111"/>
                </a:solidFill>
                <a:latin typeface="Inter SemiBold"/>
                <a:ea typeface="Inter SemiBold"/>
                <a:cs typeface="Inter SemiBold"/>
                <a:sym typeface="Inter SemiBold"/>
              </a:rPr>
              <a:t>Gantt de implementación</a:t>
            </a:r>
            <a:endParaRPr lang="es-CL" sz="1432" noProof="0"/>
          </a:p>
        </p:txBody>
      </p:sp>
      <p:sp>
        <p:nvSpPr>
          <p:cNvPr id="1632" name="!!deco_1438196a_2"/>
          <p:cNvSpPr/>
          <p:nvPr/>
        </p:nvSpPr>
        <p:spPr>
          <a:xfrm>
            <a:off x="15182687" y="-1806079"/>
            <a:ext cx="4207383" cy="4207383"/>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633" name="!!deco_dce8b6c9_1"/>
          <p:cNvSpPr/>
          <p:nvPr/>
        </p:nvSpPr>
        <p:spPr>
          <a:xfrm>
            <a:off x="-2422552" y="8775768"/>
            <a:ext cx="10467313" cy="10467313"/>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634" name="!!deco_78f3c294_1"/>
          <p:cNvSpPr/>
          <p:nvPr/>
        </p:nvSpPr>
        <p:spPr>
          <a:xfrm flipH="1">
            <a:off x="17335209"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35" name="!!deco_78f3c294_2"/>
          <p:cNvSpPr/>
          <p:nvPr/>
        </p:nvSpPr>
        <p:spPr>
          <a:xfrm flipH="1">
            <a:off x="17178986" y="8869326"/>
            <a:ext cx="208306" cy="345737"/>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636" name="Google Shape;1636;p26"/>
          <p:cNvSpPr txBox="1"/>
          <p:nvPr/>
        </p:nvSpPr>
        <p:spPr>
          <a:xfrm>
            <a:off x="15085298" y="8875656"/>
            <a:ext cx="1994100" cy="2835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42" b="0" i="0" u="none" strike="noStrike" cap="none" noProof="0">
                <a:solidFill>
                  <a:srgbClr val="000000"/>
                </a:solidFill>
                <a:latin typeface="Inter"/>
                <a:ea typeface="Inter"/>
                <a:cs typeface="Inter"/>
                <a:sym typeface="Inter"/>
              </a:rPr>
              <a:t>Siguiente</a:t>
            </a:r>
            <a:endParaRPr lang="es-CL" sz="1432" noProof="0"/>
          </a:p>
        </p:txBody>
      </p:sp>
      <p:sp>
        <p:nvSpPr>
          <p:cNvPr id="1637" name="Google Shape;1637;p26"/>
          <p:cNvSpPr txBox="1"/>
          <p:nvPr/>
        </p:nvSpPr>
        <p:spPr>
          <a:xfrm>
            <a:off x="1755222" y="2346037"/>
            <a:ext cx="14969700" cy="315000"/>
          </a:xfrm>
          <a:prstGeom prst="rect">
            <a:avLst/>
          </a:prstGeom>
          <a:noFill/>
          <a:ln>
            <a:noFill/>
          </a:ln>
        </p:spPr>
        <p:txBody>
          <a:bodyPr spcFirstLastPara="1" wrap="square" lIns="0" tIns="0" rIns="0" bIns="0" anchor="t" anchorCtr="0">
            <a:spAutoFit/>
          </a:bodyPr>
          <a:lstStyle/>
          <a:p>
            <a:pPr marL="0" marR="0" lvl="0" indent="0" algn="ctr" rtl="0">
              <a:lnSpc>
                <a:spcPct val="126000"/>
              </a:lnSpc>
              <a:spcBef>
                <a:spcPts val="0"/>
              </a:spcBef>
              <a:spcAft>
                <a:spcPts val="0"/>
              </a:spcAft>
              <a:buNone/>
            </a:pPr>
            <a:r>
              <a:rPr lang="es-CL" sz="2046" b="0" i="0" u="none" strike="noStrike" cap="none" noProof="0">
                <a:solidFill>
                  <a:srgbClr val="000000"/>
                </a:solidFill>
                <a:latin typeface="Inter"/>
                <a:ea typeface="Inter"/>
                <a:cs typeface="Inter"/>
                <a:sym typeface="Inter"/>
              </a:rPr>
              <a:t>Meses 1–24 · congelamientos, certificaciones, reversión y riesgos a la vista</a:t>
            </a:r>
            <a:endParaRPr lang="es-CL" sz="1432" noProof="0"/>
          </a:p>
        </p:txBody>
      </p:sp>
      <p:sp>
        <p:nvSpPr>
          <p:cNvPr id="1638" name="Google Shape;1638;p26"/>
          <p:cNvSpPr/>
          <p:nvPr/>
        </p:nvSpPr>
        <p:spPr>
          <a:xfrm>
            <a:off x="782494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39" name="Google Shape;1639;p26"/>
          <p:cNvSpPr txBox="1"/>
          <p:nvPr/>
        </p:nvSpPr>
        <p:spPr>
          <a:xfrm>
            <a:off x="773138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0" name="Google Shape;1640;p26"/>
          <p:cNvSpPr/>
          <p:nvPr/>
        </p:nvSpPr>
        <p:spPr>
          <a:xfrm>
            <a:off x="9544113"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1" name="Google Shape;1641;p26"/>
          <p:cNvSpPr txBox="1"/>
          <p:nvPr/>
        </p:nvSpPr>
        <p:spPr>
          <a:xfrm>
            <a:off x="9450553"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2" name="Google Shape;1642;p26"/>
          <p:cNvSpPr/>
          <p:nvPr/>
        </p:nvSpPr>
        <p:spPr>
          <a:xfrm>
            <a:off x="1470162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3" name="Google Shape;1643;p26"/>
          <p:cNvSpPr txBox="1"/>
          <p:nvPr/>
        </p:nvSpPr>
        <p:spPr>
          <a:xfrm>
            <a:off x="1460806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err="1">
                <a:solidFill>
                  <a:srgbClr val="606060"/>
                </a:solidFill>
                <a:latin typeface="Inter SemiBold"/>
                <a:ea typeface="Inter SemiBold"/>
                <a:cs typeface="Inter SemiBold"/>
                <a:sym typeface="Inter SemiBold"/>
              </a:rPr>
              <a:t>Sep</a:t>
            </a:r>
            <a:endParaRPr lang="es-CL" sz="1432" noProof="0"/>
          </a:p>
        </p:txBody>
      </p:sp>
      <p:sp>
        <p:nvSpPr>
          <p:cNvPr id="1644" name="Google Shape;1644;p26"/>
          <p:cNvSpPr/>
          <p:nvPr/>
        </p:nvSpPr>
        <p:spPr>
          <a:xfrm>
            <a:off x="16420791" y="3121699"/>
            <a:ext cx="572700" cy="4883700"/>
          </a:xfrm>
          <a:prstGeom prst="rect">
            <a:avLst/>
          </a:prstGeom>
          <a:solidFill>
            <a:srgbClr val="ECECE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5" name="Google Shape;1645;p26"/>
          <p:cNvSpPr txBox="1"/>
          <p:nvPr/>
        </p:nvSpPr>
        <p:spPr>
          <a:xfrm>
            <a:off x="16327231" y="2794238"/>
            <a:ext cx="7599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606060"/>
                </a:solidFill>
                <a:latin typeface="Inter SemiBold"/>
                <a:ea typeface="Inter SemiBold"/>
                <a:cs typeface="Inter SemiBold"/>
                <a:sym typeface="Inter SemiBold"/>
              </a:rPr>
              <a:t>Dic</a:t>
            </a:r>
            <a:endParaRPr lang="es-CL" sz="1432" noProof="0"/>
          </a:p>
        </p:txBody>
      </p:sp>
      <p:sp>
        <p:nvSpPr>
          <p:cNvPr id="1646" name="Google Shape;1646;p26"/>
          <p:cNvSpPr txBox="1"/>
          <p:nvPr/>
        </p:nvSpPr>
        <p:spPr>
          <a:xfrm>
            <a:off x="632499" y="2794238"/>
            <a:ext cx="30873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0" i="0" u="none" strike="noStrike" cap="none" noProof="0">
                <a:solidFill>
                  <a:srgbClr val="606060"/>
                </a:solidFill>
                <a:latin typeface="Inter"/>
                <a:ea typeface="Inter"/>
                <a:cs typeface="Inter"/>
                <a:sym typeface="Inter"/>
              </a:rPr>
              <a:t>Gris = congelamiento</a:t>
            </a:r>
            <a:endParaRPr lang="es-CL" sz="1432" noProof="0"/>
          </a:p>
        </p:txBody>
      </p:sp>
      <p:sp>
        <p:nvSpPr>
          <p:cNvPr id="1647" name="Google Shape;1647;p26"/>
          <p:cNvSpPr txBox="1"/>
          <p:nvPr/>
        </p:nvSpPr>
        <p:spPr>
          <a:xfrm>
            <a:off x="632499" y="3168479"/>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Diseño e infraestructura</a:t>
            </a:r>
            <a:endParaRPr lang="es-CL" sz="1432" noProof="0"/>
          </a:p>
        </p:txBody>
      </p:sp>
      <p:sp>
        <p:nvSpPr>
          <p:cNvPr id="1648" name="!!gv_0"/>
          <p:cNvSpPr/>
          <p:nvPr/>
        </p:nvSpPr>
        <p:spPr>
          <a:xfrm>
            <a:off x="3813547" y="3168479"/>
            <a:ext cx="6876300" cy="299700"/>
          </a:xfrm>
          <a:prstGeom prst="roundRect">
            <a:avLst>
              <a:gd name="adj" fmla="val 30000"/>
            </a:avLst>
          </a:prstGeom>
          <a:solidFill>
            <a:srgbClr val="606060"/>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49" name="Google Shape;1649;p26"/>
          <p:cNvSpPr txBox="1"/>
          <p:nvPr/>
        </p:nvSpPr>
        <p:spPr>
          <a:xfrm>
            <a:off x="632499" y="356143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E1</a:t>
            </a:r>
            <a:endParaRPr lang="es-CL" sz="1432" noProof="0"/>
          </a:p>
        </p:txBody>
      </p:sp>
      <p:sp>
        <p:nvSpPr>
          <p:cNvPr id="1650" name="!!gv_1"/>
          <p:cNvSpPr/>
          <p:nvPr/>
        </p:nvSpPr>
        <p:spPr>
          <a:xfrm>
            <a:off x="6105774" y="3561432"/>
            <a:ext cx="3438600"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1" name="Google Shape;1651;p26"/>
          <p:cNvSpPr txBox="1"/>
          <p:nvPr/>
        </p:nvSpPr>
        <p:spPr>
          <a:xfrm>
            <a:off x="632499" y="395438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Migración de datos</a:t>
            </a:r>
            <a:endParaRPr lang="es-CL" sz="1432" noProof="0"/>
          </a:p>
        </p:txBody>
      </p:sp>
      <p:sp>
        <p:nvSpPr>
          <p:cNvPr id="1652" name="!!gv_2"/>
          <p:cNvSpPr/>
          <p:nvPr/>
        </p:nvSpPr>
        <p:spPr>
          <a:xfrm>
            <a:off x="7251887" y="3954385"/>
            <a:ext cx="3438600" cy="299700"/>
          </a:xfrm>
          <a:prstGeom prst="roundRect">
            <a:avLst>
              <a:gd name="adj" fmla="val 30000"/>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3" name="Google Shape;1653;p26"/>
          <p:cNvSpPr txBox="1"/>
          <p:nvPr/>
        </p:nvSpPr>
        <p:spPr>
          <a:xfrm>
            <a:off x="632499" y="434733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E1</a:t>
            </a:r>
            <a:endParaRPr lang="es-CL" sz="1432" noProof="0"/>
          </a:p>
        </p:txBody>
      </p:sp>
      <p:sp>
        <p:nvSpPr>
          <p:cNvPr id="1654" name="!!gv_3"/>
          <p:cNvSpPr/>
          <p:nvPr/>
        </p:nvSpPr>
        <p:spPr>
          <a:xfrm>
            <a:off x="10690226" y="4347338"/>
            <a:ext cx="1719000" cy="299700"/>
          </a:xfrm>
          <a:prstGeom prst="roundRect">
            <a:avLst>
              <a:gd name="adj" fmla="val 30000"/>
            </a:avLst>
          </a:prstGeom>
          <a:solidFill>
            <a:srgbClr val="F29A5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5" name="Google Shape;1655;p26"/>
          <p:cNvSpPr txBox="1"/>
          <p:nvPr/>
        </p:nvSpPr>
        <p:spPr>
          <a:xfrm>
            <a:off x="10689608" y="4381940"/>
            <a:ext cx="17190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Olas 1·2·3</a:t>
            </a:r>
            <a:endParaRPr lang="es-CL" sz="1432" noProof="0"/>
          </a:p>
        </p:txBody>
      </p:sp>
      <p:sp>
        <p:nvSpPr>
          <p:cNvPr id="1656" name="Google Shape;1656;p26"/>
          <p:cNvSpPr txBox="1"/>
          <p:nvPr/>
        </p:nvSpPr>
        <p:spPr>
          <a:xfrm>
            <a:off x="632499" y="474029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Construcción y pruebas E2</a:t>
            </a:r>
            <a:endParaRPr lang="es-CL" sz="1432" noProof="0"/>
          </a:p>
        </p:txBody>
      </p:sp>
      <p:sp>
        <p:nvSpPr>
          <p:cNvPr id="1657" name="Google Shape;1657;p26"/>
          <p:cNvSpPr/>
          <p:nvPr/>
        </p:nvSpPr>
        <p:spPr>
          <a:xfrm>
            <a:off x="10690226" y="4740292"/>
            <a:ext cx="3438600" cy="299700"/>
          </a:xfrm>
          <a:prstGeom prst="roundRect">
            <a:avLst>
              <a:gd name="adj" fmla="val 30000"/>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58" name="Google Shape;1658;p26"/>
          <p:cNvSpPr txBox="1"/>
          <p:nvPr/>
        </p:nvSpPr>
        <p:spPr>
          <a:xfrm>
            <a:off x="632499" y="5133245"/>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Marcha blanca E2</a:t>
            </a:r>
            <a:endParaRPr lang="es-CL" sz="1432" noProof="0"/>
          </a:p>
        </p:txBody>
      </p:sp>
      <p:sp>
        <p:nvSpPr>
          <p:cNvPr id="1659" name="!!gv_5"/>
          <p:cNvSpPr/>
          <p:nvPr/>
        </p:nvSpPr>
        <p:spPr>
          <a:xfrm>
            <a:off x="14128565" y="5133245"/>
            <a:ext cx="1146300" cy="299700"/>
          </a:xfrm>
          <a:prstGeom prst="roundRect">
            <a:avLst>
              <a:gd name="adj" fmla="val 30000"/>
            </a:avLst>
          </a:prstGeom>
          <a:solidFill>
            <a:srgbClr val="9A9A9A"/>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0" name="Google Shape;1660;p26"/>
          <p:cNvSpPr txBox="1"/>
          <p:nvPr/>
        </p:nvSpPr>
        <p:spPr>
          <a:xfrm>
            <a:off x="632499" y="5526198"/>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B84A0F"/>
                </a:solidFill>
                <a:latin typeface="Inter SemiBold"/>
                <a:ea typeface="Inter SemiBold"/>
                <a:cs typeface="Inter SemiBold"/>
                <a:sym typeface="Inter SemiBold"/>
              </a:rPr>
              <a:t>Calidad</a:t>
            </a:r>
            <a:endParaRPr lang="es-CL" sz="1432" noProof="0"/>
          </a:p>
        </p:txBody>
      </p:sp>
      <p:sp>
        <p:nvSpPr>
          <p:cNvPr id="1661" name="!!gv_6"/>
          <p:cNvSpPr/>
          <p:nvPr/>
        </p:nvSpPr>
        <p:spPr>
          <a:xfrm>
            <a:off x="10690226" y="5619758"/>
            <a:ext cx="6876300" cy="112200"/>
          </a:xfrm>
          <a:prstGeom prst="roundRect">
            <a:avLst>
              <a:gd name="adj" fmla="val 30000"/>
            </a:avLst>
          </a:prstGeom>
          <a:solidFill>
            <a:srgbClr val="F3C9AE"/>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2" name="!!gv_7"/>
          <p:cNvSpPr/>
          <p:nvPr/>
        </p:nvSpPr>
        <p:spPr>
          <a:xfrm>
            <a:off x="8398000" y="5526198"/>
            <a:ext cx="1146300"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3" name="!!gv_8"/>
          <p:cNvSpPr/>
          <p:nvPr/>
        </p:nvSpPr>
        <p:spPr>
          <a:xfrm>
            <a:off x="12409396" y="5526198"/>
            <a:ext cx="1146300" cy="299700"/>
          </a:xfrm>
          <a:prstGeom prst="roundRect">
            <a:avLst>
              <a:gd name="adj" fmla="val 30000"/>
            </a:avLst>
          </a:prstGeom>
          <a:solidFill>
            <a:srgbClr val="B84A0F"/>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4" name="Google Shape;1664;p26"/>
          <p:cNvSpPr txBox="1"/>
          <p:nvPr/>
        </p:nvSpPr>
        <p:spPr>
          <a:xfrm>
            <a:off x="8397268" y="5574368"/>
            <a:ext cx="11463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err="1">
                <a:solidFill>
                  <a:srgbClr val="FFFFFF"/>
                </a:solidFill>
                <a:latin typeface="Inter SemiBold"/>
                <a:ea typeface="Inter SemiBold"/>
                <a:cs typeface="Inter SemiBold"/>
                <a:sym typeface="Inter SemiBold"/>
              </a:rPr>
              <a:t>Certif</a:t>
            </a:r>
            <a:r>
              <a:rPr lang="es-CL" sz="1432" b="1" i="0" u="none" strike="noStrike" cap="none" noProof="0">
                <a:solidFill>
                  <a:srgbClr val="FFFFFF"/>
                </a:solidFill>
                <a:latin typeface="Inter SemiBold"/>
                <a:ea typeface="Inter SemiBold"/>
                <a:cs typeface="Inter SemiBold"/>
                <a:sym typeface="Inter SemiBold"/>
              </a:rPr>
              <a:t>.</a:t>
            </a:r>
            <a:endParaRPr lang="es-CL" sz="1432" noProof="0"/>
          </a:p>
        </p:txBody>
      </p:sp>
      <p:sp>
        <p:nvSpPr>
          <p:cNvPr id="1665" name="Google Shape;1665;p26"/>
          <p:cNvSpPr txBox="1"/>
          <p:nvPr/>
        </p:nvSpPr>
        <p:spPr>
          <a:xfrm>
            <a:off x="12409396" y="5526198"/>
            <a:ext cx="11463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err="1">
                <a:solidFill>
                  <a:srgbClr val="FFFFFF"/>
                </a:solidFill>
                <a:latin typeface="Inter SemiBold"/>
                <a:ea typeface="Inter SemiBold"/>
                <a:cs typeface="Inter SemiBold"/>
                <a:sym typeface="Inter SemiBold"/>
              </a:rPr>
              <a:t>Certif</a:t>
            </a:r>
            <a:r>
              <a:rPr lang="es-CL" sz="1432" b="1" i="0" u="none" strike="noStrike" cap="none" noProof="0">
                <a:solidFill>
                  <a:srgbClr val="FFFFFF"/>
                </a:solidFill>
                <a:latin typeface="Inter SemiBold"/>
                <a:ea typeface="Inter SemiBold"/>
                <a:cs typeface="Inter SemiBold"/>
                <a:sym typeface="Inter SemiBold"/>
              </a:rPr>
              <a:t>.</a:t>
            </a:r>
            <a:endParaRPr lang="es-CL" sz="1432" noProof="0"/>
          </a:p>
        </p:txBody>
      </p:sp>
      <p:sp>
        <p:nvSpPr>
          <p:cNvPr id="1666" name="Google Shape;1666;p26"/>
          <p:cNvSpPr txBox="1"/>
          <p:nvPr/>
        </p:nvSpPr>
        <p:spPr>
          <a:xfrm>
            <a:off x="13555509" y="5526198"/>
            <a:ext cx="1432800" cy="22050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432" b="1" i="0" u="none" strike="noStrike" cap="none" noProof="0">
                <a:solidFill>
                  <a:srgbClr val="B84A0F"/>
                </a:solidFill>
                <a:latin typeface="Inter SemiBold"/>
                <a:ea typeface="Inter SemiBold"/>
                <a:cs typeface="Inter SemiBold"/>
                <a:sym typeface="Inter SemiBold"/>
              </a:rPr>
              <a:t>restauración</a:t>
            </a:r>
            <a:endParaRPr lang="es-CL" sz="1432" noProof="0"/>
          </a:p>
        </p:txBody>
      </p:sp>
      <p:sp>
        <p:nvSpPr>
          <p:cNvPr id="1667" name="Google Shape;1667;p26"/>
          <p:cNvSpPr txBox="1"/>
          <p:nvPr/>
        </p:nvSpPr>
        <p:spPr>
          <a:xfrm>
            <a:off x="632499" y="591915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Gestión del cambio</a:t>
            </a:r>
            <a:endParaRPr lang="es-CL" sz="1432" noProof="0"/>
          </a:p>
        </p:txBody>
      </p:sp>
      <p:sp>
        <p:nvSpPr>
          <p:cNvPr id="1668" name="!!gv_9"/>
          <p:cNvSpPr/>
          <p:nvPr/>
        </p:nvSpPr>
        <p:spPr>
          <a:xfrm>
            <a:off x="4386604" y="5919151"/>
            <a:ext cx="11461200" cy="299700"/>
          </a:xfrm>
          <a:prstGeom prst="roundRect">
            <a:avLst>
              <a:gd name="adj" fmla="val 30000"/>
            </a:avLst>
          </a:prstGeom>
          <a:solidFill>
            <a:srgbClr val="C7C7C7"/>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69" name="Google Shape;1669;p26"/>
          <p:cNvSpPr txBox="1"/>
          <p:nvPr/>
        </p:nvSpPr>
        <p:spPr>
          <a:xfrm>
            <a:off x="632499" y="6312104"/>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Operación → m56</a:t>
            </a:r>
            <a:endParaRPr lang="es-CL" sz="1432" noProof="0"/>
          </a:p>
        </p:txBody>
      </p:sp>
      <p:sp>
        <p:nvSpPr>
          <p:cNvPr id="1670" name="Google Shape;1670;p26"/>
          <p:cNvSpPr/>
          <p:nvPr/>
        </p:nvSpPr>
        <p:spPr>
          <a:xfrm>
            <a:off x="15274679" y="6312104"/>
            <a:ext cx="2292300" cy="299700"/>
          </a:xfrm>
          <a:prstGeom prst="homePlate">
            <a:avLst>
              <a:gd name="adj" fmla="val 50000"/>
            </a:avLst>
          </a:prstGeom>
          <a:solidFill>
            <a:srgbClr val="3C3C3C"/>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671" name="Google Shape;1671;p26"/>
          <p:cNvSpPr txBox="1"/>
          <p:nvPr/>
        </p:nvSpPr>
        <p:spPr>
          <a:xfrm>
            <a:off x="632499" y="6705057"/>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Cambios de software</a:t>
            </a:r>
            <a:endParaRPr lang="es-CL" sz="1432" noProof="0"/>
          </a:p>
        </p:txBody>
      </p:sp>
      <p:sp>
        <p:nvSpPr>
          <p:cNvPr id="1672" name="Google Shape;1672;p26"/>
          <p:cNvSpPr txBox="1"/>
          <p:nvPr/>
        </p:nvSpPr>
        <p:spPr>
          <a:xfrm>
            <a:off x="632499" y="7098011"/>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Hitos</a:t>
            </a:r>
            <a:endParaRPr lang="es-CL" sz="1432" noProof="0"/>
          </a:p>
        </p:txBody>
      </p:sp>
      <p:sp>
        <p:nvSpPr>
          <p:cNvPr id="1673" name="Google Shape;1673;p26"/>
          <p:cNvSpPr txBox="1"/>
          <p:nvPr/>
        </p:nvSpPr>
        <p:spPr>
          <a:xfrm>
            <a:off x="632499" y="7659372"/>
            <a:ext cx="3087300" cy="2205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Riesgos</a:t>
            </a:r>
            <a:endParaRPr lang="es-CL" sz="1432" noProof="0"/>
          </a:p>
        </p:txBody>
      </p:sp>
      <p:cxnSp>
        <p:nvCxnSpPr>
          <p:cNvPr id="1674" name="Google Shape;1674;p26"/>
          <p:cNvCxnSpPr/>
          <p:nvPr/>
        </p:nvCxnSpPr>
        <p:spPr>
          <a:xfrm>
            <a:off x="3813547" y="8071038"/>
            <a:ext cx="13753500" cy="0"/>
          </a:xfrm>
          <a:prstGeom prst="straightConnector1">
            <a:avLst/>
          </a:prstGeom>
          <a:noFill/>
          <a:ln w="26000" cap="flat" cmpd="sng">
            <a:solidFill>
              <a:srgbClr val="9A9A9A"/>
            </a:solidFill>
            <a:prstDash val="solid"/>
            <a:round/>
            <a:headEnd type="none" w="sm" len="sm"/>
            <a:tailEnd type="none" w="sm" len="sm"/>
          </a:ln>
          <a:effectLst>
            <a:outerShdw blurRad="81855" dist="40928" dir="5400000" rotWithShape="0">
              <a:srgbClr val="000000">
                <a:alpha val="38040"/>
              </a:srgbClr>
            </a:outerShdw>
          </a:effectLst>
        </p:spPr>
      </p:cxnSp>
      <p:sp>
        <p:nvSpPr>
          <p:cNvPr id="1675" name="Google Shape;1675;p26"/>
          <p:cNvSpPr txBox="1"/>
          <p:nvPr/>
        </p:nvSpPr>
        <p:spPr>
          <a:xfrm>
            <a:off x="38135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a:t>
            </a:r>
            <a:endParaRPr lang="es-CL" sz="1432" noProof="0"/>
          </a:p>
        </p:txBody>
      </p:sp>
      <p:sp>
        <p:nvSpPr>
          <p:cNvPr id="1676" name="Google Shape;1676;p26"/>
          <p:cNvSpPr txBox="1"/>
          <p:nvPr/>
        </p:nvSpPr>
        <p:spPr>
          <a:xfrm>
            <a:off x="438660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a:t>
            </a:r>
            <a:endParaRPr lang="es-CL" sz="1432" noProof="0"/>
          </a:p>
        </p:txBody>
      </p:sp>
      <p:sp>
        <p:nvSpPr>
          <p:cNvPr id="1677" name="Google Shape;1677;p26"/>
          <p:cNvSpPr txBox="1"/>
          <p:nvPr/>
        </p:nvSpPr>
        <p:spPr>
          <a:xfrm>
            <a:off x="495966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3</a:t>
            </a:r>
            <a:endParaRPr lang="es-CL" sz="1432" noProof="0"/>
          </a:p>
        </p:txBody>
      </p:sp>
      <p:sp>
        <p:nvSpPr>
          <p:cNvPr id="1678" name="Google Shape;1678;p26"/>
          <p:cNvSpPr txBox="1"/>
          <p:nvPr/>
        </p:nvSpPr>
        <p:spPr>
          <a:xfrm>
            <a:off x="553271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4</a:t>
            </a:r>
            <a:endParaRPr lang="es-CL" sz="1432" noProof="0"/>
          </a:p>
        </p:txBody>
      </p:sp>
      <p:sp>
        <p:nvSpPr>
          <p:cNvPr id="1679" name="Google Shape;1679;p26"/>
          <p:cNvSpPr txBox="1"/>
          <p:nvPr/>
        </p:nvSpPr>
        <p:spPr>
          <a:xfrm>
            <a:off x="6105774"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5</a:t>
            </a:r>
            <a:endParaRPr lang="es-CL" sz="1432" noProof="0"/>
          </a:p>
        </p:txBody>
      </p:sp>
      <p:sp>
        <p:nvSpPr>
          <p:cNvPr id="1680" name="Google Shape;1680;p26"/>
          <p:cNvSpPr txBox="1"/>
          <p:nvPr/>
        </p:nvSpPr>
        <p:spPr>
          <a:xfrm>
            <a:off x="667882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6</a:t>
            </a:r>
            <a:endParaRPr lang="es-CL" sz="1432" noProof="0"/>
          </a:p>
        </p:txBody>
      </p:sp>
      <p:sp>
        <p:nvSpPr>
          <p:cNvPr id="1681" name="Google Shape;1681;p26"/>
          <p:cNvSpPr txBox="1"/>
          <p:nvPr/>
        </p:nvSpPr>
        <p:spPr>
          <a:xfrm>
            <a:off x="725188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7</a:t>
            </a:r>
            <a:endParaRPr lang="es-CL" sz="1432" noProof="0"/>
          </a:p>
        </p:txBody>
      </p:sp>
      <p:sp>
        <p:nvSpPr>
          <p:cNvPr id="1682" name="Google Shape;1682;p26"/>
          <p:cNvSpPr txBox="1"/>
          <p:nvPr/>
        </p:nvSpPr>
        <p:spPr>
          <a:xfrm>
            <a:off x="782494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8</a:t>
            </a:r>
            <a:endParaRPr lang="es-CL" sz="1432" noProof="0"/>
          </a:p>
        </p:txBody>
      </p:sp>
      <p:sp>
        <p:nvSpPr>
          <p:cNvPr id="1683" name="Google Shape;1683;p26"/>
          <p:cNvSpPr txBox="1"/>
          <p:nvPr/>
        </p:nvSpPr>
        <p:spPr>
          <a:xfrm>
            <a:off x="839800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9</a:t>
            </a:r>
            <a:endParaRPr lang="es-CL" sz="1432" noProof="0"/>
          </a:p>
        </p:txBody>
      </p:sp>
      <p:sp>
        <p:nvSpPr>
          <p:cNvPr id="1684" name="Google Shape;1684;p26"/>
          <p:cNvSpPr txBox="1"/>
          <p:nvPr/>
        </p:nvSpPr>
        <p:spPr>
          <a:xfrm>
            <a:off x="897105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10</a:t>
            </a:r>
            <a:endParaRPr lang="es-CL" sz="1432" noProof="0"/>
          </a:p>
        </p:txBody>
      </p:sp>
      <p:sp>
        <p:nvSpPr>
          <p:cNvPr id="1685" name="Google Shape;1685;p26"/>
          <p:cNvSpPr txBox="1"/>
          <p:nvPr/>
        </p:nvSpPr>
        <p:spPr>
          <a:xfrm>
            <a:off x="954411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11</a:t>
            </a:r>
            <a:endParaRPr lang="es-CL" sz="1432" noProof="0"/>
          </a:p>
        </p:txBody>
      </p:sp>
      <p:sp>
        <p:nvSpPr>
          <p:cNvPr id="1686" name="Google Shape;1686;p26"/>
          <p:cNvSpPr txBox="1"/>
          <p:nvPr/>
        </p:nvSpPr>
        <p:spPr>
          <a:xfrm>
            <a:off x="10117170"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12</a:t>
            </a:r>
            <a:endParaRPr lang="es-CL" sz="1432" noProof="0"/>
          </a:p>
        </p:txBody>
      </p:sp>
      <p:sp>
        <p:nvSpPr>
          <p:cNvPr id="1687" name="Google Shape;1687;p26"/>
          <p:cNvSpPr txBox="1"/>
          <p:nvPr/>
        </p:nvSpPr>
        <p:spPr>
          <a:xfrm>
            <a:off x="1069022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13</a:t>
            </a:r>
            <a:endParaRPr lang="es-CL" sz="1432" noProof="0"/>
          </a:p>
        </p:txBody>
      </p:sp>
      <p:sp>
        <p:nvSpPr>
          <p:cNvPr id="1688" name="Google Shape;1688;p26"/>
          <p:cNvSpPr txBox="1"/>
          <p:nvPr/>
        </p:nvSpPr>
        <p:spPr>
          <a:xfrm>
            <a:off x="11263283"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14</a:t>
            </a:r>
            <a:endParaRPr lang="es-CL" sz="1432" noProof="0"/>
          </a:p>
        </p:txBody>
      </p:sp>
      <p:sp>
        <p:nvSpPr>
          <p:cNvPr id="1689" name="Google Shape;1689;p26"/>
          <p:cNvSpPr txBox="1"/>
          <p:nvPr/>
        </p:nvSpPr>
        <p:spPr>
          <a:xfrm>
            <a:off x="11836338"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15</a:t>
            </a:r>
            <a:endParaRPr lang="es-CL" sz="1432" noProof="0"/>
          </a:p>
        </p:txBody>
      </p:sp>
      <p:sp>
        <p:nvSpPr>
          <p:cNvPr id="1690" name="Google Shape;1690;p26"/>
          <p:cNvSpPr txBox="1"/>
          <p:nvPr/>
        </p:nvSpPr>
        <p:spPr>
          <a:xfrm>
            <a:off x="12409396"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16</a:t>
            </a:r>
            <a:endParaRPr lang="es-CL" sz="1432" noProof="0"/>
          </a:p>
        </p:txBody>
      </p:sp>
      <p:sp>
        <p:nvSpPr>
          <p:cNvPr id="1691" name="Google Shape;1691;p26"/>
          <p:cNvSpPr txBox="1"/>
          <p:nvPr/>
        </p:nvSpPr>
        <p:spPr>
          <a:xfrm>
            <a:off x="12982452"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17</a:t>
            </a:r>
            <a:endParaRPr lang="es-CL" sz="1432" noProof="0"/>
          </a:p>
        </p:txBody>
      </p:sp>
      <p:sp>
        <p:nvSpPr>
          <p:cNvPr id="1692" name="Google Shape;1692;p26"/>
          <p:cNvSpPr txBox="1"/>
          <p:nvPr/>
        </p:nvSpPr>
        <p:spPr>
          <a:xfrm>
            <a:off x="1355550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18</a:t>
            </a:r>
            <a:endParaRPr lang="es-CL" sz="1432" noProof="0"/>
          </a:p>
        </p:txBody>
      </p:sp>
      <p:sp>
        <p:nvSpPr>
          <p:cNvPr id="1693" name="Google Shape;1693;p26"/>
          <p:cNvSpPr txBox="1"/>
          <p:nvPr/>
        </p:nvSpPr>
        <p:spPr>
          <a:xfrm>
            <a:off x="1412856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19</a:t>
            </a:r>
            <a:endParaRPr lang="es-CL" sz="1432" noProof="0"/>
          </a:p>
        </p:txBody>
      </p:sp>
      <p:sp>
        <p:nvSpPr>
          <p:cNvPr id="1694" name="Google Shape;1694;p26"/>
          <p:cNvSpPr txBox="1"/>
          <p:nvPr/>
        </p:nvSpPr>
        <p:spPr>
          <a:xfrm>
            <a:off x="1470162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20</a:t>
            </a:r>
            <a:endParaRPr lang="es-CL" sz="1432" noProof="0"/>
          </a:p>
        </p:txBody>
      </p:sp>
      <p:sp>
        <p:nvSpPr>
          <p:cNvPr id="1695" name="Google Shape;1695;p26"/>
          <p:cNvSpPr txBox="1"/>
          <p:nvPr/>
        </p:nvSpPr>
        <p:spPr>
          <a:xfrm>
            <a:off x="15274679"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21</a:t>
            </a:r>
            <a:endParaRPr lang="es-CL" sz="1432" noProof="0"/>
          </a:p>
        </p:txBody>
      </p:sp>
      <p:sp>
        <p:nvSpPr>
          <p:cNvPr id="1696" name="Google Shape;1696;p26"/>
          <p:cNvSpPr txBox="1"/>
          <p:nvPr/>
        </p:nvSpPr>
        <p:spPr>
          <a:xfrm>
            <a:off x="15847735"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22</a:t>
            </a:r>
            <a:endParaRPr lang="es-CL" sz="1432" noProof="0"/>
          </a:p>
        </p:txBody>
      </p:sp>
      <p:sp>
        <p:nvSpPr>
          <p:cNvPr id="1697" name="Google Shape;1697;p26"/>
          <p:cNvSpPr txBox="1"/>
          <p:nvPr/>
        </p:nvSpPr>
        <p:spPr>
          <a:xfrm>
            <a:off x="16420791"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23</a:t>
            </a:r>
            <a:endParaRPr lang="es-CL" sz="1432" noProof="0"/>
          </a:p>
        </p:txBody>
      </p:sp>
      <p:sp>
        <p:nvSpPr>
          <p:cNvPr id="1698" name="Google Shape;1698;p26"/>
          <p:cNvSpPr txBox="1"/>
          <p:nvPr/>
        </p:nvSpPr>
        <p:spPr>
          <a:xfrm>
            <a:off x="16993847" y="8099106"/>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0" i="0" u="none" strike="noStrike" cap="none" noProof="0">
                <a:solidFill>
                  <a:srgbClr val="606060"/>
                </a:solidFill>
                <a:latin typeface="Inter"/>
                <a:ea typeface="Inter"/>
                <a:cs typeface="Inter"/>
                <a:sym typeface="Inter"/>
              </a:rPr>
              <a:t>24</a:t>
            </a:r>
            <a:endParaRPr lang="es-CL" sz="1432" noProof="0"/>
          </a:p>
        </p:txBody>
      </p:sp>
      <p:sp>
        <p:nvSpPr>
          <p:cNvPr id="1699" name="Google Shape;1699;p26"/>
          <p:cNvSpPr/>
          <p:nvPr/>
        </p:nvSpPr>
        <p:spPr>
          <a:xfrm>
            <a:off x="9544113" y="6705057"/>
            <a:ext cx="1604700" cy="299700"/>
          </a:xfrm>
          <a:prstGeom prst="roundRect">
            <a:avLst>
              <a:gd name="adj" fmla="val 50000"/>
            </a:avLst>
          </a:prstGeom>
          <a:solidFill>
            <a:srgbClr val="FFFFFF"/>
          </a:solidFill>
          <a:ln w="26000" cap="flat" cmpd="sng">
            <a:solidFill>
              <a:srgbClr val="111111"/>
            </a:solidFill>
            <a:prstDash val="solid"/>
            <a:round/>
            <a:headEnd type="none" w="sm" len="sm"/>
            <a:tailEnd type="none" w="sm" len="sm"/>
          </a:ln>
        </p:spPr>
        <p:txBody>
          <a:bodyPr spcFirstLastPara="1" wrap="square" lIns="18725" tIns="46750" rIns="18725" bIns="46750" anchor="ctr" anchorCtr="0">
            <a:no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 Reversión E1</a:t>
            </a:r>
            <a:endParaRPr lang="es-CL" sz="1432" noProof="0"/>
          </a:p>
        </p:txBody>
      </p:sp>
      <p:sp>
        <p:nvSpPr>
          <p:cNvPr id="1700" name="Google Shape;1700;p26"/>
          <p:cNvSpPr/>
          <p:nvPr/>
        </p:nvSpPr>
        <p:spPr>
          <a:xfrm>
            <a:off x="12982452" y="6705057"/>
            <a:ext cx="1604700" cy="299700"/>
          </a:xfrm>
          <a:prstGeom prst="roundRect">
            <a:avLst>
              <a:gd name="adj" fmla="val 50000"/>
            </a:avLst>
          </a:prstGeom>
          <a:solidFill>
            <a:srgbClr val="FFFFFF"/>
          </a:solidFill>
          <a:ln w="26000" cap="flat" cmpd="sng">
            <a:solidFill>
              <a:srgbClr val="111111"/>
            </a:solidFill>
            <a:prstDash val="solid"/>
            <a:round/>
            <a:headEnd type="none" w="sm" len="sm"/>
            <a:tailEnd type="none" w="sm" len="sm"/>
          </a:ln>
        </p:spPr>
        <p:txBody>
          <a:bodyPr spcFirstLastPara="1" wrap="square" lIns="18725" tIns="46750" rIns="18725" bIns="46750" anchor="ctr" anchorCtr="0">
            <a:no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 Reversión E2</a:t>
            </a:r>
            <a:endParaRPr lang="es-CL" sz="1432" noProof="0"/>
          </a:p>
        </p:txBody>
      </p:sp>
      <p:sp>
        <p:nvSpPr>
          <p:cNvPr id="1701" name="Google Shape;1701;p26"/>
          <p:cNvSpPr/>
          <p:nvPr/>
        </p:nvSpPr>
        <p:spPr>
          <a:xfrm>
            <a:off x="4560860"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2" name="Google Shape;1702;p26"/>
          <p:cNvSpPr txBox="1"/>
          <p:nvPr/>
        </p:nvSpPr>
        <p:spPr>
          <a:xfrm>
            <a:off x="4386604"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H1</a:t>
            </a:r>
            <a:endParaRPr lang="es-CL" sz="1432" noProof="0"/>
          </a:p>
        </p:txBody>
      </p:sp>
      <p:sp>
        <p:nvSpPr>
          <p:cNvPr id="1703" name="Google Shape;1703;p26"/>
          <p:cNvSpPr/>
          <p:nvPr/>
        </p:nvSpPr>
        <p:spPr>
          <a:xfrm>
            <a:off x="5706973"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4" name="Google Shape;1704;p26"/>
          <p:cNvSpPr txBox="1"/>
          <p:nvPr/>
        </p:nvSpPr>
        <p:spPr>
          <a:xfrm>
            <a:off x="5532717"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H2</a:t>
            </a:r>
            <a:endParaRPr lang="es-CL" sz="1432" noProof="0"/>
          </a:p>
        </p:txBody>
      </p:sp>
      <p:sp>
        <p:nvSpPr>
          <p:cNvPr id="1705" name="Google Shape;1705;p26"/>
          <p:cNvSpPr/>
          <p:nvPr/>
        </p:nvSpPr>
        <p:spPr>
          <a:xfrm>
            <a:off x="6853086"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6" name="Google Shape;1706;p26"/>
          <p:cNvSpPr txBox="1"/>
          <p:nvPr/>
        </p:nvSpPr>
        <p:spPr>
          <a:xfrm>
            <a:off x="667882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H3</a:t>
            </a:r>
            <a:endParaRPr lang="es-CL" sz="1432" noProof="0"/>
          </a:p>
        </p:txBody>
      </p:sp>
      <p:sp>
        <p:nvSpPr>
          <p:cNvPr id="1707" name="Google Shape;1707;p26"/>
          <p:cNvSpPr/>
          <p:nvPr/>
        </p:nvSpPr>
        <p:spPr>
          <a:xfrm>
            <a:off x="914531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08" name="Google Shape;1708;p26"/>
          <p:cNvSpPr txBox="1"/>
          <p:nvPr/>
        </p:nvSpPr>
        <p:spPr>
          <a:xfrm>
            <a:off x="8971055"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H4</a:t>
            </a:r>
            <a:endParaRPr lang="es-CL" sz="1432" noProof="0"/>
          </a:p>
        </p:txBody>
      </p:sp>
      <p:sp>
        <p:nvSpPr>
          <p:cNvPr id="1709" name="Google Shape;1709;p26"/>
          <p:cNvSpPr/>
          <p:nvPr/>
        </p:nvSpPr>
        <p:spPr>
          <a:xfrm>
            <a:off x="10291426"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0" name="Google Shape;1710;p26"/>
          <p:cNvSpPr txBox="1"/>
          <p:nvPr/>
        </p:nvSpPr>
        <p:spPr>
          <a:xfrm>
            <a:off x="10117170"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H5</a:t>
            </a:r>
            <a:endParaRPr lang="es-CL" sz="1432" noProof="0"/>
          </a:p>
        </p:txBody>
      </p:sp>
      <p:sp>
        <p:nvSpPr>
          <p:cNvPr id="1711" name="Google Shape;1711;p26"/>
          <p:cNvSpPr/>
          <p:nvPr/>
        </p:nvSpPr>
        <p:spPr>
          <a:xfrm>
            <a:off x="1086448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2" name="Google Shape;1712;p26"/>
          <p:cNvSpPr txBox="1"/>
          <p:nvPr/>
        </p:nvSpPr>
        <p:spPr>
          <a:xfrm>
            <a:off x="10690226"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H6</a:t>
            </a:r>
            <a:endParaRPr lang="es-CL" sz="1432" noProof="0"/>
          </a:p>
        </p:txBody>
      </p:sp>
      <p:sp>
        <p:nvSpPr>
          <p:cNvPr id="1713" name="Google Shape;1713;p26"/>
          <p:cNvSpPr/>
          <p:nvPr/>
        </p:nvSpPr>
        <p:spPr>
          <a:xfrm>
            <a:off x="11437539"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4" name="Google Shape;1714;p26"/>
          <p:cNvSpPr txBox="1"/>
          <p:nvPr/>
        </p:nvSpPr>
        <p:spPr>
          <a:xfrm>
            <a:off x="11263283"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H8</a:t>
            </a:r>
            <a:endParaRPr lang="es-CL" sz="1432" noProof="0"/>
          </a:p>
        </p:txBody>
      </p:sp>
      <p:sp>
        <p:nvSpPr>
          <p:cNvPr id="1715" name="Google Shape;1715;p26"/>
          <p:cNvSpPr/>
          <p:nvPr/>
        </p:nvSpPr>
        <p:spPr>
          <a:xfrm>
            <a:off x="12583652" y="7116723"/>
            <a:ext cx="224700" cy="224700"/>
          </a:xfrm>
          <a:prstGeom prst="diamond">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6" name="Google Shape;1716;p26"/>
          <p:cNvSpPr txBox="1"/>
          <p:nvPr/>
        </p:nvSpPr>
        <p:spPr>
          <a:xfrm>
            <a:off x="12409396"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H7</a:t>
            </a:r>
            <a:endParaRPr lang="es-CL" sz="1432" noProof="0"/>
          </a:p>
        </p:txBody>
      </p:sp>
      <p:sp>
        <p:nvSpPr>
          <p:cNvPr id="1717" name="Google Shape;1717;p26"/>
          <p:cNvSpPr/>
          <p:nvPr/>
        </p:nvSpPr>
        <p:spPr>
          <a:xfrm>
            <a:off x="13156708"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18" name="Google Shape;1718;p26"/>
          <p:cNvSpPr txBox="1"/>
          <p:nvPr/>
        </p:nvSpPr>
        <p:spPr>
          <a:xfrm>
            <a:off x="12982452"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H9</a:t>
            </a:r>
            <a:endParaRPr lang="es-CL" sz="1432" noProof="0"/>
          </a:p>
        </p:txBody>
      </p:sp>
      <p:sp>
        <p:nvSpPr>
          <p:cNvPr id="1719" name="Google Shape;1719;p26"/>
          <p:cNvSpPr/>
          <p:nvPr/>
        </p:nvSpPr>
        <p:spPr>
          <a:xfrm>
            <a:off x="13729765"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20" name="Google Shape;1720;p26"/>
          <p:cNvSpPr txBox="1"/>
          <p:nvPr/>
        </p:nvSpPr>
        <p:spPr>
          <a:xfrm>
            <a:off x="1355550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H10</a:t>
            </a:r>
            <a:endParaRPr lang="es-CL" sz="1432" noProof="0"/>
          </a:p>
        </p:txBody>
      </p:sp>
      <p:sp>
        <p:nvSpPr>
          <p:cNvPr id="1721" name="Google Shape;1721;p26"/>
          <p:cNvSpPr/>
          <p:nvPr/>
        </p:nvSpPr>
        <p:spPr>
          <a:xfrm>
            <a:off x="14302822" y="7116723"/>
            <a:ext cx="224700" cy="224700"/>
          </a:xfrm>
          <a:prstGeom prst="diamond">
            <a:avLst/>
          </a:prstGeom>
          <a:solidFill>
            <a:srgbClr val="111111"/>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22" name="Google Shape;1722;p26"/>
          <p:cNvSpPr txBox="1"/>
          <p:nvPr/>
        </p:nvSpPr>
        <p:spPr>
          <a:xfrm>
            <a:off x="14128565"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111111"/>
                </a:solidFill>
                <a:latin typeface="Inter SemiBold"/>
                <a:ea typeface="Inter SemiBold"/>
                <a:cs typeface="Inter SemiBold"/>
                <a:sym typeface="Inter SemiBold"/>
              </a:rPr>
              <a:t>H11</a:t>
            </a:r>
            <a:endParaRPr lang="es-CL" sz="1432" noProof="0"/>
          </a:p>
        </p:txBody>
      </p:sp>
      <p:sp>
        <p:nvSpPr>
          <p:cNvPr id="1723" name="Google Shape;1723;p26"/>
          <p:cNvSpPr/>
          <p:nvPr/>
        </p:nvSpPr>
        <p:spPr>
          <a:xfrm>
            <a:off x="15448934" y="7116723"/>
            <a:ext cx="224700" cy="224700"/>
          </a:xfrm>
          <a:prstGeom prst="diamond">
            <a:avLst/>
          </a:prstGeom>
          <a:solidFill>
            <a:srgbClr val="E8641B"/>
          </a:solidFill>
          <a:ln>
            <a:noFill/>
          </a:ln>
        </p:spPr>
        <p:txBody>
          <a:bodyPr spcFirstLastPara="1" wrap="square" lIns="140325" tIns="46750" rIns="140325" bIns="46750" anchor="ctr" anchorCtr="0">
            <a:noAutofit/>
          </a:bodyPr>
          <a:lstStyle/>
          <a:p>
            <a:pPr marL="0" marR="0" lvl="0" indent="0" algn="ctr" rtl="0">
              <a:spcBef>
                <a:spcPts val="0"/>
              </a:spcBef>
              <a:spcAft>
                <a:spcPts val="0"/>
              </a:spcAft>
              <a:buNone/>
            </a:pPr>
            <a:endParaRPr lang="es-CL" sz="1842" b="0" i="0" u="none" strike="noStrike" cap="none" noProof="0">
              <a:solidFill>
                <a:srgbClr val="111111"/>
              </a:solidFill>
              <a:latin typeface="Inter"/>
              <a:ea typeface="Inter"/>
              <a:cs typeface="Inter"/>
              <a:sym typeface="Inter"/>
            </a:endParaRPr>
          </a:p>
        </p:txBody>
      </p:sp>
      <p:sp>
        <p:nvSpPr>
          <p:cNvPr id="1724" name="Google Shape;1724;p26"/>
          <p:cNvSpPr txBox="1"/>
          <p:nvPr/>
        </p:nvSpPr>
        <p:spPr>
          <a:xfrm>
            <a:off x="15274679" y="7350623"/>
            <a:ext cx="572700" cy="22050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H12</a:t>
            </a:r>
            <a:endParaRPr lang="es-CL" sz="1432" noProof="0"/>
          </a:p>
        </p:txBody>
      </p:sp>
      <p:sp>
        <p:nvSpPr>
          <p:cNvPr id="1725" name="Google Shape;1725;p26"/>
          <p:cNvSpPr/>
          <p:nvPr/>
        </p:nvSpPr>
        <p:spPr>
          <a:xfrm>
            <a:off x="4523436"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26" name="Google Shape;1726;p26"/>
          <p:cNvSpPr/>
          <p:nvPr/>
        </p:nvSpPr>
        <p:spPr>
          <a:xfrm>
            <a:off x="5669549"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27" name="Google Shape;1727;p26"/>
          <p:cNvSpPr/>
          <p:nvPr/>
        </p:nvSpPr>
        <p:spPr>
          <a:xfrm>
            <a:off x="6815662"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28" name="Google Shape;1728;p26"/>
          <p:cNvSpPr/>
          <p:nvPr/>
        </p:nvSpPr>
        <p:spPr>
          <a:xfrm>
            <a:off x="7961775"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2</a:t>
            </a:r>
            <a:endParaRPr lang="es-CL" sz="1432" noProof="0"/>
          </a:p>
        </p:txBody>
      </p:sp>
      <p:sp>
        <p:nvSpPr>
          <p:cNvPr id="1729" name="Google Shape;1729;p26"/>
          <p:cNvSpPr/>
          <p:nvPr/>
        </p:nvSpPr>
        <p:spPr>
          <a:xfrm>
            <a:off x="9680945"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4</a:t>
            </a:r>
            <a:endParaRPr lang="es-CL" sz="1432" noProof="0"/>
          </a:p>
        </p:txBody>
      </p:sp>
      <p:sp>
        <p:nvSpPr>
          <p:cNvPr id="1730" name="Google Shape;1730;p26"/>
          <p:cNvSpPr/>
          <p:nvPr/>
        </p:nvSpPr>
        <p:spPr>
          <a:xfrm>
            <a:off x="10254001" y="7668728"/>
            <a:ext cx="299700" cy="299700"/>
          </a:xfrm>
          <a:prstGeom prst="ellipse">
            <a:avLst/>
          </a:prstGeom>
          <a:solidFill>
            <a:srgbClr val="E8641B"/>
          </a:solidFill>
          <a:ln>
            <a:noFill/>
          </a:ln>
        </p:spPr>
        <p:txBody>
          <a:bodyPr spcFirstLastPara="1" wrap="square" lIns="0" tIns="46750" rIns="0" bIns="46750" anchor="ctr" anchorCtr="0">
            <a:noAutofit/>
          </a:bodyPr>
          <a:lstStyle/>
          <a:p>
            <a:pPr marL="0" marR="0" lvl="0" indent="0" algn="ctr" rtl="0">
              <a:spcBef>
                <a:spcPts val="0"/>
              </a:spcBef>
              <a:spcAft>
                <a:spcPts val="0"/>
              </a:spcAft>
              <a:buNone/>
            </a:pPr>
            <a:r>
              <a:rPr lang="es-CL" sz="1432" b="1" i="0" u="none" strike="noStrike" cap="none" noProof="0">
                <a:solidFill>
                  <a:srgbClr val="FFFFFF"/>
                </a:solidFill>
                <a:latin typeface="Inter SemiBold"/>
                <a:ea typeface="Inter SemiBold"/>
                <a:cs typeface="Inter SemiBold"/>
                <a:sym typeface="Inter SemiBold"/>
              </a:rPr>
              <a:t>1</a:t>
            </a:r>
            <a:endParaRPr lang="es-CL" sz="1432" noProof="0"/>
          </a:p>
        </p:txBody>
      </p:sp>
      <p:sp>
        <p:nvSpPr>
          <p:cNvPr id="1731" name="Google Shape;1731;p26"/>
          <p:cNvSpPr txBox="1"/>
          <p:nvPr/>
        </p:nvSpPr>
        <p:spPr>
          <a:xfrm>
            <a:off x="3813547" y="8426567"/>
            <a:ext cx="11040000" cy="2205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32" b="1" i="0" u="none" strike="noStrike" cap="none" noProof="0">
                <a:solidFill>
                  <a:srgbClr val="E8641B"/>
                </a:solidFill>
                <a:latin typeface="Inter SemiBold"/>
                <a:ea typeface="Inter SemiBold"/>
                <a:cs typeface="Inter SemiBold"/>
                <a:sym typeface="Inter SemiBold"/>
              </a:rPr>
              <a:t>Riesgos: m2 R-001 · m4 R-014 · m6 R-006 · m8 R-005, R-011 · m11 R-003, R-013, R-015, R-016 · m12 R-012</a:t>
            </a:r>
            <a:endParaRPr lang="es-CL" sz="1432" noProof="0"/>
          </a:p>
        </p:txBody>
      </p:sp>
      <p:sp>
        <p:nvSpPr>
          <p:cNvPr id="173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19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732"/>
        <p:cNvGrpSpPr/>
        <p:nvPr/>
      </p:nvGrpSpPr>
      <p:grpSpPr>
        <a:xfrm>
          <a:off x="0" y="0"/>
          <a:ext cx="0" cy="0"/>
          <a:chOff x="0" y="0"/>
          <a:chExt cx="0" cy="0"/>
        </a:xfrm>
      </p:grpSpPr>
      <p:sp>
        <p:nvSpPr>
          <p:cNvPr id="734"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35"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36" name="!!deco_451158c2_1"/>
          <p:cNvSpPr/>
          <p:nvPr/>
        </p:nvSpPr>
        <p:spPr>
          <a:xfrm>
            <a:off x="161175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37" name="!!title"/>
          <p:cNvSpPr txBox="1"/>
          <p:nvPr/>
        </p:nvSpPr>
        <p:spPr>
          <a:xfrm>
            <a:off x="1475324" y="1600200"/>
            <a:ext cx="7668600" cy="12492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a:solidFill>
                  <a:srgbClr val="111111"/>
                </a:solidFill>
                <a:latin typeface="Inter SemiBold"/>
                <a:ea typeface="Inter SemiBold"/>
                <a:cs typeface="Inter SemiBold"/>
                <a:sym typeface="Inter SemiBold"/>
              </a:rPr>
              <a:t>Metodología</a:t>
            </a:r>
            <a:endParaRPr lang="es-CL" noProof="0"/>
          </a:p>
        </p:txBody>
      </p:sp>
      <p:sp>
        <p:nvSpPr>
          <p:cNvPr id="738" name="!!brand"/>
          <p:cNvSpPr txBox="1"/>
          <p:nvPr/>
        </p:nvSpPr>
        <p:spPr>
          <a:xfrm>
            <a:off x="2188556" y="1000125"/>
            <a:ext cx="3328800" cy="277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739" name="!!logo" descr="Isotipo LafroX"/>
          <p:cNvPicPr preferRelativeResize="0"/>
          <p:nvPr/>
        </p:nvPicPr>
        <p:blipFill rotWithShape="1">
          <a:blip r:embed="rId5">
            <a:alphaModFix/>
          </a:blip>
          <a:srcRect/>
          <a:stretch/>
        </p:blipFill>
        <p:spPr>
          <a:xfrm>
            <a:off x="1472184" y="850392"/>
            <a:ext cx="551724" cy="566927"/>
          </a:xfrm>
          <a:prstGeom prst="rect">
            <a:avLst/>
          </a:prstGeom>
          <a:noFill/>
          <a:ln>
            <a:noFill/>
          </a:ln>
        </p:spPr>
      </p:pic>
      <p:sp>
        <p:nvSpPr>
          <p:cNvPr id="740" name="!!msub"/>
          <p:cNvSpPr txBox="1"/>
          <p:nvPr/>
        </p:nvSpPr>
        <p:spPr>
          <a:xfrm>
            <a:off x="1472184" y="3063240"/>
            <a:ext cx="7498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E8641B"/>
                </a:solidFill>
                <a:latin typeface="Inter SemiBold"/>
                <a:ea typeface="Inter SemiBold"/>
                <a:cs typeface="Inter SemiBold"/>
                <a:sym typeface="Inter SemiBold"/>
              </a:rPr>
              <a:t>PMBOK + RUP + </a:t>
            </a:r>
            <a:r>
              <a:rPr lang="es-CL" sz="2800" b="1" noProof="0" err="1">
                <a:solidFill>
                  <a:srgbClr val="E8641B"/>
                </a:solidFill>
                <a:latin typeface="Inter SemiBold"/>
                <a:ea typeface="Inter SemiBold"/>
                <a:cs typeface="Inter SemiBold"/>
                <a:sym typeface="Inter SemiBold"/>
              </a:rPr>
              <a:t>DevSecOps</a:t>
            </a:r>
            <a:endParaRPr lang="es-CL" noProof="0"/>
          </a:p>
        </p:txBody>
      </p:sp>
      <p:sp>
        <p:nvSpPr>
          <p:cNvPr id="756" name="TextBox 755"/>
          <p:cNvSpPr txBox="1"/>
          <p:nvPr/>
        </p:nvSpPr>
        <p:spPr>
          <a:xfrm>
            <a:off x="1463040" y="3703320"/>
            <a:ext cx="68580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CÓMO TRABAJAMOS</a:t>
            </a:r>
          </a:p>
        </p:txBody>
      </p:sp>
      <p:cxnSp>
        <p:nvCxnSpPr>
          <p:cNvPr id="757" name="Connector 756"/>
          <p:cNvCxnSpPr/>
          <p:nvPr/>
        </p:nvCxnSpPr>
        <p:spPr>
          <a:xfrm>
            <a:off x="1783080" y="4526280"/>
            <a:ext cx="0" cy="3840479"/>
          </a:xfrm>
          <a:prstGeom prst="line">
            <a:avLst/>
          </a:prstGeom>
          <a:ln w="31750">
            <a:solidFill>
              <a:srgbClr val="C7C7C7"/>
            </a:solidFill>
          </a:ln>
        </p:spPr>
        <p:style>
          <a:lnRef idx="2">
            <a:schemeClr val="accent1"/>
          </a:lnRef>
          <a:fillRef idx="0">
            <a:schemeClr val="accent1"/>
          </a:fillRef>
          <a:effectRef idx="1">
            <a:schemeClr val="accent1"/>
          </a:effectRef>
          <a:fontRef idx="minor">
            <a:schemeClr val="tx1"/>
          </a:fontRef>
        </p:style>
      </p:cxnSp>
      <p:sp>
        <p:nvSpPr>
          <p:cNvPr id="758" name="!!mstep0"/>
          <p:cNvSpPr/>
          <p:nvPr/>
        </p:nvSpPr>
        <p:spPr>
          <a:xfrm>
            <a:off x="1463040" y="4206240"/>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1</a:t>
            </a:r>
          </a:p>
        </p:txBody>
      </p:sp>
      <p:sp>
        <p:nvSpPr>
          <p:cNvPr id="759" name="TextBox 758"/>
          <p:cNvSpPr txBox="1"/>
          <p:nvPr/>
        </p:nvSpPr>
        <p:spPr>
          <a:xfrm>
            <a:off x="2377440" y="4187952"/>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PMBOK adaptado a 56 meses</a:t>
            </a:r>
          </a:p>
        </p:txBody>
      </p:sp>
      <p:sp>
        <p:nvSpPr>
          <p:cNvPr id="760" name="TextBox 759"/>
          <p:cNvSpPr txBox="1"/>
          <p:nvPr/>
        </p:nvSpPr>
        <p:spPr>
          <a:xfrm>
            <a:off x="2377440" y="4617720"/>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valor ganado: alerta si SPI o CPI &lt; 0,90</a:t>
            </a:r>
          </a:p>
        </p:txBody>
      </p:sp>
      <p:sp>
        <p:nvSpPr>
          <p:cNvPr id="761" name="!!mstep1"/>
          <p:cNvSpPr/>
          <p:nvPr/>
        </p:nvSpPr>
        <p:spPr>
          <a:xfrm>
            <a:off x="1463040" y="5486400"/>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2</a:t>
            </a:r>
          </a:p>
        </p:txBody>
      </p:sp>
      <p:sp>
        <p:nvSpPr>
          <p:cNvPr id="762" name="TextBox 761"/>
          <p:cNvSpPr txBox="1"/>
          <p:nvPr/>
        </p:nvSpPr>
        <p:spPr>
          <a:xfrm>
            <a:off x="2377440" y="5468112"/>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Entregas incrementales</a:t>
            </a:r>
          </a:p>
        </p:txBody>
      </p:sp>
      <p:sp>
        <p:nvSpPr>
          <p:cNvPr id="763" name="TextBox 762"/>
          <p:cNvSpPr txBox="1"/>
          <p:nvPr/>
        </p:nvSpPr>
        <p:spPr>
          <a:xfrm>
            <a:off x="2377440" y="5897880"/>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sin despliegues en septiembre ni diciembre</a:t>
            </a:r>
          </a:p>
        </p:txBody>
      </p:sp>
      <p:sp>
        <p:nvSpPr>
          <p:cNvPr id="764" name="!!mstep2"/>
          <p:cNvSpPr/>
          <p:nvPr/>
        </p:nvSpPr>
        <p:spPr>
          <a:xfrm>
            <a:off x="1463040" y="6766559"/>
            <a:ext cx="640080" cy="64008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3</a:t>
            </a:r>
          </a:p>
        </p:txBody>
      </p:sp>
      <p:sp>
        <p:nvSpPr>
          <p:cNvPr id="765" name="TextBox 764"/>
          <p:cNvSpPr txBox="1"/>
          <p:nvPr/>
        </p:nvSpPr>
        <p:spPr>
          <a:xfrm>
            <a:off x="2377440" y="6748272"/>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Iteraciones de 2 semanas</a:t>
            </a:r>
          </a:p>
        </p:txBody>
      </p:sp>
      <p:sp>
        <p:nvSpPr>
          <p:cNvPr id="766" name="TextBox 765"/>
          <p:cNvSpPr txBox="1"/>
          <p:nvPr/>
        </p:nvSpPr>
        <p:spPr>
          <a:xfrm>
            <a:off x="2377440" y="7178040"/>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cada cambio pasa por puertas que bloquean</a:t>
            </a:r>
          </a:p>
        </p:txBody>
      </p:sp>
      <p:sp>
        <p:nvSpPr>
          <p:cNvPr id="767" name="!!mstep3"/>
          <p:cNvSpPr/>
          <p:nvPr/>
        </p:nvSpPr>
        <p:spPr>
          <a:xfrm>
            <a:off x="1463040" y="8046719"/>
            <a:ext cx="640080" cy="6400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800" b="1" noProof="0">
                <a:solidFill>
                  <a:srgbClr val="FFFFFF"/>
                </a:solidFill>
                <a:latin typeface="Inter SemiBold"/>
              </a:rPr>
              <a:t>4</a:t>
            </a:r>
          </a:p>
        </p:txBody>
      </p:sp>
      <p:sp>
        <p:nvSpPr>
          <p:cNvPr id="768" name="TextBox 767"/>
          <p:cNvSpPr txBox="1"/>
          <p:nvPr/>
        </p:nvSpPr>
        <p:spPr>
          <a:xfrm>
            <a:off x="2377440" y="8028431"/>
            <a:ext cx="6035040" cy="411480"/>
          </a:xfrm>
          <a:prstGeom prst="rect">
            <a:avLst/>
          </a:prstGeom>
          <a:noFill/>
        </p:spPr>
        <p:txBody>
          <a:bodyPr wrap="square" lIns="0" tIns="0" rIns="0" bIns="0" anchor="t">
            <a:spAutoFit/>
          </a:bodyPr>
          <a:lstStyle/>
          <a:p>
            <a:pPr algn="l"/>
            <a:r>
              <a:rPr lang="es-CL" sz="2000" b="1" noProof="0">
                <a:solidFill>
                  <a:srgbClr val="111111"/>
                </a:solidFill>
                <a:latin typeface="Inter SemiBold"/>
              </a:rPr>
              <a:t>Control de tareas Kanban</a:t>
            </a:r>
          </a:p>
        </p:txBody>
      </p:sp>
      <p:sp>
        <p:nvSpPr>
          <p:cNvPr id="769" name="TextBox 768"/>
          <p:cNvSpPr txBox="1"/>
          <p:nvPr/>
        </p:nvSpPr>
        <p:spPr>
          <a:xfrm>
            <a:off x="2377440" y="8458199"/>
            <a:ext cx="6035040" cy="365760"/>
          </a:xfrm>
          <a:prstGeom prst="rect">
            <a:avLst/>
          </a:prstGeom>
          <a:noFill/>
        </p:spPr>
        <p:txBody>
          <a:bodyPr wrap="square" lIns="0" tIns="0" rIns="0" bIns="0" anchor="t">
            <a:spAutoFit/>
          </a:bodyPr>
          <a:lstStyle/>
          <a:p>
            <a:pPr algn="l"/>
            <a:r>
              <a:rPr lang="es-CL" sz="1500" b="0" noProof="0">
                <a:solidFill>
                  <a:srgbClr val="606060"/>
                </a:solidFill>
                <a:latin typeface="Inter"/>
              </a:rPr>
              <a:t>flujo del equipo visible para todos</a:t>
            </a:r>
          </a:p>
        </p:txBody>
      </p:sp>
      <p:sp>
        <p:nvSpPr>
          <p:cNvPr id="770" name="TextBox 769"/>
          <p:cNvSpPr txBox="1"/>
          <p:nvPr/>
        </p:nvSpPr>
        <p:spPr>
          <a:xfrm>
            <a:off x="9326880" y="3703320"/>
            <a:ext cx="77724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RITMO DE GOBIERNO</a:t>
            </a:r>
          </a:p>
        </p:txBody>
      </p:sp>
      <p:sp>
        <p:nvSpPr>
          <p:cNvPr id="771" name="!!gov0"/>
          <p:cNvSpPr/>
          <p:nvPr/>
        </p:nvSpPr>
        <p:spPr>
          <a:xfrm>
            <a:off x="9326880" y="420624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Semanal</a:t>
            </a:r>
          </a:p>
        </p:txBody>
      </p:sp>
      <p:sp>
        <p:nvSpPr>
          <p:cNvPr id="772" name="TextBox 771"/>
          <p:cNvSpPr txBox="1"/>
          <p:nvPr/>
        </p:nvSpPr>
        <p:spPr>
          <a:xfrm>
            <a:off x="11887200" y="4187952"/>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Seguimiento</a:t>
            </a:r>
          </a:p>
        </p:txBody>
      </p:sp>
      <p:sp>
        <p:nvSpPr>
          <p:cNvPr id="773" name="Rounded Rectangle 772"/>
          <p:cNvSpPr/>
          <p:nvPr/>
        </p:nvSpPr>
        <p:spPr>
          <a:xfrm>
            <a:off x="118872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4" name="Rounded Rectangle 773"/>
          <p:cNvSpPr/>
          <p:nvPr/>
        </p:nvSpPr>
        <p:spPr>
          <a:xfrm>
            <a:off x="125272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5" name="Rounded Rectangle 774"/>
          <p:cNvSpPr/>
          <p:nvPr/>
        </p:nvSpPr>
        <p:spPr>
          <a:xfrm>
            <a:off x="1316736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6" name="Rounded Rectangle 775"/>
          <p:cNvSpPr/>
          <p:nvPr/>
        </p:nvSpPr>
        <p:spPr>
          <a:xfrm>
            <a:off x="1380744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7" name="Rounded Rectangle 776"/>
          <p:cNvSpPr/>
          <p:nvPr/>
        </p:nvSpPr>
        <p:spPr>
          <a:xfrm>
            <a:off x="1444752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8" name="Rounded Rectangle 777"/>
          <p:cNvSpPr/>
          <p:nvPr/>
        </p:nvSpPr>
        <p:spPr>
          <a:xfrm>
            <a:off x="1508760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79" name="Rounded Rectangle 778"/>
          <p:cNvSpPr/>
          <p:nvPr/>
        </p:nvSpPr>
        <p:spPr>
          <a:xfrm>
            <a:off x="15727680"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0" name="Rounded Rectangle 779"/>
          <p:cNvSpPr/>
          <p:nvPr/>
        </p:nvSpPr>
        <p:spPr>
          <a:xfrm>
            <a:off x="16367759" y="470915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81" name="Connector 780"/>
          <p:cNvCxnSpPr/>
          <p:nvPr/>
        </p:nvCxnSpPr>
        <p:spPr>
          <a:xfrm>
            <a:off x="11887200" y="479145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2" name="!!gov1"/>
          <p:cNvSpPr/>
          <p:nvPr/>
        </p:nvSpPr>
        <p:spPr>
          <a:xfrm>
            <a:off x="9326880" y="5486400"/>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Quincenal</a:t>
            </a:r>
          </a:p>
        </p:txBody>
      </p:sp>
      <p:sp>
        <p:nvSpPr>
          <p:cNvPr id="783" name="TextBox 782"/>
          <p:cNvSpPr txBox="1"/>
          <p:nvPr/>
        </p:nvSpPr>
        <p:spPr>
          <a:xfrm>
            <a:off x="11887200" y="5468112"/>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Comité de Proyecto</a:t>
            </a:r>
          </a:p>
        </p:txBody>
      </p:sp>
      <p:sp>
        <p:nvSpPr>
          <p:cNvPr id="784" name="Rounded Rectangle 783"/>
          <p:cNvSpPr/>
          <p:nvPr/>
        </p:nvSpPr>
        <p:spPr>
          <a:xfrm>
            <a:off x="1188720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5" name="Rounded Rectangle 784"/>
          <p:cNvSpPr/>
          <p:nvPr/>
        </p:nvSpPr>
        <p:spPr>
          <a:xfrm>
            <a:off x="1316736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6" name="Rounded Rectangle 785"/>
          <p:cNvSpPr/>
          <p:nvPr/>
        </p:nvSpPr>
        <p:spPr>
          <a:xfrm>
            <a:off x="1444752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87" name="Rounded Rectangle 786"/>
          <p:cNvSpPr/>
          <p:nvPr/>
        </p:nvSpPr>
        <p:spPr>
          <a:xfrm>
            <a:off x="15727680" y="5989320"/>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88" name="Connector 787"/>
          <p:cNvCxnSpPr/>
          <p:nvPr/>
        </p:nvCxnSpPr>
        <p:spPr>
          <a:xfrm>
            <a:off x="11887200" y="607161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89" name="!!gov2"/>
          <p:cNvSpPr/>
          <p:nvPr/>
        </p:nvSpPr>
        <p:spPr>
          <a:xfrm>
            <a:off x="9326880" y="6766559"/>
            <a:ext cx="2286000" cy="77724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Mensual</a:t>
            </a:r>
          </a:p>
        </p:txBody>
      </p:sp>
      <p:sp>
        <p:nvSpPr>
          <p:cNvPr id="790" name="TextBox 789"/>
          <p:cNvSpPr txBox="1"/>
          <p:nvPr/>
        </p:nvSpPr>
        <p:spPr>
          <a:xfrm>
            <a:off x="11887200" y="6748272"/>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Ejecutivo y Arquitectura</a:t>
            </a:r>
          </a:p>
        </p:txBody>
      </p:sp>
      <p:sp>
        <p:nvSpPr>
          <p:cNvPr id="791" name="Rounded Rectangle 790"/>
          <p:cNvSpPr/>
          <p:nvPr/>
        </p:nvSpPr>
        <p:spPr>
          <a:xfrm>
            <a:off x="1188720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792" name="Rounded Rectangle 791"/>
          <p:cNvSpPr/>
          <p:nvPr/>
        </p:nvSpPr>
        <p:spPr>
          <a:xfrm>
            <a:off x="14447520" y="7269479"/>
            <a:ext cx="384048" cy="164592"/>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93" name="Connector 792"/>
          <p:cNvCxnSpPr/>
          <p:nvPr/>
        </p:nvCxnSpPr>
        <p:spPr>
          <a:xfrm>
            <a:off x="11887200" y="7351775"/>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4" name="!!gov3"/>
          <p:cNvSpPr/>
          <p:nvPr/>
        </p:nvSpPr>
        <p:spPr>
          <a:xfrm>
            <a:off x="9326880" y="8046719"/>
            <a:ext cx="2286000" cy="777240"/>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700" b="1" noProof="0">
                <a:solidFill>
                  <a:srgbClr val="FFFFFF"/>
                </a:solidFill>
                <a:latin typeface="Inter SemiBold"/>
              </a:rPr>
              <a:t>Mes 13–56</a:t>
            </a:r>
          </a:p>
        </p:txBody>
      </p:sp>
      <p:sp>
        <p:nvSpPr>
          <p:cNvPr id="795" name="TextBox 794"/>
          <p:cNvSpPr txBox="1"/>
          <p:nvPr/>
        </p:nvSpPr>
        <p:spPr>
          <a:xfrm>
            <a:off x="11887200" y="8028431"/>
            <a:ext cx="5303520" cy="411480"/>
          </a:xfrm>
          <a:prstGeom prst="rect">
            <a:avLst/>
          </a:prstGeom>
          <a:noFill/>
        </p:spPr>
        <p:txBody>
          <a:bodyPr wrap="square" lIns="0" tIns="0" rIns="0" bIns="0" anchor="t">
            <a:spAutoFit/>
          </a:bodyPr>
          <a:lstStyle/>
          <a:p>
            <a:pPr algn="l"/>
            <a:r>
              <a:rPr lang="es-CL" sz="1900" b="1" noProof="0">
                <a:solidFill>
                  <a:srgbClr val="111111"/>
                </a:solidFill>
                <a:latin typeface="Inter SemiBold"/>
              </a:rPr>
              <a:t>Comité de Operación</a:t>
            </a:r>
          </a:p>
        </p:txBody>
      </p:sp>
      <p:sp>
        <p:nvSpPr>
          <p:cNvPr id="796" name="Rounded Rectangle 795"/>
          <p:cNvSpPr/>
          <p:nvPr/>
        </p:nvSpPr>
        <p:spPr>
          <a:xfrm>
            <a:off x="11887200" y="8549640"/>
            <a:ext cx="384048" cy="164592"/>
          </a:xfrm>
          <a:prstGeom prst="roundRect">
            <a:avLst>
              <a:gd name="adj" fmla="val 5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797" name="Connector 796"/>
          <p:cNvCxnSpPr/>
          <p:nvPr/>
        </p:nvCxnSpPr>
        <p:spPr>
          <a:xfrm>
            <a:off x="11887200" y="8631936"/>
            <a:ext cx="5120640" cy="0"/>
          </a:xfrm>
          <a:prstGeom prst="line">
            <a:avLst/>
          </a:prstGeom>
          <a:ln w="12700">
            <a:solidFill>
              <a:srgbClr val="E4E4E4"/>
            </a:solidFill>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11887200" y="9326880"/>
            <a:ext cx="5303520" cy="200055"/>
          </a:xfrm>
          <a:prstGeom prst="rect">
            <a:avLst/>
          </a:prstGeom>
          <a:noFill/>
        </p:spPr>
        <p:txBody>
          <a:bodyPr wrap="square" lIns="0" tIns="0" rIns="0" bIns="0" anchor="t">
            <a:spAutoFit/>
          </a:bodyPr>
          <a:lstStyle/>
          <a:p>
            <a:pPr algn="l"/>
            <a:r>
              <a:rPr lang="es-CL" sz="1300" b="0" noProof="0">
                <a:solidFill>
                  <a:srgbClr val="9A9A9A"/>
                </a:solidFill>
                <a:latin typeface="Inter"/>
              </a:rPr>
              <a:t>cada línea = </a:t>
            </a:r>
            <a:r>
              <a:rPr lang="es-CL" sz="1300">
                <a:solidFill>
                  <a:srgbClr val="9A9A9A"/>
                </a:solidFill>
                <a:latin typeface="Inter"/>
              </a:rPr>
              <a:t>periodo de dos meses</a:t>
            </a:r>
            <a:endParaRPr lang="es-CL" sz="1300" b="0" noProof="0">
              <a:solidFill>
                <a:srgbClr val="9A9A9A"/>
              </a:solidFill>
              <a:latin typeface="Inter"/>
            </a:endParaRPr>
          </a:p>
        </p:txBody>
      </p:sp>
      <p:sp>
        <p:nvSpPr>
          <p:cNvPr id="79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759"/>
        <p:cNvGrpSpPr/>
        <p:nvPr/>
      </p:nvGrpSpPr>
      <p:grpSpPr>
        <a:xfrm>
          <a:off x="0" y="0"/>
          <a:ext cx="0" cy="0"/>
          <a:chOff x="0" y="0"/>
          <a:chExt cx="0" cy="0"/>
        </a:xfrm>
      </p:grpSpPr>
      <p:sp>
        <p:nvSpPr>
          <p:cNvPr id="760" name="!!deco_dce8b6c9_1"/>
          <p:cNvSpPr/>
          <p:nvPr/>
        </p:nvSpPr>
        <p:spPr>
          <a:xfrm>
            <a:off x="3107551" y="6541071"/>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1" name="!!deco_21515bef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2" name="!!deco_21515bef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3" name="!!deco_451158c2_1"/>
          <p:cNvSpPr/>
          <p:nvPr/>
        </p:nvSpPr>
        <p:spPr>
          <a:xfrm>
            <a:off x="16079419" y="-2801973"/>
            <a:ext cx="6415501" cy="6415501"/>
          </a:xfrm>
          <a:custGeom>
            <a:avLst/>
            <a:gdLst/>
            <a:ahLst/>
            <a:cxnLst/>
            <a:rect l="l" t="t" r="r" b="b"/>
            <a:pathLst>
              <a:path w="6415501" h="6415501">
                <a:moveTo>
                  <a:pt x="0" y="0"/>
                </a:moveTo>
                <a:lnTo>
                  <a:pt x="6415501" y="0"/>
                </a:lnTo>
                <a:lnTo>
                  <a:pt x="6415501" y="6415500"/>
                </a:lnTo>
                <a:lnTo>
                  <a:pt x="0" y="641550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64" name="!!title"/>
          <p:cNvSpPr txBox="1"/>
          <p:nvPr/>
        </p:nvSpPr>
        <p:spPr>
          <a:xfrm>
            <a:off x="1475324" y="1600200"/>
            <a:ext cx="7668600" cy="1249200"/>
          </a:xfrm>
          <a:prstGeom prst="rect">
            <a:avLst/>
          </a:prstGeom>
          <a:noFill/>
          <a:ln>
            <a:noFill/>
          </a:ln>
        </p:spPr>
        <p:txBody>
          <a:bodyPr spcFirstLastPara="1" wrap="square" lIns="0" tIns="0" rIns="0" bIns="0" anchor="t" anchorCtr="0">
            <a:spAutoFit/>
          </a:bodyPr>
          <a:lstStyle/>
          <a:p>
            <a:pPr marL="0" marR="0" lvl="0" indent="0" algn="l" rtl="0">
              <a:lnSpc>
                <a:spcPct val="131250"/>
              </a:lnSpc>
              <a:spcBef>
                <a:spcPts val="0"/>
              </a:spcBef>
              <a:spcAft>
                <a:spcPts val="0"/>
              </a:spcAft>
              <a:buNone/>
            </a:pPr>
            <a:r>
              <a:rPr lang="es-CL" sz="8115" b="1" noProof="0">
                <a:solidFill>
                  <a:srgbClr val="111111"/>
                </a:solidFill>
                <a:latin typeface="Inter SemiBold"/>
                <a:ea typeface="Inter SemiBold"/>
                <a:cs typeface="Inter SemiBold"/>
                <a:sym typeface="Inter SemiBold"/>
              </a:rPr>
              <a:t>Metodología</a:t>
            </a:r>
            <a:endParaRPr lang="es-CL" noProof="0"/>
          </a:p>
        </p:txBody>
      </p:sp>
      <p:sp>
        <p:nvSpPr>
          <p:cNvPr id="765" name="!!brand"/>
          <p:cNvSpPr txBox="1"/>
          <p:nvPr/>
        </p:nvSpPr>
        <p:spPr>
          <a:xfrm>
            <a:off x="2188556" y="1000125"/>
            <a:ext cx="3328800" cy="277200"/>
          </a:xfrm>
          <a:prstGeom prst="rect">
            <a:avLst/>
          </a:prstGeom>
          <a:noFill/>
          <a:ln>
            <a:noFill/>
          </a:ln>
        </p:spPr>
        <p:txBody>
          <a:bodyPr spcFirstLastPara="1" wrap="square" lIns="0" tIns="0" rIns="0" bIns="0" anchor="t" anchorCtr="0">
            <a:spAutoFit/>
          </a:bodyPr>
          <a:lstStyle/>
          <a:p>
            <a:pPr marL="0" marR="0" lvl="0" indent="0" algn="just"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766" name="!!logo" descr="Isotipo LafroX"/>
          <p:cNvPicPr preferRelativeResize="0"/>
          <p:nvPr/>
        </p:nvPicPr>
        <p:blipFill rotWithShape="1">
          <a:blip r:embed="rId6">
            <a:alphaModFix/>
          </a:blip>
          <a:srcRect/>
          <a:stretch/>
        </p:blipFill>
        <p:spPr>
          <a:xfrm>
            <a:off x="1472184" y="850392"/>
            <a:ext cx="551724" cy="566927"/>
          </a:xfrm>
          <a:prstGeom prst="rect">
            <a:avLst/>
          </a:prstGeom>
          <a:noFill/>
          <a:ln>
            <a:noFill/>
          </a:ln>
        </p:spPr>
      </p:pic>
      <p:sp>
        <p:nvSpPr>
          <p:cNvPr id="767" name="!!msub"/>
          <p:cNvSpPr txBox="1"/>
          <p:nvPr/>
        </p:nvSpPr>
        <p:spPr>
          <a:xfrm>
            <a:off x="1472184" y="3063240"/>
            <a:ext cx="7498200" cy="4311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E8641B"/>
                </a:solidFill>
                <a:latin typeface="Inter SemiBold"/>
                <a:ea typeface="Inter SemiBold"/>
                <a:cs typeface="Inter SemiBold"/>
                <a:sym typeface="Inter SemiBold"/>
              </a:rPr>
              <a:t>PMBOK + RUP + </a:t>
            </a:r>
            <a:r>
              <a:rPr lang="es-CL" sz="2800" b="1" noProof="0" err="1">
                <a:solidFill>
                  <a:srgbClr val="E8641B"/>
                </a:solidFill>
                <a:latin typeface="Inter SemiBold"/>
                <a:ea typeface="Inter SemiBold"/>
                <a:cs typeface="Inter SemiBold"/>
                <a:sym typeface="Inter SemiBold"/>
              </a:rPr>
              <a:t>DevSecOps</a:t>
            </a:r>
            <a:endParaRPr lang="es-CL" noProof="0"/>
          </a:p>
        </p:txBody>
      </p:sp>
      <p:sp>
        <p:nvSpPr>
          <p:cNvPr id="774" name="!!deco_dce8b6c9_2"/>
          <p:cNvSpPr/>
          <p:nvPr/>
        </p:nvSpPr>
        <p:spPr>
          <a:xfrm>
            <a:off x="4047013" y="3708197"/>
            <a:ext cx="10236981" cy="2508060"/>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781" name="TextBox 780"/>
          <p:cNvSpPr txBox="1"/>
          <p:nvPr/>
        </p:nvSpPr>
        <p:spPr>
          <a:xfrm>
            <a:off x="1463040" y="3703320"/>
            <a:ext cx="155448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FASES RUP · HORAS-HOMBRE DE LA EDT</a:t>
            </a:r>
          </a:p>
        </p:txBody>
      </p:sp>
      <p:sp>
        <p:nvSpPr>
          <p:cNvPr id="782" name="!!rup0"/>
          <p:cNvSpPr/>
          <p:nvPr/>
        </p:nvSpPr>
        <p:spPr>
          <a:xfrm>
            <a:off x="1463040" y="4160520"/>
            <a:ext cx="1595185" cy="731520"/>
          </a:xfrm>
          <a:prstGeom prst="rect">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a:solidFill>
                  <a:srgbClr val="FFFFFF"/>
                </a:solidFill>
                <a:latin typeface="Inter SemiBold"/>
              </a:rPr>
              <a:t>Inicio</a:t>
            </a:r>
          </a:p>
          <a:p>
            <a:pPr algn="l"/>
            <a:r>
              <a:rPr lang="es-CL" sz="1400" b="0" noProof="0">
                <a:solidFill>
                  <a:srgbClr val="FFFFFF"/>
                </a:solidFill>
                <a:latin typeface="Inter"/>
              </a:rPr>
              <a:t>6.920 HH</a:t>
            </a:r>
          </a:p>
        </p:txBody>
      </p:sp>
      <p:sp>
        <p:nvSpPr>
          <p:cNvPr id="783" name="!!rup1"/>
          <p:cNvSpPr/>
          <p:nvPr/>
        </p:nvSpPr>
        <p:spPr>
          <a:xfrm>
            <a:off x="3113089" y="4160520"/>
            <a:ext cx="975224" cy="731520"/>
          </a:xfrm>
          <a:prstGeom prst="rect">
            <a:avLst/>
          </a:prstGeom>
          <a:solidFill>
            <a:srgbClr val="3C3C3C"/>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ctr"/>
            <a:endParaRPr lang="es-CL" noProof="0"/>
          </a:p>
        </p:txBody>
      </p:sp>
      <p:sp>
        <p:nvSpPr>
          <p:cNvPr id="784" name="TextBox 783"/>
          <p:cNvSpPr txBox="1"/>
          <p:nvPr/>
        </p:nvSpPr>
        <p:spPr>
          <a:xfrm>
            <a:off x="3158809" y="4983480"/>
            <a:ext cx="1463040" cy="320040"/>
          </a:xfrm>
          <a:prstGeom prst="rect">
            <a:avLst/>
          </a:prstGeom>
          <a:noFill/>
        </p:spPr>
        <p:txBody>
          <a:bodyPr wrap="square" lIns="0" tIns="0" rIns="0" bIns="0" anchor="t">
            <a:spAutoFit/>
          </a:bodyPr>
          <a:lstStyle/>
          <a:p>
            <a:pPr algn="l"/>
            <a:r>
              <a:rPr lang="es-CL" sz="1400" b="1" noProof="0">
                <a:solidFill>
                  <a:srgbClr val="111111"/>
                </a:solidFill>
                <a:latin typeface="Inter SemiBold"/>
              </a:rPr>
              <a:t>Elaboración</a:t>
            </a:r>
          </a:p>
        </p:txBody>
      </p:sp>
      <p:sp>
        <p:nvSpPr>
          <p:cNvPr id="785" name="TextBox 784"/>
          <p:cNvSpPr txBox="1"/>
          <p:nvPr/>
        </p:nvSpPr>
        <p:spPr>
          <a:xfrm>
            <a:off x="3158809" y="5303520"/>
            <a:ext cx="1463040" cy="320040"/>
          </a:xfrm>
          <a:prstGeom prst="rect">
            <a:avLst/>
          </a:prstGeom>
          <a:noFill/>
        </p:spPr>
        <p:txBody>
          <a:bodyPr wrap="square" lIns="0" tIns="0" rIns="0" bIns="0" anchor="t">
            <a:spAutoFit/>
          </a:bodyPr>
          <a:lstStyle/>
          <a:p>
            <a:pPr algn="l"/>
            <a:r>
              <a:rPr lang="es-CL" sz="1400" b="0" noProof="0">
                <a:solidFill>
                  <a:srgbClr val="3C3C3C"/>
                </a:solidFill>
                <a:latin typeface="Inter"/>
              </a:rPr>
              <a:t>4.320 HH</a:t>
            </a:r>
          </a:p>
        </p:txBody>
      </p:sp>
      <p:sp>
        <p:nvSpPr>
          <p:cNvPr id="786" name="!!rup2"/>
          <p:cNvSpPr/>
          <p:nvPr/>
        </p:nvSpPr>
        <p:spPr>
          <a:xfrm>
            <a:off x="4143177" y="4160520"/>
            <a:ext cx="7880633" cy="731520"/>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a:solidFill>
                  <a:srgbClr val="FFFFFF"/>
                </a:solidFill>
                <a:latin typeface="Inter SemiBold"/>
              </a:rPr>
              <a:t>Construcción</a:t>
            </a:r>
          </a:p>
          <a:p>
            <a:pPr algn="l"/>
            <a:r>
              <a:rPr lang="es-CL" sz="1400" b="0" noProof="0">
                <a:solidFill>
                  <a:srgbClr val="FFFFFF"/>
                </a:solidFill>
                <a:latin typeface="Inter"/>
              </a:rPr>
              <a:t>33.280 HH</a:t>
            </a:r>
          </a:p>
        </p:txBody>
      </p:sp>
      <p:sp>
        <p:nvSpPr>
          <p:cNvPr id="787" name="!!rup3"/>
          <p:cNvSpPr/>
          <p:nvPr/>
        </p:nvSpPr>
        <p:spPr>
          <a:xfrm>
            <a:off x="12078675" y="4160520"/>
            <a:ext cx="4874300" cy="731520"/>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09728" rIns="109728" rtlCol="0" anchor="ctr"/>
          <a:lstStyle/>
          <a:p>
            <a:pPr algn="l"/>
            <a:r>
              <a:rPr lang="es-CL" sz="1600" b="1" noProof="0">
                <a:solidFill>
                  <a:srgbClr val="111111"/>
                </a:solidFill>
                <a:latin typeface="Inter SemiBold"/>
              </a:rPr>
              <a:t>Transición</a:t>
            </a:r>
          </a:p>
          <a:p>
            <a:pPr algn="l"/>
            <a:r>
              <a:rPr lang="es-CL" sz="1400" b="0" noProof="0">
                <a:solidFill>
                  <a:srgbClr val="111111"/>
                </a:solidFill>
                <a:latin typeface="Inter"/>
              </a:rPr>
              <a:t>20.672 HH</a:t>
            </a:r>
          </a:p>
        </p:txBody>
      </p:sp>
      <p:sp>
        <p:nvSpPr>
          <p:cNvPr id="788" name="TextBox 787"/>
          <p:cNvSpPr txBox="1"/>
          <p:nvPr/>
        </p:nvSpPr>
        <p:spPr>
          <a:xfrm>
            <a:off x="1463040" y="6172200"/>
            <a:ext cx="731520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DEVSECOPS · CICLO DE CADA CAMBIO</a:t>
            </a:r>
          </a:p>
        </p:txBody>
      </p:sp>
      <p:sp>
        <p:nvSpPr>
          <p:cNvPr id="789" name="Oval 788"/>
          <p:cNvSpPr/>
          <p:nvPr/>
        </p:nvSpPr>
        <p:spPr>
          <a:xfrm>
            <a:off x="4160520" y="7315200"/>
            <a:ext cx="1554480" cy="109728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Cada</a:t>
            </a:r>
          </a:p>
          <a:p>
            <a:pPr algn="ctr"/>
            <a:r>
              <a:rPr lang="es-CL" sz="1500" b="1" noProof="0">
                <a:solidFill>
                  <a:srgbClr val="FFFFFF"/>
                </a:solidFill>
                <a:latin typeface="Inter SemiBold"/>
              </a:rPr>
              <a:t>cambio</a:t>
            </a:r>
          </a:p>
        </p:txBody>
      </p:sp>
      <p:sp>
        <p:nvSpPr>
          <p:cNvPr id="790" name="Rounded Rectangle 789"/>
          <p:cNvSpPr/>
          <p:nvPr/>
        </p:nvSpPr>
        <p:spPr>
          <a:xfrm>
            <a:off x="3794760" y="6400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FFFFFF"/>
                </a:solidFill>
                <a:latin typeface="Inter SemiBold"/>
              </a:rPr>
              <a:t>Auditorías</a:t>
            </a:r>
          </a:p>
        </p:txBody>
      </p:sp>
      <p:sp>
        <p:nvSpPr>
          <p:cNvPr id="791" name="Rounded Rectangle 790"/>
          <p:cNvSpPr/>
          <p:nvPr/>
        </p:nvSpPr>
        <p:spPr>
          <a:xfrm>
            <a:off x="617220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111111"/>
                </a:solidFill>
                <a:latin typeface="Inter SemiBold"/>
              </a:rPr>
              <a:t>Análisis estático</a:t>
            </a:r>
          </a:p>
        </p:txBody>
      </p:sp>
      <p:sp>
        <p:nvSpPr>
          <p:cNvPr id="792" name="Rounded Rectangle 791"/>
          <p:cNvSpPr/>
          <p:nvPr/>
        </p:nvSpPr>
        <p:spPr>
          <a:xfrm>
            <a:off x="3794760" y="8686800"/>
            <a:ext cx="2286000" cy="640080"/>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FFFFFF"/>
                </a:solidFill>
                <a:latin typeface="Inter SemiBold"/>
              </a:rPr>
              <a:t>Pruebas de contrato</a:t>
            </a:r>
          </a:p>
        </p:txBody>
      </p:sp>
      <p:sp>
        <p:nvSpPr>
          <p:cNvPr id="793" name="Rounded Rectangle 792"/>
          <p:cNvSpPr/>
          <p:nvPr/>
        </p:nvSpPr>
        <p:spPr>
          <a:xfrm>
            <a:off x="1417320" y="7543800"/>
            <a:ext cx="2286000" cy="640080"/>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45720" rIns="45720" rtlCol="0" anchor="ctr"/>
          <a:lstStyle/>
          <a:p>
            <a:pPr algn="ctr"/>
            <a:r>
              <a:rPr lang="es-CL" sz="1400" b="1" noProof="0">
                <a:solidFill>
                  <a:srgbClr val="111111"/>
                </a:solidFill>
                <a:latin typeface="Inter SemiBold"/>
              </a:rPr>
              <a:t>Medición de cobertura</a:t>
            </a:r>
          </a:p>
        </p:txBody>
      </p:sp>
      <p:cxnSp>
        <p:nvCxnSpPr>
          <p:cNvPr id="794" name="Connector 793"/>
          <p:cNvCxnSpPr/>
          <p:nvPr/>
        </p:nvCxnSpPr>
        <p:spPr>
          <a:xfrm>
            <a:off x="608076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5" name="Connector 794"/>
          <p:cNvCxnSpPr/>
          <p:nvPr/>
        </p:nvCxnSpPr>
        <p:spPr>
          <a:xfrm flipH="1">
            <a:off x="608076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6" name="Connector 795"/>
          <p:cNvCxnSpPr/>
          <p:nvPr/>
        </p:nvCxnSpPr>
        <p:spPr>
          <a:xfrm flipH="1" flipV="1">
            <a:off x="2560320" y="8183879"/>
            <a:ext cx="1234440" cy="822961"/>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797" name="Connector 796"/>
          <p:cNvCxnSpPr/>
          <p:nvPr/>
        </p:nvCxnSpPr>
        <p:spPr>
          <a:xfrm flipV="1">
            <a:off x="2560320" y="6720840"/>
            <a:ext cx="1234440" cy="822960"/>
          </a:xfrm>
          <a:prstGeom prst="line">
            <a:avLst/>
          </a:prstGeom>
          <a:ln w="22225">
            <a:solidFill>
              <a:srgbClr val="606060"/>
            </a:solidFill>
            <a:tailEnd type="triangle" w="med" len="med"/>
          </a:ln>
        </p:spPr>
        <p:style>
          <a:lnRef idx="2">
            <a:schemeClr val="accent1"/>
          </a:lnRef>
          <a:fillRef idx="0">
            <a:schemeClr val="accent1"/>
          </a:fillRef>
          <a:effectRef idx="1">
            <a:schemeClr val="accent1"/>
          </a:effectRef>
          <a:fontRef idx="minor">
            <a:schemeClr val="tx1"/>
          </a:fontRef>
        </p:style>
      </p:cxnSp>
      <p:sp>
        <p:nvSpPr>
          <p:cNvPr id="798" name="TextBox 797"/>
          <p:cNvSpPr txBox="1"/>
          <p:nvPr/>
        </p:nvSpPr>
        <p:spPr>
          <a:xfrm>
            <a:off x="9509760" y="6172200"/>
            <a:ext cx="768096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DÓNDE SE APLICA</a:t>
            </a:r>
          </a:p>
        </p:txBody>
      </p:sp>
      <p:sp>
        <p:nvSpPr>
          <p:cNvPr id="799" name="Rounded Rectangle 798"/>
          <p:cNvSpPr/>
          <p:nvPr/>
        </p:nvSpPr>
        <p:spPr>
          <a:xfrm>
            <a:off x="9509760" y="66751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G1</a:t>
            </a:r>
          </a:p>
        </p:txBody>
      </p:sp>
      <p:sp>
        <p:nvSpPr>
          <p:cNvPr id="800" name="TextBox 799"/>
          <p:cNvSpPr txBox="1"/>
          <p:nvPr/>
        </p:nvSpPr>
        <p:spPr>
          <a:xfrm>
            <a:off x="10378440" y="6675120"/>
            <a:ext cx="6766560" cy="365760"/>
          </a:xfrm>
          <a:prstGeom prst="rect">
            <a:avLst/>
          </a:prstGeom>
          <a:noFill/>
        </p:spPr>
        <p:txBody>
          <a:bodyPr wrap="square" lIns="0" tIns="0" rIns="0" bIns="0" anchor="t">
            <a:spAutoFit/>
          </a:bodyPr>
          <a:lstStyle/>
          <a:p>
            <a:pPr algn="l"/>
            <a:r>
              <a:rPr lang="es-CL" sz="1700" b="1" noProof="0">
                <a:solidFill>
                  <a:srgbClr val="111111"/>
                </a:solidFill>
                <a:latin typeface="Inter SemiBold"/>
              </a:rPr>
              <a:t>Solicitud de fusión</a:t>
            </a:r>
          </a:p>
        </p:txBody>
      </p:sp>
      <p:sp>
        <p:nvSpPr>
          <p:cNvPr id="801" name="TextBox 800"/>
          <p:cNvSpPr txBox="1"/>
          <p:nvPr/>
        </p:nvSpPr>
        <p:spPr>
          <a:xfrm>
            <a:off x="10378440" y="7040880"/>
            <a:ext cx="6766560" cy="320040"/>
          </a:xfrm>
          <a:prstGeom prst="rect">
            <a:avLst/>
          </a:prstGeom>
          <a:noFill/>
        </p:spPr>
        <p:txBody>
          <a:bodyPr wrap="square" lIns="0" tIns="0" rIns="0" bIns="0" anchor="t">
            <a:spAutoFit/>
          </a:bodyPr>
          <a:lstStyle/>
          <a:p>
            <a:pPr algn="l"/>
            <a:r>
              <a:rPr lang="es-CL" sz="1400" b="0" noProof="0">
                <a:solidFill>
                  <a:srgbClr val="606060"/>
                </a:solidFill>
                <a:latin typeface="Inter"/>
              </a:rPr>
              <a:t>revisión por pares y secretos</a:t>
            </a:r>
          </a:p>
        </p:txBody>
      </p:sp>
      <p:sp>
        <p:nvSpPr>
          <p:cNvPr id="802" name="Rounded Rectangle 801"/>
          <p:cNvSpPr/>
          <p:nvPr/>
        </p:nvSpPr>
        <p:spPr>
          <a:xfrm>
            <a:off x="9509760" y="75895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G2</a:t>
            </a:r>
          </a:p>
        </p:txBody>
      </p:sp>
      <p:sp>
        <p:nvSpPr>
          <p:cNvPr id="803" name="TextBox 802"/>
          <p:cNvSpPr txBox="1"/>
          <p:nvPr/>
        </p:nvSpPr>
        <p:spPr>
          <a:xfrm>
            <a:off x="10378440" y="7589520"/>
            <a:ext cx="6766560" cy="365760"/>
          </a:xfrm>
          <a:prstGeom prst="rect">
            <a:avLst/>
          </a:prstGeom>
          <a:noFill/>
        </p:spPr>
        <p:txBody>
          <a:bodyPr wrap="square" lIns="0" tIns="0" rIns="0" bIns="0" anchor="t">
            <a:spAutoFit/>
          </a:bodyPr>
          <a:lstStyle/>
          <a:p>
            <a:pPr algn="l"/>
            <a:r>
              <a:rPr lang="es-CL" sz="1700" b="1" noProof="0">
                <a:solidFill>
                  <a:srgbClr val="111111"/>
                </a:solidFill>
                <a:latin typeface="Inter SemiBold"/>
              </a:rPr>
              <a:t>Integración continua</a:t>
            </a:r>
          </a:p>
        </p:txBody>
      </p:sp>
      <p:sp>
        <p:nvSpPr>
          <p:cNvPr id="804" name="TextBox 803"/>
          <p:cNvSpPr txBox="1"/>
          <p:nvPr/>
        </p:nvSpPr>
        <p:spPr>
          <a:xfrm>
            <a:off x="10378440" y="7955280"/>
            <a:ext cx="6766560" cy="320040"/>
          </a:xfrm>
          <a:prstGeom prst="rect">
            <a:avLst/>
          </a:prstGeom>
          <a:noFill/>
        </p:spPr>
        <p:txBody>
          <a:bodyPr wrap="square" lIns="0" tIns="0" rIns="0" bIns="0" anchor="t">
            <a:spAutoFit/>
          </a:bodyPr>
          <a:lstStyle/>
          <a:p>
            <a:pPr algn="l"/>
            <a:r>
              <a:rPr lang="es-CL" sz="1400" b="0" noProof="0">
                <a:solidFill>
                  <a:srgbClr val="606060"/>
                </a:solidFill>
                <a:latin typeface="Inter"/>
              </a:rPr>
              <a:t>cobertura ≥ 70 % negocio y 80 % global</a:t>
            </a:r>
          </a:p>
        </p:txBody>
      </p:sp>
      <p:sp>
        <p:nvSpPr>
          <p:cNvPr id="805" name="Rounded Rectangle 804"/>
          <p:cNvSpPr/>
          <p:nvPr/>
        </p:nvSpPr>
        <p:spPr>
          <a:xfrm>
            <a:off x="9509760" y="8503920"/>
            <a:ext cx="685800" cy="685800"/>
          </a:xfrm>
          <a:prstGeom prst="roundRect">
            <a:avLst>
              <a:gd name="adj" fmla="val 2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500" b="1" noProof="0">
                <a:solidFill>
                  <a:srgbClr val="FFFFFF"/>
                </a:solidFill>
                <a:latin typeface="Inter SemiBold"/>
              </a:rPr>
              <a:t>G3</a:t>
            </a:r>
          </a:p>
        </p:txBody>
      </p:sp>
      <p:sp>
        <p:nvSpPr>
          <p:cNvPr id="806" name="TextBox 805"/>
          <p:cNvSpPr txBox="1"/>
          <p:nvPr/>
        </p:nvSpPr>
        <p:spPr>
          <a:xfrm>
            <a:off x="10378440" y="8503920"/>
            <a:ext cx="6766560" cy="365760"/>
          </a:xfrm>
          <a:prstGeom prst="rect">
            <a:avLst/>
          </a:prstGeom>
          <a:noFill/>
        </p:spPr>
        <p:txBody>
          <a:bodyPr wrap="square" lIns="0" tIns="0" rIns="0" bIns="0" anchor="t">
            <a:spAutoFit/>
          </a:bodyPr>
          <a:lstStyle/>
          <a:p>
            <a:pPr algn="l"/>
            <a:r>
              <a:rPr lang="es-CL" sz="1700" b="1" noProof="0">
                <a:solidFill>
                  <a:srgbClr val="111111"/>
                </a:solidFill>
                <a:latin typeface="Inter SemiBold"/>
              </a:rPr>
              <a:t>Promoción a QA</a:t>
            </a:r>
          </a:p>
        </p:txBody>
      </p:sp>
      <p:sp>
        <p:nvSpPr>
          <p:cNvPr id="807" name="TextBox 806"/>
          <p:cNvSpPr txBox="1"/>
          <p:nvPr/>
        </p:nvSpPr>
        <p:spPr>
          <a:xfrm>
            <a:off x="10378440" y="8869680"/>
            <a:ext cx="6766560" cy="320040"/>
          </a:xfrm>
          <a:prstGeom prst="rect">
            <a:avLst/>
          </a:prstGeom>
          <a:noFill/>
        </p:spPr>
        <p:txBody>
          <a:bodyPr wrap="square" lIns="0" tIns="0" rIns="0" bIns="0" anchor="t">
            <a:spAutoFit/>
          </a:bodyPr>
          <a:lstStyle/>
          <a:p>
            <a:pPr algn="l"/>
            <a:r>
              <a:rPr lang="es-CL" sz="1400" b="0" noProof="0">
                <a:solidFill>
                  <a:srgbClr val="606060"/>
                </a:solidFill>
                <a:latin typeface="Inter"/>
              </a:rPr>
              <a:t>sin vulnerabilidades altas</a:t>
            </a:r>
          </a:p>
        </p:txBody>
      </p:sp>
      <p:sp>
        <p:nvSpPr>
          <p:cNvPr id="80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784"/>
        <p:cNvGrpSpPr/>
        <p:nvPr/>
      </p:nvGrpSpPr>
      <p:grpSpPr>
        <a:xfrm>
          <a:off x="0" y="0"/>
          <a:ext cx="0" cy="0"/>
          <a:chOff x="0" y="0"/>
          <a:chExt cx="0" cy="0"/>
        </a:xfrm>
      </p:grpSpPr>
      <p:sp>
        <p:nvSpPr>
          <p:cNvPr id="7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84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22</a:t>
            </a:r>
          </a:p>
        </p:txBody>
      </p:sp>
      <p:sp>
        <p:nvSpPr>
          <p:cNvPr id="850"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85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852" name="Connector 85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3" name="Connector 85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854" name="Connector 85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5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1</a:t>
            </a:r>
          </a:p>
          <a:p>
            <a:pPr algn="l"/>
            <a:r>
              <a:rPr lang="es-CL" sz="1400" b="1" noProof="0">
                <a:solidFill>
                  <a:srgbClr val="111111"/>
                </a:solidFill>
                <a:latin typeface="Inter SemiBold"/>
              </a:rPr>
              <a:t>Inicio</a:t>
            </a:r>
          </a:p>
        </p:txBody>
      </p:sp>
      <p:sp>
        <p:nvSpPr>
          <p:cNvPr id="856"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6.920 HH</a:t>
            </a:r>
          </a:p>
        </p:txBody>
      </p:sp>
      <p:sp>
        <p:nvSpPr>
          <p:cNvPr id="857"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9 CC · 35 PT</a:t>
            </a:r>
          </a:p>
        </p:txBody>
      </p:sp>
      <p:sp>
        <p:nvSpPr>
          <p:cNvPr id="858" name="Oval 857"/>
          <p:cNvSpPr/>
          <p:nvPr/>
        </p:nvSpPr>
        <p:spPr>
          <a:xfrm>
            <a:off x="93268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59" name="Oval 858"/>
          <p:cNvSpPr/>
          <p:nvPr/>
        </p:nvSpPr>
        <p:spPr>
          <a:xfrm>
            <a:off x="123444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0" name="Oval 859"/>
          <p:cNvSpPr/>
          <p:nvPr/>
        </p:nvSpPr>
        <p:spPr>
          <a:xfrm>
            <a:off x="153619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1" name="Oval 860"/>
          <p:cNvSpPr/>
          <p:nvPr/>
        </p:nvSpPr>
        <p:spPr>
          <a:xfrm>
            <a:off x="1837943"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2" name="Oval 861"/>
          <p:cNvSpPr/>
          <p:nvPr/>
        </p:nvSpPr>
        <p:spPr>
          <a:xfrm>
            <a:off x="213969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3" name="Oval 862"/>
          <p:cNvSpPr/>
          <p:nvPr/>
        </p:nvSpPr>
        <p:spPr>
          <a:xfrm>
            <a:off x="93268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4" name="Oval 863"/>
          <p:cNvSpPr/>
          <p:nvPr/>
        </p:nvSpPr>
        <p:spPr>
          <a:xfrm>
            <a:off x="123444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5" name="Oval 864"/>
          <p:cNvSpPr/>
          <p:nvPr/>
        </p:nvSpPr>
        <p:spPr>
          <a:xfrm>
            <a:off x="153619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66" name="Oval 865"/>
          <p:cNvSpPr/>
          <p:nvPr/>
        </p:nvSpPr>
        <p:spPr>
          <a:xfrm>
            <a:off x="1837943"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67" name="Connector 866"/>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68"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2</a:t>
            </a:r>
          </a:p>
          <a:p>
            <a:pPr algn="l"/>
            <a:r>
              <a:rPr lang="es-CL" sz="1400" b="1" noProof="0">
                <a:solidFill>
                  <a:srgbClr val="111111"/>
                </a:solidFill>
                <a:latin typeface="Inter SemiBold"/>
              </a:rPr>
              <a:t>Elaboración</a:t>
            </a:r>
          </a:p>
        </p:txBody>
      </p:sp>
      <p:sp>
        <p:nvSpPr>
          <p:cNvPr id="869"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4.320 HH</a:t>
            </a:r>
          </a:p>
        </p:txBody>
      </p:sp>
      <p:sp>
        <p:nvSpPr>
          <p:cNvPr id="870"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6 CC · 18 PT</a:t>
            </a:r>
          </a:p>
        </p:txBody>
      </p:sp>
      <p:sp>
        <p:nvSpPr>
          <p:cNvPr id="871" name="Oval 870"/>
          <p:cNvSpPr/>
          <p:nvPr/>
        </p:nvSpPr>
        <p:spPr>
          <a:xfrm>
            <a:off x="279400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2" name="Oval 871"/>
          <p:cNvSpPr/>
          <p:nvPr/>
        </p:nvSpPr>
        <p:spPr>
          <a:xfrm>
            <a:off x="309575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3" name="Oval 872"/>
          <p:cNvSpPr/>
          <p:nvPr/>
        </p:nvSpPr>
        <p:spPr>
          <a:xfrm>
            <a:off x="339750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4" name="Oval 873"/>
          <p:cNvSpPr/>
          <p:nvPr/>
        </p:nvSpPr>
        <p:spPr>
          <a:xfrm>
            <a:off x="369925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5" name="Oval 874"/>
          <p:cNvSpPr/>
          <p:nvPr/>
        </p:nvSpPr>
        <p:spPr>
          <a:xfrm>
            <a:off x="400100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76" name="Oval 875"/>
          <p:cNvSpPr/>
          <p:nvPr/>
        </p:nvSpPr>
        <p:spPr>
          <a:xfrm>
            <a:off x="279400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77" name="Connector 876"/>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78"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3</a:t>
            </a:r>
          </a:p>
          <a:p>
            <a:pPr algn="l"/>
            <a:r>
              <a:rPr lang="es-CL" sz="1400" b="1" noProof="0">
                <a:solidFill>
                  <a:srgbClr val="111111"/>
                </a:solidFill>
                <a:latin typeface="Inter SemiBold"/>
              </a:rPr>
              <a:t>Construcción</a:t>
            </a:r>
          </a:p>
        </p:txBody>
      </p:sp>
      <p:sp>
        <p:nvSpPr>
          <p:cNvPr id="879"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33.280 HH</a:t>
            </a:r>
          </a:p>
        </p:txBody>
      </p:sp>
      <p:sp>
        <p:nvSpPr>
          <p:cNvPr id="880"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11 CC · 79 PT</a:t>
            </a:r>
          </a:p>
        </p:txBody>
      </p:sp>
      <p:sp>
        <p:nvSpPr>
          <p:cNvPr id="881" name="Oval 880"/>
          <p:cNvSpPr/>
          <p:nvPr/>
        </p:nvSpPr>
        <p:spPr>
          <a:xfrm>
            <a:off x="4655312"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2" name="Oval 881"/>
          <p:cNvSpPr/>
          <p:nvPr/>
        </p:nvSpPr>
        <p:spPr>
          <a:xfrm>
            <a:off x="495706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3" name="Oval 882"/>
          <p:cNvSpPr/>
          <p:nvPr/>
        </p:nvSpPr>
        <p:spPr>
          <a:xfrm>
            <a:off x="525881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4" name="Oval 883"/>
          <p:cNvSpPr/>
          <p:nvPr/>
        </p:nvSpPr>
        <p:spPr>
          <a:xfrm>
            <a:off x="556056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5" name="Oval 884"/>
          <p:cNvSpPr/>
          <p:nvPr/>
        </p:nvSpPr>
        <p:spPr>
          <a:xfrm>
            <a:off x="5862320"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6" name="Oval 885"/>
          <p:cNvSpPr/>
          <p:nvPr/>
        </p:nvSpPr>
        <p:spPr>
          <a:xfrm>
            <a:off x="4655312"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7" name="Oval 886"/>
          <p:cNvSpPr/>
          <p:nvPr/>
        </p:nvSpPr>
        <p:spPr>
          <a:xfrm>
            <a:off x="4957064"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8" name="Oval 887"/>
          <p:cNvSpPr/>
          <p:nvPr/>
        </p:nvSpPr>
        <p:spPr>
          <a:xfrm>
            <a:off x="5258816"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89" name="Oval 888"/>
          <p:cNvSpPr/>
          <p:nvPr/>
        </p:nvSpPr>
        <p:spPr>
          <a:xfrm>
            <a:off x="5560568"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0" name="Oval 889"/>
          <p:cNvSpPr/>
          <p:nvPr/>
        </p:nvSpPr>
        <p:spPr>
          <a:xfrm>
            <a:off x="5862320" y="5148072"/>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1" name="Oval 890"/>
          <p:cNvSpPr/>
          <p:nvPr/>
        </p:nvSpPr>
        <p:spPr>
          <a:xfrm>
            <a:off x="4655312" y="5449824"/>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92" name="Connector 891"/>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93"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4</a:t>
            </a:r>
          </a:p>
          <a:p>
            <a:pPr algn="l"/>
            <a:r>
              <a:rPr lang="es-CL" sz="1400" b="1" noProof="0">
                <a:solidFill>
                  <a:srgbClr val="111111"/>
                </a:solidFill>
                <a:latin typeface="Inter SemiBold"/>
              </a:rPr>
              <a:t>Transición</a:t>
            </a:r>
          </a:p>
        </p:txBody>
      </p:sp>
      <p:sp>
        <p:nvSpPr>
          <p:cNvPr id="894"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20.672 HH</a:t>
            </a:r>
          </a:p>
        </p:txBody>
      </p:sp>
      <p:sp>
        <p:nvSpPr>
          <p:cNvPr id="895"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3 CC · 10 PT</a:t>
            </a:r>
          </a:p>
        </p:txBody>
      </p:sp>
      <p:sp>
        <p:nvSpPr>
          <p:cNvPr id="896" name="Oval 895"/>
          <p:cNvSpPr/>
          <p:nvPr/>
        </p:nvSpPr>
        <p:spPr>
          <a:xfrm>
            <a:off x="6516624"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7" name="Oval 896"/>
          <p:cNvSpPr/>
          <p:nvPr/>
        </p:nvSpPr>
        <p:spPr>
          <a:xfrm>
            <a:off x="6818376"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898" name="Oval 897"/>
          <p:cNvSpPr/>
          <p:nvPr/>
        </p:nvSpPr>
        <p:spPr>
          <a:xfrm>
            <a:off x="7120128" y="4846320"/>
            <a:ext cx="228600" cy="2286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899" name="Connector 898"/>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0"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5</a:t>
            </a:r>
          </a:p>
          <a:p>
            <a:pPr algn="l"/>
            <a:r>
              <a:rPr lang="es-CL" sz="1400" b="1" noProof="0">
                <a:solidFill>
                  <a:srgbClr val="111111"/>
                </a:solidFill>
                <a:latin typeface="Inter SemiBold"/>
              </a:rPr>
              <a:t>Adquisiciones</a:t>
            </a:r>
          </a:p>
        </p:txBody>
      </p:sp>
      <p:sp>
        <p:nvSpPr>
          <p:cNvPr id="901"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1.040 HH</a:t>
            </a:r>
          </a:p>
        </p:txBody>
      </p:sp>
      <p:sp>
        <p:nvSpPr>
          <p:cNvPr id="902"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4 CC · 13 PT</a:t>
            </a:r>
          </a:p>
        </p:txBody>
      </p:sp>
      <p:sp>
        <p:nvSpPr>
          <p:cNvPr id="903" name="Oval 902"/>
          <p:cNvSpPr/>
          <p:nvPr/>
        </p:nvSpPr>
        <p:spPr>
          <a:xfrm>
            <a:off x="8377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04" name="Oval 903"/>
          <p:cNvSpPr/>
          <p:nvPr/>
        </p:nvSpPr>
        <p:spPr>
          <a:xfrm>
            <a:off x="867968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05" name="Oval 904"/>
          <p:cNvSpPr/>
          <p:nvPr/>
        </p:nvSpPr>
        <p:spPr>
          <a:xfrm>
            <a:off x="898144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06" name="Oval 905"/>
          <p:cNvSpPr/>
          <p:nvPr/>
        </p:nvSpPr>
        <p:spPr>
          <a:xfrm>
            <a:off x="928319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07" name="Connector 90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0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6</a:t>
            </a:r>
          </a:p>
          <a:p>
            <a:pPr algn="l"/>
            <a:r>
              <a:rPr lang="es-CL" sz="1400" b="1" noProof="0">
                <a:solidFill>
                  <a:srgbClr val="111111"/>
                </a:solidFill>
                <a:latin typeface="Inter SemiBold"/>
              </a:rPr>
              <a:t>Infraestructura</a:t>
            </a:r>
          </a:p>
        </p:txBody>
      </p:sp>
      <p:sp>
        <p:nvSpPr>
          <p:cNvPr id="909"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3.840 HH</a:t>
            </a:r>
          </a:p>
        </p:txBody>
      </p:sp>
      <p:sp>
        <p:nvSpPr>
          <p:cNvPr id="910"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6 CC · 24 PT</a:t>
            </a:r>
          </a:p>
        </p:txBody>
      </p:sp>
      <p:sp>
        <p:nvSpPr>
          <p:cNvPr id="911" name="Oval 910"/>
          <p:cNvSpPr/>
          <p:nvPr/>
        </p:nvSpPr>
        <p:spPr>
          <a:xfrm>
            <a:off x="10239248"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2" name="Oval 911"/>
          <p:cNvSpPr/>
          <p:nvPr/>
        </p:nvSpPr>
        <p:spPr>
          <a:xfrm>
            <a:off x="1054100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3" name="Oval 912"/>
          <p:cNvSpPr/>
          <p:nvPr/>
        </p:nvSpPr>
        <p:spPr>
          <a:xfrm>
            <a:off x="1084275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4" name="Oval 913"/>
          <p:cNvSpPr/>
          <p:nvPr/>
        </p:nvSpPr>
        <p:spPr>
          <a:xfrm>
            <a:off x="1114450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5" name="Oval 914"/>
          <p:cNvSpPr/>
          <p:nvPr/>
        </p:nvSpPr>
        <p:spPr>
          <a:xfrm>
            <a:off x="1144625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16" name="Oval 915"/>
          <p:cNvSpPr/>
          <p:nvPr/>
        </p:nvSpPr>
        <p:spPr>
          <a:xfrm>
            <a:off x="10239248" y="5148072"/>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17" name="Connector 916"/>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18"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7</a:t>
            </a:r>
          </a:p>
          <a:p>
            <a:pPr algn="l"/>
            <a:r>
              <a:rPr lang="es-CL" sz="1400" b="1" noProof="0">
                <a:solidFill>
                  <a:srgbClr val="111111"/>
                </a:solidFill>
                <a:latin typeface="Inter SemiBold"/>
              </a:rPr>
              <a:t>Capacitación y cambio</a:t>
            </a:r>
          </a:p>
        </p:txBody>
      </p:sp>
      <p:sp>
        <p:nvSpPr>
          <p:cNvPr id="919"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4.736 HH</a:t>
            </a:r>
          </a:p>
        </p:txBody>
      </p:sp>
      <p:sp>
        <p:nvSpPr>
          <p:cNvPr id="920"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3 CC · 13 PT</a:t>
            </a:r>
          </a:p>
        </p:txBody>
      </p:sp>
      <p:sp>
        <p:nvSpPr>
          <p:cNvPr id="921" name="Oval 920"/>
          <p:cNvSpPr/>
          <p:nvPr/>
        </p:nvSpPr>
        <p:spPr>
          <a:xfrm>
            <a:off x="12100560"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22" name="Oval 921"/>
          <p:cNvSpPr/>
          <p:nvPr/>
        </p:nvSpPr>
        <p:spPr>
          <a:xfrm>
            <a:off x="12402312"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23" name="Oval 922"/>
          <p:cNvSpPr/>
          <p:nvPr/>
        </p:nvSpPr>
        <p:spPr>
          <a:xfrm>
            <a:off x="1270406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24" name="Connector 923"/>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25"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8</a:t>
            </a:r>
          </a:p>
          <a:p>
            <a:pPr algn="l"/>
            <a:r>
              <a:rPr lang="es-CL" sz="1400" b="1" noProof="0">
                <a:solidFill>
                  <a:srgbClr val="111111"/>
                </a:solidFill>
                <a:latin typeface="Inter SemiBold"/>
              </a:rPr>
              <a:t>Operación y soporte</a:t>
            </a:r>
          </a:p>
        </p:txBody>
      </p:sp>
      <p:sp>
        <p:nvSpPr>
          <p:cNvPr id="926"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129.879 HH</a:t>
            </a:r>
          </a:p>
        </p:txBody>
      </p:sp>
      <p:sp>
        <p:nvSpPr>
          <p:cNvPr id="927"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5 CC · 26 PT</a:t>
            </a:r>
          </a:p>
        </p:txBody>
      </p:sp>
      <p:sp>
        <p:nvSpPr>
          <p:cNvPr id="928" name="Oval 927"/>
          <p:cNvSpPr/>
          <p:nvPr/>
        </p:nvSpPr>
        <p:spPr>
          <a:xfrm>
            <a:off x="13961872"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29" name="Oval 928"/>
          <p:cNvSpPr/>
          <p:nvPr/>
        </p:nvSpPr>
        <p:spPr>
          <a:xfrm>
            <a:off x="14263624"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0" name="Oval 929"/>
          <p:cNvSpPr/>
          <p:nvPr/>
        </p:nvSpPr>
        <p:spPr>
          <a:xfrm>
            <a:off x="14565376"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1" name="Oval 930"/>
          <p:cNvSpPr/>
          <p:nvPr/>
        </p:nvSpPr>
        <p:spPr>
          <a:xfrm>
            <a:off x="14867128"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2" name="Oval 931"/>
          <p:cNvSpPr/>
          <p:nvPr/>
        </p:nvSpPr>
        <p:spPr>
          <a:xfrm>
            <a:off x="15168880" y="4846320"/>
            <a:ext cx="228600" cy="2286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933" name="Connector 9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E8641B"/>
                </a:solidFill>
                <a:latin typeface="Inter SemiBold"/>
              </a:rPr>
              <a:t>Fase 9</a:t>
            </a:r>
          </a:p>
          <a:p>
            <a:pPr algn="l"/>
            <a:r>
              <a:rPr lang="es-CL" sz="1400" b="1" noProof="0">
                <a:solidFill>
                  <a:srgbClr val="111111"/>
                </a:solidFill>
                <a:latin typeface="Inter SemiBold"/>
              </a:rPr>
              <a:t>Cierre</a:t>
            </a:r>
          </a:p>
        </p:txBody>
      </p:sp>
      <p:sp>
        <p:nvSpPr>
          <p:cNvPr id="93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111111"/>
                </a:solidFill>
                <a:latin typeface="Inter SemiBold"/>
              </a:rPr>
              <a:t>320 HH</a:t>
            </a:r>
          </a:p>
        </p:txBody>
      </p:sp>
      <p:sp>
        <p:nvSpPr>
          <p:cNvPr id="93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606060"/>
                </a:solidFill>
                <a:latin typeface="Inter"/>
              </a:rPr>
              <a:t>2 CC · 4 PT</a:t>
            </a:r>
          </a:p>
        </p:txBody>
      </p:sp>
      <p:sp>
        <p:nvSpPr>
          <p:cNvPr id="937" name="Oval 936"/>
          <p:cNvSpPr/>
          <p:nvPr/>
        </p:nvSpPr>
        <p:spPr>
          <a:xfrm>
            <a:off x="15823184"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8" name="Oval 937"/>
          <p:cNvSpPr/>
          <p:nvPr/>
        </p:nvSpPr>
        <p:spPr>
          <a:xfrm>
            <a:off x="16124936" y="4846320"/>
            <a:ext cx="228600" cy="228600"/>
          </a:xfrm>
          <a:prstGeom prst="ellipse">
            <a:avLst/>
          </a:prstGeom>
          <a:solidFill>
            <a:srgbClr val="60606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939" name="TextBox 938"/>
          <p:cNvSpPr txBox="1"/>
          <p:nvPr/>
        </p:nvSpPr>
        <p:spPr>
          <a:xfrm>
            <a:off x="822960" y="6035040"/>
            <a:ext cx="16642080" cy="365760"/>
          </a:xfrm>
          <a:prstGeom prst="rect">
            <a:avLst/>
          </a:prstGeom>
          <a:noFill/>
        </p:spPr>
        <p:txBody>
          <a:bodyPr wrap="square" lIns="0" tIns="0" rIns="0" bIns="0" anchor="t">
            <a:spAutoFit/>
          </a:bodyPr>
          <a:lstStyle/>
          <a:p>
            <a:pPr algn="ctr"/>
            <a:r>
              <a:rPr lang="es-CL" sz="1400" b="0" noProof="0">
                <a:solidFill>
                  <a:srgbClr val="606060"/>
                </a:solidFill>
                <a:latin typeface="Inter"/>
              </a:rPr>
              <a:t>Cada punto es una cuenta de control</a:t>
            </a:r>
          </a:p>
        </p:txBody>
      </p:sp>
      <p:sp>
        <p:nvSpPr>
          <p:cNvPr id="940" name="Rounded Rectangle 939"/>
          <p:cNvSpPr/>
          <p:nvPr/>
        </p:nvSpPr>
        <p:spPr>
          <a:xfrm>
            <a:off x="1371600" y="6812280"/>
            <a:ext cx="7589520" cy="1463040"/>
          </a:xfrm>
          <a:prstGeom prst="roundRect">
            <a:avLst>
              <a:gd name="adj" fmla="val 10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200" b="1" noProof="0">
                <a:solidFill>
                  <a:srgbClr val="F29A5E"/>
                </a:solidFill>
                <a:latin typeface="Inter SemiBold"/>
              </a:rPr>
              <a:t>Fases 1 a 4</a:t>
            </a:r>
          </a:p>
          <a:p>
            <a:pPr algn="ctr"/>
            <a:r>
              <a:rPr lang="es-CL" sz="1600" b="0" noProof="0">
                <a:solidFill>
                  <a:srgbClr val="FFFFFF"/>
                </a:solidFill>
                <a:latin typeface="Inter"/>
              </a:rPr>
              <a:t>se repiten en cada etapa</a:t>
            </a:r>
          </a:p>
        </p:txBody>
      </p:sp>
      <p:sp>
        <p:nvSpPr>
          <p:cNvPr id="941" name="Rounded Rectangle 940"/>
          <p:cNvSpPr/>
          <p:nvPr/>
        </p:nvSpPr>
        <p:spPr>
          <a:xfrm>
            <a:off x="9326880" y="6812280"/>
            <a:ext cx="7589520" cy="1463040"/>
          </a:xfrm>
          <a:prstGeom prst="roundRect">
            <a:avLst>
              <a:gd name="adj" fmla="val 1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200" b="1" noProof="0">
                <a:solidFill>
                  <a:srgbClr val="FFFFFF"/>
                </a:solidFill>
                <a:latin typeface="Inter SemiBold"/>
              </a:rPr>
              <a:t>Operación · 129.879 HH</a:t>
            </a:r>
          </a:p>
          <a:p>
            <a:pPr algn="ctr"/>
            <a:r>
              <a:rPr lang="es-CL" sz="1600" b="0" noProof="0">
                <a:solidFill>
                  <a:srgbClr val="FFFFFF"/>
                </a:solidFill>
                <a:latin typeface="Inter"/>
              </a:rPr>
              <a:t>36 meses de servicio</a:t>
            </a:r>
          </a:p>
        </p:txBody>
      </p:sp>
      <p:sp>
        <p:nvSpPr>
          <p:cNvPr id="942" name="TextBox 941"/>
          <p:cNvSpPr txBox="1"/>
          <p:nvPr/>
        </p:nvSpPr>
        <p:spPr>
          <a:xfrm>
            <a:off x="822960" y="8732520"/>
            <a:ext cx="16642080" cy="365760"/>
          </a:xfrm>
          <a:prstGeom prst="rect">
            <a:avLst/>
          </a:prstGeom>
          <a:noFill/>
        </p:spPr>
        <p:txBody>
          <a:bodyPr wrap="square" lIns="0" tIns="0" rIns="0" bIns="0" anchor="t">
            <a:spAutoFit/>
          </a:bodyPr>
          <a:lstStyle/>
          <a:p>
            <a:pPr algn="ctr"/>
            <a:r>
              <a:rPr lang="es-CL" sz="1600" b="1" noProof="0">
                <a:solidFill>
                  <a:srgbClr val="3C3C3C"/>
                </a:solidFill>
                <a:latin typeface="Inter SemiBold"/>
              </a:rPr>
              <a:t>9 fases · 49 cuentas de control · 222 paquetes de trabajo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854"/>
        <p:cNvGrpSpPr/>
        <p:nvPr/>
      </p:nvGrpSpPr>
      <p:grpSpPr>
        <a:xfrm>
          <a:off x="0" y="0"/>
          <a:ext cx="0" cy="0"/>
          <a:chOff x="0" y="0"/>
          <a:chExt cx="0" cy="0"/>
        </a:xfrm>
      </p:grpSpPr>
      <p:sp>
        <p:nvSpPr>
          <p:cNvPr id="85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85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85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92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23</a:t>
            </a:r>
          </a:p>
        </p:txBody>
      </p:sp>
      <p:sp>
        <p:nvSpPr>
          <p:cNvPr id="927"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92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929" name="Connector 92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0" name="Connector 92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931" name="Connector 930"/>
          <p:cNvCxnSpPr/>
          <p:nvPr/>
        </p:nvCxnSpPr>
        <p:spPr>
          <a:xfrm>
            <a:off x="169875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2" name="!!ph1"/>
          <p:cNvSpPr/>
          <p:nvPr/>
        </p:nvSpPr>
        <p:spPr>
          <a:xfrm>
            <a:off x="82296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1</a:t>
            </a:r>
          </a:p>
          <a:p>
            <a:pPr algn="l"/>
            <a:r>
              <a:rPr lang="es-CL" sz="1600" b="1" noProof="0">
                <a:solidFill>
                  <a:srgbClr val="FFFFFF"/>
                </a:solidFill>
                <a:latin typeface="Inter SemiBold"/>
              </a:rPr>
              <a:t>Inicio</a:t>
            </a:r>
          </a:p>
        </p:txBody>
      </p:sp>
      <p:sp>
        <p:nvSpPr>
          <p:cNvPr id="933" name="!!phhh1"/>
          <p:cNvSpPr txBox="1"/>
          <p:nvPr/>
        </p:nvSpPr>
        <p:spPr>
          <a:xfrm>
            <a:off x="932688"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6.920 HH</a:t>
            </a:r>
          </a:p>
        </p:txBody>
      </p:sp>
      <p:sp>
        <p:nvSpPr>
          <p:cNvPr id="934" name="!!phcc1"/>
          <p:cNvSpPr txBox="1"/>
          <p:nvPr/>
        </p:nvSpPr>
        <p:spPr>
          <a:xfrm>
            <a:off x="932688"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9 CC · 35 PT</a:t>
            </a:r>
          </a:p>
        </p:txBody>
      </p:sp>
      <p:cxnSp>
        <p:nvCxnSpPr>
          <p:cNvPr id="935" name="Connector 93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3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937"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938"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939" name="Connector 93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941"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942"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943" name="Connector 94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945"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946"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947" name="Connector 94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4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949"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950"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951" name="Connector 950"/>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2"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953"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954"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955" name="Connector 95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5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957"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958"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959" name="Connector 95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961"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962"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963" name="Connector 96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96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96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96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967" name="TextBox 966"/>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1 · INICIO · 9 CUENTAS DE CONTROL</a:t>
            </a:r>
          </a:p>
        </p:txBody>
      </p:sp>
      <p:sp>
        <p:nvSpPr>
          <p:cNvPr id="968" name="Rounded Rectangle 967"/>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1.1</a:t>
            </a:r>
          </a:p>
          <a:p>
            <a:pPr algn="l"/>
            <a:r>
              <a:rPr lang="es-CL" sz="1600" b="1" noProof="0">
                <a:solidFill>
                  <a:srgbClr val="111111"/>
                </a:solidFill>
                <a:latin typeface="Inter SemiBold"/>
              </a:rPr>
              <a:t>Definición inicial</a:t>
            </a:r>
          </a:p>
        </p:txBody>
      </p:sp>
      <p:sp>
        <p:nvSpPr>
          <p:cNvPr id="969" name="Rounded Rectangle 968"/>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1.2</a:t>
            </a:r>
          </a:p>
          <a:p>
            <a:pPr algn="l"/>
            <a:r>
              <a:rPr lang="es-CL" sz="1600" b="1" noProof="0">
                <a:solidFill>
                  <a:srgbClr val="111111"/>
                </a:solidFill>
                <a:latin typeface="Inter SemiBold"/>
              </a:rPr>
              <a:t>Alcance</a:t>
            </a:r>
          </a:p>
        </p:txBody>
      </p:sp>
      <p:sp>
        <p:nvSpPr>
          <p:cNvPr id="970" name="Rounded Rectangle 969"/>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1.3</a:t>
            </a:r>
          </a:p>
          <a:p>
            <a:pPr algn="l"/>
            <a:r>
              <a:rPr lang="es-CL" sz="1600" b="1" noProof="0">
                <a:solidFill>
                  <a:srgbClr val="111111"/>
                </a:solidFill>
                <a:latin typeface="Inter SemiBold"/>
              </a:rPr>
              <a:t>Planificación</a:t>
            </a:r>
          </a:p>
        </p:txBody>
      </p:sp>
      <p:sp>
        <p:nvSpPr>
          <p:cNvPr id="971" name="Rounded Rectangle 970"/>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1.4</a:t>
            </a:r>
          </a:p>
          <a:p>
            <a:pPr algn="l"/>
            <a:r>
              <a:rPr lang="es-CL" sz="1600" b="1" noProof="0">
                <a:solidFill>
                  <a:srgbClr val="111111"/>
                </a:solidFill>
                <a:latin typeface="Inter SemiBold"/>
              </a:rPr>
              <a:t>Interesados y comunicaciones</a:t>
            </a:r>
          </a:p>
        </p:txBody>
      </p:sp>
      <p:sp>
        <p:nvSpPr>
          <p:cNvPr id="972" name="Rounded Rectangle 971"/>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1.5</a:t>
            </a:r>
          </a:p>
          <a:p>
            <a:pPr algn="l"/>
            <a:r>
              <a:rPr lang="es-CL" sz="1600" b="1" noProof="0">
                <a:solidFill>
                  <a:srgbClr val="111111"/>
                </a:solidFill>
                <a:latin typeface="Inter SemiBold"/>
              </a:rPr>
              <a:t>Gestión de calidad</a:t>
            </a:r>
          </a:p>
        </p:txBody>
      </p:sp>
      <p:sp>
        <p:nvSpPr>
          <p:cNvPr id="973" name="Rounded Rectangle 972"/>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1.6</a:t>
            </a:r>
          </a:p>
          <a:p>
            <a:pPr algn="l"/>
            <a:r>
              <a:rPr lang="es-CL" sz="1600" b="1" noProof="0">
                <a:solidFill>
                  <a:srgbClr val="111111"/>
                </a:solidFill>
                <a:latin typeface="Inter SemiBold"/>
              </a:rPr>
              <a:t>Gestión de riesgos</a:t>
            </a:r>
          </a:p>
        </p:txBody>
      </p:sp>
      <p:sp>
        <p:nvSpPr>
          <p:cNvPr id="974" name="Rounded Rectangle 973"/>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1.7</a:t>
            </a:r>
          </a:p>
          <a:p>
            <a:pPr algn="l"/>
            <a:r>
              <a:rPr lang="es-CL" sz="1600" b="1" noProof="0">
                <a:solidFill>
                  <a:srgbClr val="111111"/>
                </a:solidFill>
                <a:latin typeface="Inter SemiBold"/>
              </a:rPr>
              <a:t>Plan de reversibilidad</a:t>
            </a:r>
          </a:p>
        </p:txBody>
      </p:sp>
      <p:sp>
        <p:nvSpPr>
          <p:cNvPr id="975" name="Rounded Rectangle 974"/>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1.8</a:t>
            </a:r>
          </a:p>
          <a:p>
            <a:pPr algn="l"/>
            <a:r>
              <a:rPr lang="es-CL" sz="1600" b="1" noProof="0">
                <a:solidFill>
                  <a:srgbClr val="111111"/>
                </a:solidFill>
                <a:latin typeface="Inter SemiBold"/>
              </a:rPr>
              <a:t>Gobierno y control</a:t>
            </a:r>
          </a:p>
        </p:txBody>
      </p:sp>
      <p:sp>
        <p:nvSpPr>
          <p:cNvPr id="976" name="Rounded Rectangle 975"/>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1.9</a:t>
            </a:r>
          </a:p>
          <a:p>
            <a:pPr algn="l"/>
            <a:r>
              <a:rPr lang="es-CL" sz="1600" b="1" noProof="0">
                <a:solidFill>
                  <a:srgbClr val="111111"/>
                </a:solidFill>
                <a:latin typeface="Inter SemiBold"/>
              </a:rPr>
              <a:t>Cumplimiento normativo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931"/>
        <p:cNvGrpSpPr/>
        <p:nvPr/>
      </p:nvGrpSpPr>
      <p:grpSpPr>
        <a:xfrm>
          <a:off x="0" y="0"/>
          <a:ext cx="0" cy="0"/>
          <a:chOff x="0" y="0"/>
          <a:chExt cx="0" cy="0"/>
        </a:xfrm>
      </p:grpSpPr>
      <p:sp>
        <p:nvSpPr>
          <p:cNvPr id="93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93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93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00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24</a:t>
            </a:r>
          </a:p>
        </p:txBody>
      </p:sp>
      <p:sp>
        <p:nvSpPr>
          <p:cNvPr id="100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00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003" name="Connector 100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4" name="Connector 100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05" name="Connector 100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0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00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00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009" name="Connector 1008"/>
          <p:cNvCxnSpPr/>
          <p:nvPr/>
        </p:nvCxnSpPr>
        <p:spPr>
          <a:xfrm>
            <a:off x="356006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0" name="!!ph2"/>
          <p:cNvSpPr/>
          <p:nvPr/>
        </p:nvSpPr>
        <p:spPr>
          <a:xfrm>
            <a:off x="268427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2</a:t>
            </a:r>
          </a:p>
          <a:p>
            <a:pPr algn="l"/>
            <a:r>
              <a:rPr lang="es-CL" sz="1600" b="1" noProof="0">
                <a:solidFill>
                  <a:srgbClr val="FFFFFF"/>
                </a:solidFill>
                <a:latin typeface="Inter SemiBold"/>
              </a:rPr>
              <a:t>Elaboración</a:t>
            </a:r>
          </a:p>
        </p:txBody>
      </p:sp>
      <p:sp>
        <p:nvSpPr>
          <p:cNvPr id="1011" name="!!phhh2"/>
          <p:cNvSpPr txBox="1"/>
          <p:nvPr/>
        </p:nvSpPr>
        <p:spPr>
          <a:xfrm>
            <a:off x="2794000"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4.320 HH</a:t>
            </a:r>
          </a:p>
        </p:txBody>
      </p:sp>
      <p:sp>
        <p:nvSpPr>
          <p:cNvPr id="1012" name="!!phcc2"/>
          <p:cNvSpPr txBox="1"/>
          <p:nvPr/>
        </p:nvSpPr>
        <p:spPr>
          <a:xfrm>
            <a:off x="2794000"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6 CC · 18 PT</a:t>
            </a:r>
          </a:p>
        </p:txBody>
      </p:sp>
      <p:cxnSp>
        <p:nvCxnSpPr>
          <p:cNvPr id="1013" name="Connector 101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01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01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017" name="Connector 101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1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01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02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021" name="Connector 102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02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02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025" name="Connector 102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2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02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02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029" name="Connector 102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03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03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033" name="Connector 103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03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03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037" name="Connector 103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3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03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04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041" name="TextBox 104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2 · ELABORACIÓN · 6 CUENTAS DE CONTROL</a:t>
            </a:r>
          </a:p>
        </p:txBody>
      </p:sp>
      <p:sp>
        <p:nvSpPr>
          <p:cNvPr id="1042" name="Rounded Rectangle 104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2.1</a:t>
            </a:r>
          </a:p>
          <a:p>
            <a:pPr algn="l"/>
            <a:r>
              <a:rPr lang="es-CL" sz="1600" b="1" noProof="0">
                <a:solidFill>
                  <a:srgbClr val="111111"/>
                </a:solidFill>
                <a:latin typeface="Inter SemiBold"/>
              </a:rPr>
              <a:t>Arquitectura</a:t>
            </a:r>
          </a:p>
        </p:txBody>
      </p:sp>
      <p:sp>
        <p:nvSpPr>
          <p:cNvPr id="1043" name="Rounded Rectangle 104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2.2</a:t>
            </a:r>
          </a:p>
          <a:p>
            <a:pPr algn="l"/>
            <a:r>
              <a:rPr lang="es-CL" sz="1600" b="1" noProof="0">
                <a:solidFill>
                  <a:srgbClr val="111111"/>
                </a:solidFill>
                <a:latin typeface="Inter SemiBold"/>
              </a:rPr>
              <a:t>Seguridad</a:t>
            </a:r>
          </a:p>
        </p:txBody>
      </p:sp>
      <p:sp>
        <p:nvSpPr>
          <p:cNvPr id="1044" name="Rounded Rectangle 104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2.3</a:t>
            </a:r>
          </a:p>
          <a:p>
            <a:pPr algn="l"/>
            <a:r>
              <a:rPr lang="es-CL" sz="1600" b="1" noProof="0">
                <a:solidFill>
                  <a:srgbClr val="111111"/>
                </a:solidFill>
                <a:latin typeface="Inter SemiBold"/>
              </a:rPr>
              <a:t>Sala técnica y racks</a:t>
            </a:r>
          </a:p>
        </p:txBody>
      </p:sp>
      <p:sp>
        <p:nvSpPr>
          <p:cNvPr id="1045" name="Rounded Rectangle 104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2.4</a:t>
            </a:r>
          </a:p>
          <a:p>
            <a:pPr algn="l"/>
            <a:r>
              <a:rPr lang="es-CL" sz="1600" b="1" noProof="0">
                <a:solidFill>
                  <a:srgbClr val="111111"/>
                </a:solidFill>
                <a:latin typeface="Inter SemiBold"/>
              </a:rPr>
              <a:t>Validación de diseños</a:t>
            </a:r>
          </a:p>
        </p:txBody>
      </p:sp>
      <p:sp>
        <p:nvSpPr>
          <p:cNvPr id="1046" name="Rounded Rectangle 104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2.5</a:t>
            </a:r>
          </a:p>
          <a:p>
            <a:pPr algn="l"/>
            <a:r>
              <a:rPr lang="es-CL" sz="1600" b="1" noProof="0">
                <a:solidFill>
                  <a:srgbClr val="111111"/>
                </a:solidFill>
                <a:latin typeface="Inter SemiBold"/>
              </a:rPr>
              <a:t>Continuidad del negocio</a:t>
            </a:r>
          </a:p>
        </p:txBody>
      </p:sp>
      <p:sp>
        <p:nvSpPr>
          <p:cNvPr id="1047" name="Rounded Rectangle 1046"/>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2.6</a:t>
            </a:r>
          </a:p>
          <a:p>
            <a:pPr algn="l"/>
            <a:r>
              <a:rPr lang="es-CL" sz="1600" b="1" noProof="0">
                <a:solidFill>
                  <a:srgbClr val="111111"/>
                </a:solidFill>
                <a:latin typeface="Inter SemiBold"/>
              </a:rPr>
              <a:t>Experiencia de usuario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1005"/>
        <p:cNvGrpSpPr/>
        <p:nvPr/>
      </p:nvGrpSpPr>
      <p:grpSpPr>
        <a:xfrm>
          <a:off x="0" y="0"/>
          <a:ext cx="0" cy="0"/>
          <a:chOff x="0" y="0"/>
          <a:chExt cx="0" cy="0"/>
        </a:xfrm>
      </p:grpSpPr>
      <p:sp>
        <p:nvSpPr>
          <p:cNvPr id="100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0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0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07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25</a:t>
            </a:r>
          </a:p>
        </p:txBody>
      </p:sp>
      <p:sp>
        <p:nvSpPr>
          <p:cNvPr id="1080"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081"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082" name="Connector 1081"/>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3" name="Connector 1082"/>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084" name="Connector 1083"/>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5"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086"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087"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088" name="Connector 1087"/>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89"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090"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091"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092" name="Connector 1091"/>
          <p:cNvCxnSpPr/>
          <p:nvPr/>
        </p:nvCxnSpPr>
        <p:spPr>
          <a:xfrm>
            <a:off x="542137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3" name="!!ph3"/>
          <p:cNvSpPr/>
          <p:nvPr/>
        </p:nvSpPr>
        <p:spPr>
          <a:xfrm>
            <a:off x="454558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3</a:t>
            </a:r>
          </a:p>
          <a:p>
            <a:pPr algn="l"/>
            <a:r>
              <a:rPr lang="es-CL" sz="1600" b="1" noProof="0">
                <a:solidFill>
                  <a:srgbClr val="FFFFFF"/>
                </a:solidFill>
                <a:latin typeface="Inter SemiBold"/>
              </a:rPr>
              <a:t>Construcción</a:t>
            </a:r>
          </a:p>
        </p:txBody>
      </p:sp>
      <p:sp>
        <p:nvSpPr>
          <p:cNvPr id="1094" name="!!phhh3"/>
          <p:cNvSpPr txBox="1"/>
          <p:nvPr/>
        </p:nvSpPr>
        <p:spPr>
          <a:xfrm>
            <a:off x="4655312"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33.280 HH</a:t>
            </a:r>
          </a:p>
        </p:txBody>
      </p:sp>
      <p:sp>
        <p:nvSpPr>
          <p:cNvPr id="1095" name="!!phcc3"/>
          <p:cNvSpPr txBox="1"/>
          <p:nvPr/>
        </p:nvSpPr>
        <p:spPr>
          <a:xfrm>
            <a:off x="4655312"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11 CC · 79 PT</a:t>
            </a:r>
          </a:p>
        </p:txBody>
      </p:sp>
      <p:cxnSp>
        <p:nvCxnSpPr>
          <p:cNvPr id="1096" name="Connector 1095"/>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097"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098"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099"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100" name="Connector 1099"/>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1"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102"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103"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104" name="Connector 1103"/>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5"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106"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107"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108" name="Connector 1107"/>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09"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110"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111"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112" name="Connector 1111"/>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3"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114"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115"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116" name="Connector 1115"/>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17"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118"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119"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120" name="TextBox 1119"/>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3 · CONSTRUCCIÓN · 11 CUENTAS DE CONTROL</a:t>
            </a:r>
          </a:p>
        </p:txBody>
      </p:sp>
      <p:sp>
        <p:nvSpPr>
          <p:cNvPr id="1121" name="Rounded Rectangle 1120"/>
          <p:cNvSpPr/>
          <p:nvPr/>
        </p:nvSpPr>
        <p:spPr>
          <a:xfrm>
            <a:off x="8229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3.1</a:t>
            </a:r>
          </a:p>
          <a:p>
            <a:pPr algn="l"/>
            <a:r>
              <a:rPr lang="es-CL" sz="1600" b="1" noProof="0">
                <a:solidFill>
                  <a:srgbClr val="111111"/>
                </a:solidFill>
                <a:latin typeface="Inter SemiBold"/>
              </a:rPr>
              <a:t>Ambientes y CI/CD</a:t>
            </a:r>
          </a:p>
        </p:txBody>
      </p:sp>
      <p:sp>
        <p:nvSpPr>
          <p:cNvPr id="1122" name="Rounded Rectangle 1121"/>
          <p:cNvSpPr/>
          <p:nvPr/>
        </p:nvSpPr>
        <p:spPr>
          <a:xfrm>
            <a:off x="3619499"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3.2</a:t>
            </a:r>
          </a:p>
          <a:p>
            <a:pPr algn="l"/>
            <a:r>
              <a:rPr lang="es-CL" sz="1600" b="1" noProof="0">
                <a:solidFill>
                  <a:srgbClr val="111111"/>
                </a:solidFill>
                <a:latin typeface="Inter SemiBold"/>
              </a:rPr>
              <a:t>Servicios de nube</a:t>
            </a:r>
          </a:p>
        </p:txBody>
      </p:sp>
      <p:sp>
        <p:nvSpPr>
          <p:cNvPr id="1123" name="Rounded Rectangle 1122"/>
          <p:cNvSpPr/>
          <p:nvPr/>
        </p:nvSpPr>
        <p:spPr>
          <a:xfrm>
            <a:off x="641604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3.3</a:t>
            </a:r>
          </a:p>
          <a:p>
            <a:pPr algn="l"/>
            <a:r>
              <a:rPr lang="es-CL" sz="1600" b="1" noProof="0">
                <a:solidFill>
                  <a:srgbClr val="111111"/>
                </a:solidFill>
                <a:latin typeface="Inter SemiBold"/>
              </a:rPr>
              <a:t>Base compartida</a:t>
            </a:r>
          </a:p>
        </p:txBody>
      </p:sp>
      <p:sp>
        <p:nvSpPr>
          <p:cNvPr id="1124" name="Rounded Rectangle 1123"/>
          <p:cNvSpPr/>
          <p:nvPr/>
        </p:nvSpPr>
        <p:spPr>
          <a:xfrm>
            <a:off x="921258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3.4</a:t>
            </a:r>
          </a:p>
          <a:p>
            <a:pPr algn="l"/>
            <a:r>
              <a:rPr lang="es-CL" sz="1600" b="1" noProof="0">
                <a:solidFill>
                  <a:srgbClr val="111111"/>
                </a:solidFill>
                <a:latin typeface="Inter SemiBold"/>
              </a:rPr>
              <a:t>Módulos Etapa 1</a:t>
            </a:r>
          </a:p>
        </p:txBody>
      </p:sp>
      <p:sp>
        <p:nvSpPr>
          <p:cNvPr id="1125" name="Rounded Rectangle 1124"/>
          <p:cNvSpPr/>
          <p:nvPr/>
        </p:nvSpPr>
        <p:spPr>
          <a:xfrm>
            <a:off x="1200912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3.5</a:t>
            </a:r>
          </a:p>
          <a:p>
            <a:pPr algn="l"/>
            <a:r>
              <a:rPr lang="es-CL" sz="1600" b="1" noProof="0">
                <a:solidFill>
                  <a:srgbClr val="111111"/>
                </a:solidFill>
                <a:latin typeface="Inter SemiBold"/>
              </a:rPr>
              <a:t>Módulos Etapa 2</a:t>
            </a:r>
          </a:p>
        </p:txBody>
      </p:sp>
      <p:sp>
        <p:nvSpPr>
          <p:cNvPr id="1126" name="Rounded Rectangle 1125"/>
          <p:cNvSpPr/>
          <p:nvPr/>
        </p:nvSpPr>
        <p:spPr>
          <a:xfrm>
            <a:off x="14805660" y="5669280"/>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3.6</a:t>
            </a:r>
          </a:p>
          <a:p>
            <a:pPr algn="l"/>
            <a:r>
              <a:rPr lang="es-CL" sz="1600" b="1" noProof="0">
                <a:solidFill>
                  <a:srgbClr val="111111"/>
                </a:solidFill>
                <a:latin typeface="Inter SemiBold"/>
              </a:rPr>
              <a:t>Integraciones</a:t>
            </a:r>
          </a:p>
        </p:txBody>
      </p:sp>
      <p:sp>
        <p:nvSpPr>
          <p:cNvPr id="1127" name="Rounded Rectangle 1126"/>
          <p:cNvSpPr/>
          <p:nvPr/>
        </p:nvSpPr>
        <p:spPr>
          <a:xfrm>
            <a:off x="82296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3.7</a:t>
            </a:r>
          </a:p>
          <a:p>
            <a:pPr algn="l"/>
            <a:r>
              <a:rPr lang="es-CL" sz="1600" b="1" noProof="0">
                <a:solidFill>
                  <a:srgbClr val="111111"/>
                </a:solidFill>
                <a:latin typeface="Inter SemiBold"/>
              </a:rPr>
              <a:t>Migración de datos</a:t>
            </a:r>
          </a:p>
        </p:txBody>
      </p:sp>
      <p:sp>
        <p:nvSpPr>
          <p:cNvPr id="1128" name="Rounded Rectangle 1127"/>
          <p:cNvSpPr/>
          <p:nvPr/>
        </p:nvSpPr>
        <p:spPr>
          <a:xfrm>
            <a:off x="3619499"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3.8</a:t>
            </a:r>
          </a:p>
          <a:p>
            <a:pPr algn="l"/>
            <a:r>
              <a:rPr lang="es-CL" sz="1600" b="1" noProof="0">
                <a:solidFill>
                  <a:srgbClr val="111111"/>
                </a:solidFill>
                <a:latin typeface="Inter SemiBold"/>
              </a:rPr>
              <a:t>Pruebas Etapa 1</a:t>
            </a:r>
          </a:p>
        </p:txBody>
      </p:sp>
      <p:sp>
        <p:nvSpPr>
          <p:cNvPr id="1129" name="Rounded Rectangle 1128"/>
          <p:cNvSpPr/>
          <p:nvPr/>
        </p:nvSpPr>
        <p:spPr>
          <a:xfrm>
            <a:off x="641604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3.9</a:t>
            </a:r>
          </a:p>
          <a:p>
            <a:pPr algn="l"/>
            <a:r>
              <a:rPr lang="es-CL" sz="1600" b="1" noProof="0">
                <a:solidFill>
                  <a:srgbClr val="111111"/>
                </a:solidFill>
                <a:latin typeface="Inter SemiBold"/>
              </a:rPr>
              <a:t>Pruebas Etapa 2</a:t>
            </a:r>
          </a:p>
        </p:txBody>
      </p:sp>
      <p:sp>
        <p:nvSpPr>
          <p:cNvPr id="1130" name="Rounded Rectangle 1129"/>
          <p:cNvSpPr/>
          <p:nvPr/>
        </p:nvSpPr>
        <p:spPr>
          <a:xfrm>
            <a:off x="921258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3.10</a:t>
            </a:r>
          </a:p>
          <a:p>
            <a:pPr algn="l"/>
            <a:r>
              <a:rPr lang="es-CL" sz="1600" b="1" noProof="0">
                <a:solidFill>
                  <a:srgbClr val="111111"/>
                </a:solidFill>
                <a:latin typeface="Inter SemiBold"/>
              </a:rPr>
              <a:t>Innovaciones</a:t>
            </a:r>
          </a:p>
        </p:txBody>
      </p:sp>
      <p:sp>
        <p:nvSpPr>
          <p:cNvPr id="1131" name="Rounded Rectangle 1130"/>
          <p:cNvSpPr/>
          <p:nvPr/>
        </p:nvSpPr>
        <p:spPr>
          <a:xfrm>
            <a:off x="12009120" y="6693408"/>
            <a:ext cx="265938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3.11</a:t>
            </a:r>
          </a:p>
          <a:p>
            <a:pPr algn="l"/>
            <a:r>
              <a:rPr lang="es-CL" sz="1600" b="1" noProof="0">
                <a:solidFill>
                  <a:srgbClr val="111111"/>
                </a:solidFill>
                <a:latin typeface="Inter SemiBold"/>
              </a:rPr>
              <a:t>Documentación</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1084"/>
        <p:cNvGrpSpPr/>
        <p:nvPr/>
      </p:nvGrpSpPr>
      <p:grpSpPr>
        <a:xfrm>
          <a:off x="0" y="0"/>
          <a:ext cx="0" cy="0"/>
          <a:chOff x="0" y="0"/>
          <a:chExt cx="0" cy="0"/>
        </a:xfrm>
      </p:grpSpPr>
      <p:sp>
        <p:nvSpPr>
          <p:cNvPr id="1085"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87"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0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15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26</a:t>
            </a:r>
          </a:p>
        </p:txBody>
      </p:sp>
      <p:sp>
        <p:nvSpPr>
          <p:cNvPr id="115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15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153" name="Connector 115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4" name="Connector 115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155" name="Connector 115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5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15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15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159" name="Connector 115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16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16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163" name="Connector 116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16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16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167" name="Connector 1166"/>
          <p:cNvCxnSpPr/>
          <p:nvPr/>
        </p:nvCxnSpPr>
        <p:spPr>
          <a:xfrm>
            <a:off x="728268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68" name="!!ph4"/>
          <p:cNvSpPr/>
          <p:nvPr/>
        </p:nvSpPr>
        <p:spPr>
          <a:xfrm>
            <a:off x="640689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4</a:t>
            </a:r>
          </a:p>
          <a:p>
            <a:pPr algn="l"/>
            <a:r>
              <a:rPr lang="es-CL" sz="1600" b="1" noProof="0">
                <a:solidFill>
                  <a:srgbClr val="FFFFFF"/>
                </a:solidFill>
                <a:latin typeface="Inter SemiBold"/>
              </a:rPr>
              <a:t>Transición</a:t>
            </a:r>
          </a:p>
        </p:txBody>
      </p:sp>
      <p:sp>
        <p:nvSpPr>
          <p:cNvPr id="1169" name="!!phhh4"/>
          <p:cNvSpPr txBox="1"/>
          <p:nvPr/>
        </p:nvSpPr>
        <p:spPr>
          <a:xfrm>
            <a:off x="6516624"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20.672 HH</a:t>
            </a:r>
          </a:p>
        </p:txBody>
      </p:sp>
      <p:sp>
        <p:nvSpPr>
          <p:cNvPr id="1170" name="!!phcc4"/>
          <p:cNvSpPr txBox="1"/>
          <p:nvPr/>
        </p:nvSpPr>
        <p:spPr>
          <a:xfrm>
            <a:off x="6516624"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3 CC · 10 PT</a:t>
            </a:r>
          </a:p>
        </p:txBody>
      </p:sp>
      <p:cxnSp>
        <p:nvCxnSpPr>
          <p:cNvPr id="1171" name="Connector 117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17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17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175" name="Connector 117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7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17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17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179" name="Connector 117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18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18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183" name="Connector 118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18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18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187" name="Connector 118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18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18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19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191" name="TextBox 119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4 · TRANSICIÓN · 3 CUENTAS DE CONTROL</a:t>
            </a:r>
          </a:p>
        </p:txBody>
      </p:sp>
      <p:sp>
        <p:nvSpPr>
          <p:cNvPr id="1192" name="Rounded Rectangle 1191"/>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4.1</a:t>
            </a:r>
          </a:p>
          <a:p>
            <a:pPr algn="l"/>
            <a:r>
              <a:rPr lang="es-CL" sz="1600" b="1" noProof="0">
                <a:solidFill>
                  <a:srgbClr val="111111"/>
                </a:solidFill>
                <a:latin typeface="Inter SemiBold"/>
              </a:rPr>
              <a:t>Plan de implantación</a:t>
            </a:r>
          </a:p>
        </p:txBody>
      </p:sp>
      <p:sp>
        <p:nvSpPr>
          <p:cNvPr id="1193" name="Rounded Rectangle 1192"/>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4.2</a:t>
            </a:r>
          </a:p>
          <a:p>
            <a:pPr algn="l"/>
            <a:r>
              <a:rPr lang="es-CL" sz="1600" b="1" noProof="0">
                <a:solidFill>
                  <a:srgbClr val="111111"/>
                </a:solidFill>
                <a:latin typeface="Inter SemiBold"/>
              </a:rPr>
              <a:t>Marcha blanca y producción E1</a:t>
            </a:r>
          </a:p>
        </p:txBody>
      </p:sp>
      <p:sp>
        <p:nvSpPr>
          <p:cNvPr id="1194" name="Rounded Rectangle 1193"/>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4.3</a:t>
            </a:r>
          </a:p>
          <a:p>
            <a:pPr algn="l"/>
            <a:r>
              <a:rPr lang="es-CL" sz="1600" b="1" noProof="0">
                <a:solidFill>
                  <a:srgbClr val="111111"/>
                </a:solidFill>
                <a:latin typeface="Inter SemiBold"/>
              </a:rPr>
              <a:t>Marcha blanca y producción E2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1155"/>
        <p:cNvGrpSpPr/>
        <p:nvPr/>
      </p:nvGrpSpPr>
      <p:grpSpPr>
        <a:xfrm>
          <a:off x="0" y="0"/>
          <a:ext cx="0" cy="0"/>
          <a:chOff x="0" y="0"/>
          <a:chExt cx="0" cy="0"/>
        </a:xfrm>
      </p:grpSpPr>
      <p:sp>
        <p:nvSpPr>
          <p:cNvPr id="115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15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15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22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27</a:t>
            </a:r>
          </a:p>
        </p:txBody>
      </p:sp>
      <p:sp>
        <p:nvSpPr>
          <p:cNvPr id="1223"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224"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225" name="Connector 1224"/>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6" name="Connector 1225"/>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227" name="Connector 1226"/>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28"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229"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230"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231" name="Connector 1230"/>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2"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233"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234"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235" name="Connector 1234"/>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36"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237"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238"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239" name="Connector 1238"/>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0"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241"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242"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243" name="Connector 1242"/>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4" name="!!ph5"/>
          <p:cNvSpPr/>
          <p:nvPr/>
        </p:nvSpPr>
        <p:spPr>
          <a:xfrm>
            <a:off x="8268208"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5</a:t>
            </a:r>
          </a:p>
          <a:p>
            <a:pPr algn="l"/>
            <a:r>
              <a:rPr lang="es-CL" sz="1600" b="1" noProof="0">
                <a:solidFill>
                  <a:srgbClr val="FFFFFF"/>
                </a:solidFill>
                <a:latin typeface="Inter SemiBold"/>
              </a:rPr>
              <a:t>Adquisiciones</a:t>
            </a:r>
          </a:p>
        </p:txBody>
      </p:sp>
      <p:sp>
        <p:nvSpPr>
          <p:cNvPr id="1245" name="!!phhh5"/>
          <p:cNvSpPr txBox="1"/>
          <p:nvPr/>
        </p:nvSpPr>
        <p:spPr>
          <a:xfrm>
            <a:off x="8377936"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1.040 HH</a:t>
            </a:r>
          </a:p>
        </p:txBody>
      </p:sp>
      <p:sp>
        <p:nvSpPr>
          <p:cNvPr id="1246" name="!!phcc5"/>
          <p:cNvSpPr txBox="1"/>
          <p:nvPr/>
        </p:nvSpPr>
        <p:spPr>
          <a:xfrm>
            <a:off x="8377936"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4 CC · 13 PT</a:t>
            </a:r>
          </a:p>
        </p:txBody>
      </p:sp>
      <p:cxnSp>
        <p:nvCxnSpPr>
          <p:cNvPr id="1247" name="Connector 1246"/>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48"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249"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250"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251" name="Connector 1250"/>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2"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253"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254"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255" name="Connector 1254"/>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56"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257"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258"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259" name="Connector 1258"/>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260"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261"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262"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263" name="TextBox 1262"/>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5 · ADQUISICIONES · 4 CUENTAS DE CONTROL</a:t>
            </a:r>
          </a:p>
        </p:txBody>
      </p:sp>
      <p:sp>
        <p:nvSpPr>
          <p:cNvPr id="1264" name="Rounded Rectangle 1263"/>
          <p:cNvSpPr/>
          <p:nvPr/>
        </p:nvSpPr>
        <p:spPr>
          <a:xfrm>
            <a:off x="82296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5.1</a:t>
            </a:r>
          </a:p>
          <a:p>
            <a:pPr algn="l"/>
            <a:r>
              <a:rPr lang="es-CL" sz="1600" b="1" noProof="0">
                <a:solidFill>
                  <a:srgbClr val="111111"/>
                </a:solidFill>
                <a:latin typeface="Inter SemiBold"/>
              </a:rPr>
              <a:t>Hardware</a:t>
            </a:r>
          </a:p>
        </p:txBody>
      </p:sp>
      <p:sp>
        <p:nvSpPr>
          <p:cNvPr id="1265" name="Rounded Rectangle 1264"/>
          <p:cNvSpPr/>
          <p:nvPr/>
        </p:nvSpPr>
        <p:spPr>
          <a:xfrm>
            <a:off x="501777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5.2</a:t>
            </a:r>
          </a:p>
          <a:p>
            <a:pPr algn="l"/>
            <a:r>
              <a:rPr lang="es-CL" sz="1600" b="1" noProof="0">
                <a:solidFill>
                  <a:srgbClr val="111111"/>
                </a:solidFill>
                <a:latin typeface="Inter SemiBold"/>
              </a:rPr>
              <a:t>Nube y licencias</a:t>
            </a:r>
          </a:p>
        </p:txBody>
      </p:sp>
      <p:sp>
        <p:nvSpPr>
          <p:cNvPr id="1266" name="Rounded Rectangle 1265"/>
          <p:cNvSpPr/>
          <p:nvPr/>
        </p:nvSpPr>
        <p:spPr>
          <a:xfrm>
            <a:off x="921258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5.3</a:t>
            </a:r>
          </a:p>
          <a:p>
            <a:pPr algn="l"/>
            <a:r>
              <a:rPr lang="es-CL" sz="1600" b="1" noProof="0">
                <a:solidFill>
                  <a:srgbClr val="111111"/>
                </a:solidFill>
                <a:latin typeface="Inter SemiBold"/>
              </a:rPr>
              <a:t>Enlaces</a:t>
            </a:r>
          </a:p>
        </p:txBody>
      </p:sp>
      <p:sp>
        <p:nvSpPr>
          <p:cNvPr id="1267" name="Rounded Rectangle 1266"/>
          <p:cNvSpPr/>
          <p:nvPr/>
        </p:nvSpPr>
        <p:spPr>
          <a:xfrm>
            <a:off x="13407390" y="5669280"/>
            <a:ext cx="405765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5.4</a:t>
            </a:r>
          </a:p>
          <a:p>
            <a:pPr algn="l"/>
            <a:r>
              <a:rPr lang="es-CL" sz="1600" b="1" noProof="0">
                <a:solidFill>
                  <a:srgbClr val="111111"/>
                </a:solidFill>
                <a:latin typeface="Inter SemiBold"/>
              </a:rPr>
              <a:t>Acuerdos con terceros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1227"/>
        <p:cNvGrpSpPr/>
        <p:nvPr/>
      </p:nvGrpSpPr>
      <p:grpSpPr>
        <a:xfrm>
          <a:off x="0" y="0"/>
          <a:ext cx="0" cy="0"/>
          <a:chOff x="0" y="0"/>
          <a:chExt cx="0" cy="0"/>
        </a:xfrm>
      </p:grpSpPr>
      <p:sp>
        <p:nvSpPr>
          <p:cNvPr id="1228"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230"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231"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29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28</a:t>
            </a:r>
          </a:p>
        </p:txBody>
      </p:sp>
      <p:sp>
        <p:nvSpPr>
          <p:cNvPr id="1297"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298"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299" name="Connector 1298"/>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0" name="Connector 1299"/>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01" name="Connector 1300"/>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2"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303"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304"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305" name="Connector 1304"/>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06"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307"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308"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309" name="Connector 1308"/>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0"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311"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312"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313" name="Connector 1312"/>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4"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315"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316"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317" name="Connector 1316"/>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18"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319"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320"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321" name="Connector 1320"/>
          <p:cNvCxnSpPr/>
          <p:nvPr/>
        </p:nvCxnSpPr>
        <p:spPr>
          <a:xfrm>
            <a:off x="1100531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2" name="!!ph6"/>
          <p:cNvSpPr/>
          <p:nvPr/>
        </p:nvSpPr>
        <p:spPr>
          <a:xfrm>
            <a:off x="10129520"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6</a:t>
            </a:r>
          </a:p>
          <a:p>
            <a:pPr algn="l"/>
            <a:r>
              <a:rPr lang="es-CL" sz="1600" b="1" noProof="0">
                <a:solidFill>
                  <a:srgbClr val="FFFFFF"/>
                </a:solidFill>
                <a:latin typeface="Inter SemiBold"/>
              </a:rPr>
              <a:t>Infraestructura</a:t>
            </a:r>
          </a:p>
        </p:txBody>
      </p:sp>
      <p:sp>
        <p:nvSpPr>
          <p:cNvPr id="1323" name="!!phhh6"/>
          <p:cNvSpPr txBox="1"/>
          <p:nvPr/>
        </p:nvSpPr>
        <p:spPr>
          <a:xfrm>
            <a:off x="10239248"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3.840 HH</a:t>
            </a:r>
          </a:p>
        </p:txBody>
      </p:sp>
      <p:sp>
        <p:nvSpPr>
          <p:cNvPr id="1324" name="!!phcc6"/>
          <p:cNvSpPr txBox="1"/>
          <p:nvPr/>
        </p:nvSpPr>
        <p:spPr>
          <a:xfrm>
            <a:off x="10239248"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6 CC · 24 PT</a:t>
            </a:r>
          </a:p>
        </p:txBody>
      </p:sp>
      <p:cxnSp>
        <p:nvCxnSpPr>
          <p:cNvPr id="1325" name="Connector 1324"/>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26"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327"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328"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329" name="Connector 1328"/>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0"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331"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332"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333" name="Connector 1332"/>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34"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335"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336"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337" name="TextBox 1336"/>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6 · INFRAESTRUCTURA · 6 CUENTAS DE CONTROL</a:t>
            </a:r>
          </a:p>
        </p:txBody>
      </p:sp>
      <p:sp>
        <p:nvSpPr>
          <p:cNvPr id="1338" name="Rounded Rectangle 1337"/>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6.1</a:t>
            </a:r>
          </a:p>
          <a:p>
            <a:pPr algn="l"/>
            <a:r>
              <a:rPr lang="es-CL" sz="1600" b="1" noProof="0">
                <a:solidFill>
                  <a:srgbClr val="111111"/>
                </a:solidFill>
                <a:latin typeface="Inter SemiBold"/>
              </a:rPr>
              <a:t>Sala técnica Talca</a:t>
            </a:r>
          </a:p>
        </p:txBody>
      </p:sp>
      <p:sp>
        <p:nvSpPr>
          <p:cNvPr id="1339" name="Rounded Rectangle 1338"/>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6.2</a:t>
            </a:r>
          </a:p>
          <a:p>
            <a:pPr algn="l"/>
            <a:r>
              <a:rPr lang="es-CL" sz="1600" b="1" noProof="0">
                <a:solidFill>
                  <a:srgbClr val="111111"/>
                </a:solidFill>
                <a:latin typeface="Inter SemiBold"/>
              </a:rPr>
              <a:t>Cableado</a:t>
            </a:r>
          </a:p>
        </p:txBody>
      </p:sp>
      <p:sp>
        <p:nvSpPr>
          <p:cNvPr id="1340" name="Rounded Rectangle 1339"/>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6.3</a:t>
            </a:r>
          </a:p>
          <a:p>
            <a:pPr algn="l"/>
            <a:r>
              <a:rPr lang="es-CL" sz="1600" b="1" noProof="0">
                <a:solidFill>
                  <a:srgbClr val="111111"/>
                </a:solidFill>
                <a:latin typeface="Inter SemiBold"/>
              </a:rPr>
              <a:t>Racks y gabinetes</a:t>
            </a:r>
          </a:p>
        </p:txBody>
      </p:sp>
      <p:sp>
        <p:nvSpPr>
          <p:cNvPr id="1341" name="Rounded Rectangle 1340"/>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6.4</a:t>
            </a:r>
          </a:p>
          <a:p>
            <a:pPr algn="l"/>
            <a:r>
              <a:rPr lang="es-CL" sz="1600" b="1" noProof="0">
                <a:solidFill>
                  <a:srgbClr val="111111"/>
                </a:solidFill>
                <a:latin typeface="Inter SemiBold"/>
              </a:rPr>
              <a:t>Seguridad física</a:t>
            </a:r>
          </a:p>
        </p:txBody>
      </p:sp>
      <p:sp>
        <p:nvSpPr>
          <p:cNvPr id="1342" name="Rounded Rectangle 1341"/>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6.5</a:t>
            </a:r>
          </a:p>
          <a:p>
            <a:pPr algn="l"/>
            <a:r>
              <a:rPr lang="es-CL" sz="1600" b="1" noProof="0">
                <a:solidFill>
                  <a:srgbClr val="111111"/>
                </a:solidFill>
                <a:latin typeface="Inter SemiBold"/>
              </a:rPr>
              <a:t>Equipamiento de campo</a:t>
            </a:r>
          </a:p>
        </p:txBody>
      </p:sp>
      <p:sp>
        <p:nvSpPr>
          <p:cNvPr id="1343" name="Rounded Rectangle 1342"/>
          <p:cNvSpPr/>
          <p:nvPr/>
        </p:nvSpPr>
        <p:spPr>
          <a:xfrm>
            <a:off x="822960" y="6693408"/>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6.6</a:t>
            </a:r>
          </a:p>
          <a:p>
            <a:pPr algn="l"/>
            <a:r>
              <a:rPr lang="es-CL" sz="1600" b="1" noProof="0">
                <a:solidFill>
                  <a:srgbClr val="111111"/>
                </a:solidFill>
                <a:latin typeface="Inter SemiBold"/>
              </a:rPr>
              <a:t>Configuración de sitios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1301"/>
        <p:cNvGrpSpPr/>
        <p:nvPr/>
      </p:nvGrpSpPr>
      <p:grpSpPr>
        <a:xfrm>
          <a:off x="0" y="0"/>
          <a:ext cx="0" cy="0"/>
          <a:chOff x="0" y="0"/>
          <a:chExt cx="0" cy="0"/>
        </a:xfrm>
      </p:grpSpPr>
      <p:sp>
        <p:nvSpPr>
          <p:cNvPr id="1302"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04"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05"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36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29</a:t>
            </a:r>
          </a:p>
        </p:txBody>
      </p:sp>
      <p:sp>
        <p:nvSpPr>
          <p:cNvPr id="1368"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369"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370" name="Connector 1369"/>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1" name="Connector 1370"/>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372" name="Connector 1371"/>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3"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374"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375"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376" name="Connector 1375"/>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77"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378"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379"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380" name="Connector 1379"/>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1"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382"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383"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384" name="Connector 1383"/>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5"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386"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387"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388" name="Connector 1387"/>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89"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390"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391"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392" name="Connector 1391"/>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3"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394"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395"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396" name="Connector 1395"/>
          <p:cNvCxnSpPr/>
          <p:nvPr/>
        </p:nvCxnSpPr>
        <p:spPr>
          <a:xfrm>
            <a:off x="1286662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397" name="!!ph7"/>
          <p:cNvSpPr/>
          <p:nvPr/>
        </p:nvSpPr>
        <p:spPr>
          <a:xfrm>
            <a:off x="11990832"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7</a:t>
            </a:r>
          </a:p>
          <a:p>
            <a:pPr algn="l"/>
            <a:r>
              <a:rPr lang="es-CL" sz="1600" b="1" noProof="0">
                <a:solidFill>
                  <a:srgbClr val="FFFFFF"/>
                </a:solidFill>
                <a:latin typeface="Inter SemiBold"/>
              </a:rPr>
              <a:t>Capacitación y cambio</a:t>
            </a:r>
          </a:p>
        </p:txBody>
      </p:sp>
      <p:sp>
        <p:nvSpPr>
          <p:cNvPr id="1398" name="!!phhh7"/>
          <p:cNvSpPr txBox="1"/>
          <p:nvPr/>
        </p:nvSpPr>
        <p:spPr>
          <a:xfrm>
            <a:off x="12100560"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4.736 HH</a:t>
            </a:r>
          </a:p>
        </p:txBody>
      </p:sp>
      <p:sp>
        <p:nvSpPr>
          <p:cNvPr id="1399" name="!!phcc7"/>
          <p:cNvSpPr txBox="1"/>
          <p:nvPr/>
        </p:nvSpPr>
        <p:spPr>
          <a:xfrm>
            <a:off x="12100560"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3 CC · 13 PT</a:t>
            </a:r>
          </a:p>
        </p:txBody>
      </p:sp>
      <p:cxnSp>
        <p:nvCxnSpPr>
          <p:cNvPr id="1400" name="Connector 1399"/>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1"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402"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403"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404" name="Connector 1403"/>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05"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406"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407"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408" name="TextBox 1407"/>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7 · CAPACITACIÓN Y CAMBIO · 3 CUENTAS DE CONTROL</a:t>
            </a:r>
          </a:p>
        </p:txBody>
      </p:sp>
      <p:sp>
        <p:nvSpPr>
          <p:cNvPr id="1409" name="Rounded Rectangle 1408"/>
          <p:cNvSpPr/>
          <p:nvPr/>
        </p:nvSpPr>
        <p:spPr>
          <a:xfrm>
            <a:off x="82296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7.1</a:t>
            </a:r>
          </a:p>
          <a:p>
            <a:pPr algn="l"/>
            <a:r>
              <a:rPr lang="es-CL" sz="1600" b="1" noProof="0">
                <a:solidFill>
                  <a:srgbClr val="111111"/>
                </a:solidFill>
                <a:latin typeface="Inter SemiBold"/>
              </a:rPr>
              <a:t>Capacitación por roles</a:t>
            </a:r>
          </a:p>
        </p:txBody>
      </p:sp>
      <p:sp>
        <p:nvSpPr>
          <p:cNvPr id="1410" name="Rounded Rectangle 1409"/>
          <p:cNvSpPr/>
          <p:nvPr/>
        </p:nvSpPr>
        <p:spPr>
          <a:xfrm>
            <a:off x="641604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7.2</a:t>
            </a:r>
          </a:p>
          <a:p>
            <a:pPr algn="l"/>
            <a:r>
              <a:rPr lang="es-CL" sz="1600" b="1" noProof="0">
                <a:solidFill>
                  <a:srgbClr val="111111"/>
                </a:solidFill>
                <a:latin typeface="Inter SemiBold"/>
              </a:rPr>
              <a:t>Gestión del cambio</a:t>
            </a:r>
          </a:p>
        </p:txBody>
      </p:sp>
      <p:sp>
        <p:nvSpPr>
          <p:cNvPr id="1411" name="Rounded Rectangle 1410"/>
          <p:cNvSpPr/>
          <p:nvPr/>
        </p:nvSpPr>
        <p:spPr>
          <a:xfrm>
            <a:off x="12009120" y="5669280"/>
            <a:ext cx="5455919"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7.3</a:t>
            </a:r>
          </a:p>
          <a:p>
            <a:pPr algn="l"/>
            <a:r>
              <a:rPr lang="es-CL" sz="1600" b="1" noProof="0">
                <a:solidFill>
                  <a:srgbClr val="111111"/>
                </a:solidFill>
                <a:latin typeface="Inter SemiBold"/>
              </a:rPr>
              <a:t>Evaluaciones y certificaciones</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1372"/>
        <p:cNvGrpSpPr/>
        <p:nvPr/>
      </p:nvGrpSpPr>
      <p:grpSpPr>
        <a:xfrm>
          <a:off x="0" y="0"/>
          <a:ext cx="0" cy="0"/>
          <a:chOff x="0" y="0"/>
          <a:chExt cx="0" cy="0"/>
        </a:xfrm>
      </p:grpSpPr>
      <p:sp>
        <p:nvSpPr>
          <p:cNvPr id="13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3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44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30</a:t>
            </a:r>
          </a:p>
        </p:txBody>
      </p:sp>
      <p:sp>
        <p:nvSpPr>
          <p:cNvPr id="144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44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443" name="Connector 144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4" name="Connector 144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445" name="Connector 144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4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44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44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449" name="Connector 144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45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45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453" name="Connector 145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45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45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457" name="Connector 145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5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45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46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461" name="Connector 146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46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46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465" name="Connector 146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6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46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46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469" name="Connector 146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47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47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473" name="Connector 1472"/>
          <p:cNvCxnSpPr/>
          <p:nvPr/>
        </p:nvCxnSpPr>
        <p:spPr>
          <a:xfrm>
            <a:off x="14727936"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4" name="!!ph8"/>
          <p:cNvSpPr/>
          <p:nvPr/>
        </p:nvSpPr>
        <p:spPr>
          <a:xfrm>
            <a:off x="13852144"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8</a:t>
            </a:r>
          </a:p>
          <a:p>
            <a:pPr algn="l"/>
            <a:r>
              <a:rPr lang="es-CL" sz="1600" b="1" noProof="0">
                <a:solidFill>
                  <a:srgbClr val="FFFFFF"/>
                </a:solidFill>
                <a:latin typeface="Inter SemiBold"/>
              </a:rPr>
              <a:t>Operación y soporte</a:t>
            </a:r>
          </a:p>
        </p:txBody>
      </p:sp>
      <p:sp>
        <p:nvSpPr>
          <p:cNvPr id="1475" name="!!phhh8"/>
          <p:cNvSpPr txBox="1"/>
          <p:nvPr/>
        </p:nvSpPr>
        <p:spPr>
          <a:xfrm>
            <a:off x="13961872"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129.879 HH</a:t>
            </a:r>
          </a:p>
        </p:txBody>
      </p:sp>
      <p:sp>
        <p:nvSpPr>
          <p:cNvPr id="1476" name="!!phcc8"/>
          <p:cNvSpPr txBox="1"/>
          <p:nvPr/>
        </p:nvSpPr>
        <p:spPr>
          <a:xfrm>
            <a:off x="13961872"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5 CC · 26 PT</a:t>
            </a:r>
          </a:p>
        </p:txBody>
      </p:sp>
      <p:cxnSp>
        <p:nvCxnSpPr>
          <p:cNvPr id="1477" name="Connector 1476"/>
          <p:cNvCxnSpPr/>
          <p:nvPr/>
        </p:nvCxnSpPr>
        <p:spPr>
          <a:xfrm>
            <a:off x="1658924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478" name="!!ph9"/>
          <p:cNvSpPr/>
          <p:nvPr/>
        </p:nvSpPr>
        <p:spPr>
          <a:xfrm>
            <a:off x="1571345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9</a:t>
            </a:r>
          </a:p>
          <a:p>
            <a:pPr algn="l"/>
            <a:r>
              <a:rPr lang="es-CL" sz="1400" b="1" noProof="0">
                <a:solidFill>
                  <a:srgbClr val="C7C7C7"/>
                </a:solidFill>
                <a:latin typeface="Inter SemiBold"/>
              </a:rPr>
              <a:t>Cierre</a:t>
            </a:r>
          </a:p>
        </p:txBody>
      </p:sp>
      <p:sp>
        <p:nvSpPr>
          <p:cNvPr id="1479" name="!!phhh9"/>
          <p:cNvSpPr txBox="1"/>
          <p:nvPr/>
        </p:nvSpPr>
        <p:spPr>
          <a:xfrm>
            <a:off x="1582318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320 HH</a:t>
            </a:r>
          </a:p>
        </p:txBody>
      </p:sp>
      <p:sp>
        <p:nvSpPr>
          <p:cNvPr id="1480" name="!!phcc9"/>
          <p:cNvSpPr txBox="1"/>
          <p:nvPr/>
        </p:nvSpPr>
        <p:spPr>
          <a:xfrm>
            <a:off x="1582318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2 CC · 4 PT</a:t>
            </a:r>
          </a:p>
        </p:txBody>
      </p:sp>
      <p:sp>
        <p:nvSpPr>
          <p:cNvPr id="1481" name="TextBox 148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8 · OPERACIÓN Y SOPORTE · 5 CUENTAS DE CONTROL</a:t>
            </a:r>
          </a:p>
        </p:txBody>
      </p:sp>
      <p:sp>
        <p:nvSpPr>
          <p:cNvPr id="1482" name="Rounded Rectangle 1481"/>
          <p:cNvSpPr/>
          <p:nvPr/>
        </p:nvSpPr>
        <p:spPr>
          <a:xfrm>
            <a:off x="822960"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8.1</a:t>
            </a:r>
          </a:p>
          <a:p>
            <a:pPr algn="l"/>
            <a:r>
              <a:rPr lang="es-CL" sz="1600" b="1" noProof="0">
                <a:solidFill>
                  <a:srgbClr val="111111"/>
                </a:solidFill>
                <a:latin typeface="Inter SemiBold"/>
              </a:rPr>
              <a:t>Servicios de operación</a:t>
            </a:r>
          </a:p>
        </p:txBody>
      </p:sp>
      <p:sp>
        <p:nvSpPr>
          <p:cNvPr id="1483" name="Rounded Rectangle 1482"/>
          <p:cNvSpPr/>
          <p:nvPr/>
        </p:nvSpPr>
        <p:spPr>
          <a:xfrm>
            <a:off x="4178807"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8.2</a:t>
            </a:r>
          </a:p>
          <a:p>
            <a:pPr algn="l"/>
            <a:r>
              <a:rPr lang="es-CL" sz="1600" b="1" noProof="0">
                <a:solidFill>
                  <a:srgbClr val="111111"/>
                </a:solidFill>
                <a:latin typeface="Inter SemiBold"/>
              </a:rPr>
              <a:t>Mantenimiento</a:t>
            </a:r>
          </a:p>
        </p:txBody>
      </p:sp>
      <p:sp>
        <p:nvSpPr>
          <p:cNvPr id="1484" name="Rounded Rectangle 1483"/>
          <p:cNvSpPr/>
          <p:nvPr/>
        </p:nvSpPr>
        <p:spPr>
          <a:xfrm>
            <a:off x="7534655"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8.3</a:t>
            </a:r>
          </a:p>
          <a:p>
            <a:pPr algn="l"/>
            <a:r>
              <a:rPr lang="es-CL" sz="1600" b="1" noProof="0">
                <a:solidFill>
                  <a:srgbClr val="111111"/>
                </a:solidFill>
                <a:latin typeface="Inter SemiBold"/>
              </a:rPr>
              <a:t>Innovaciones</a:t>
            </a:r>
          </a:p>
        </p:txBody>
      </p:sp>
      <p:sp>
        <p:nvSpPr>
          <p:cNvPr id="1485" name="Rounded Rectangle 1484"/>
          <p:cNvSpPr/>
          <p:nvPr/>
        </p:nvSpPr>
        <p:spPr>
          <a:xfrm>
            <a:off x="10890503"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8.4</a:t>
            </a:r>
          </a:p>
          <a:p>
            <a:pPr algn="l"/>
            <a:r>
              <a:rPr lang="es-CL" sz="1600" b="1" noProof="0">
                <a:solidFill>
                  <a:srgbClr val="111111"/>
                </a:solidFill>
                <a:latin typeface="Inter SemiBold"/>
              </a:rPr>
              <a:t>Informes periódicos</a:t>
            </a:r>
          </a:p>
        </p:txBody>
      </p:sp>
      <p:sp>
        <p:nvSpPr>
          <p:cNvPr id="1486" name="Rounded Rectangle 1485"/>
          <p:cNvSpPr/>
          <p:nvPr/>
        </p:nvSpPr>
        <p:spPr>
          <a:xfrm>
            <a:off x="14246351" y="5669280"/>
            <a:ext cx="3218687"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8.5</a:t>
            </a:r>
          </a:p>
          <a:p>
            <a:pPr algn="l"/>
            <a:r>
              <a:rPr lang="es-CL" sz="1600" b="1" noProof="0">
                <a:solidFill>
                  <a:srgbClr val="111111"/>
                </a:solidFill>
                <a:latin typeface="Inter SemiBold"/>
              </a:rPr>
              <a:t>Transferencia</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1445"/>
        <p:cNvGrpSpPr/>
        <p:nvPr/>
      </p:nvGrpSpPr>
      <p:grpSpPr>
        <a:xfrm>
          <a:off x="0" y="0"/>
          <a:ext cx="0" cy="0"/>
          <a:chOff x="0" y="0"/>
          <a:chExt cx="0" cy="0"/>
        </a:xfrm>
      </p:grpSpPr>
      <p:sp>
        <p:nvSpPr>
          <p:cNvPr id="1446"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448"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449"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51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31</a:t>
            </a:r>
          </a:p>
        </p:txBody>
      </p:sp>
      <p:sp>
        <p:nvSpPr>
          <p:cNvPr id="1511"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EDT: así se organiza el trabajo</a:t>
            </a:r>
          </a:p>
        </p:txBody>
      </p:sp>
      <p:sp>
        <p:nvSpPr>
          <p:cNvPr id="1512" name="!!edt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Proyecto LafroX · 56 meses · 222 paquetes de trabajo</a:t>
            </a:r>
          </a:p>
        </p:txBody>
      </p:sp>
      <p:cxnSp>
        <p:nvCxnSpPr>
          <p:cNvPr id="1513" name="Connector 1512"/>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4" name="Connector 1513"/>
          <p:cNvCxnSpPr/>
          <p:nvPr/>
        </p:nvCxnSpPr>
        <p:spPr>
          <a:xfrm>
            <a:off x="1698752" y="2788920"/>
            <a:ext cx="14890496"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515" name="Connector 1514"/>
          <p:cNvCxnSpPr/>
          <p:nvPr/>
        </p:nvCxnSpPr>
        <p:spPr>
          <a:xfrm>
            <a:off x="169875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16" name="!!ph1"/>
          <p:cNvSpPr/>
          <p:nvPr/>
        </p:nvSpPr>
        <p:spPr>
          <a:xfrm>
            <a:off x="82296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1</a:t>
            </a:r>
          </a:p>
          <a:p>
            <a:pPr algn="l"/>
            <a:r>
              <a:rPr lang="es-CL" sz="1400" b="1" noProof="0">
                <a:solidFill>
                  <a:srgbClr val="C7C7C7"/>
                </a:solidFill>
                <a:latin typeface="Inter SemiBold"/>
              </a:rPr>
              <a:t>Inicio</a:t>
            </a:r>
          </a:p>
        </p:txBody>
      </p:sp>
      <p:sp>
        <p:nvSpPr>
          <p:cNvPr id="1517" name="!!phhh1"/>
          <p:cNvSpPr txBox="1"/>
          <p:nvPr/>
        </p:nvSpPr>
        <p:spPr>
          <a:xfrm>
            <a:off x="93268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6.920 HH</a:t>
            </a:r>
          </a:p>
        </p:txBody>
      </p:sp>
      <p:sp>
        <p:nvSpPr>
          <p:cNvPr id="1518" name="!!phcc1"/>
          <p:cNvSpPr txBox="1"/>
          <p:nvPr/>
        </p:nvSpPr>
        <p:spPr>
          <a:xfrm>
            <a:off x="93268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9 CC · 35 PT</a:t>
            </a:r>
          </a:p>
        </p:txBody>
      </p:sp>
      <p:cxnSp>
        <p:nvCxnSpPr>
          <p:cNvPr id="1519" name="Connector 1518"/>
          <p:cNvCxnSpPr/>
          <p:nvPr/>
        </p:nvCxnSpPr>
        <p:spPr>
          <a:xfrm>
            <a:off x="356006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0" name="!!ph2"/>
          <p:cNvSpPr/>
          <p:nvPr/>
        </p:nvSpPr>
        <p:spPr>
          <a:xfrm>
            <a:off x="268427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2</a:t>
            </a:r>
          </a:p>
          <a:p>
            <a:pPr algn="l"/>
            <a:r>
              <a:rPr lang="es-CL" sz="1400" b="1" noProof="0">
                <a:solidFill>
                  <a:srgbClr val="C7C7C7"/>
                </a:solidFill>
                <a:latin typeface="Inter SemiBold"/>
              </a:rPr>
              <a:t>Elaboración</a:t>
            </a:r>
          </a:p>
        </p:txBody>
      </p:sp>
      <p:sp>
        <p:nvSpPr>
          <p:cNvPr id="1521" name="!!phhh2"/>
          <p:cNvSpPr txBox="1"/>
          <p:nvPr/>
        </p:nvSpPr>
        <p:spPr>
          <a:xfrm>
            <a:off x="279400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4.320 HH</a:t>
            </a:r>
          </a:p>
        </p:txBody>
      </p:sp>
      <p:sp>
        <p:nvSpPr>
          <p:cNvPr id="1522" name="!!phcc2"/>
          <p:cNvSpPr txBox="1"/>
          <p:nvPr/>
        </p:nvSpPr>
        <p:spPr>
          <a:xfrm>
            <a:off x="279400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18 PT</a:t>
            </a:r>
          </a:p>
        </p:txBody>
      </p:sp>
      <p:cxnSp>
        <p:nvCxnSpPr>
          <p:cNvPr id="1523" name="Connector 1522"/>
          <p:cNvCxnSpPr/>
          <p:nvPr/>
        </p:nvCxnSpPr>
        <p:spPr>
          <a:xfrm>
            <a:off x="542137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4" name="!!ph3"/>
          <p:cNvSpPr/>
          <p:nvPr/>
        </p:nvSpPr>
        <p:spPr>
          <a:xfrm>
            <a:off x="454558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3</a:t>
            </a:r>
          </a:p>
          <a:p>
            <a:pPr algn="l"/>
            <a:r>
              <a:rPr lang="es-CL" sz="1400" b="1" noProof="0">
                <a:solidFill>
                  <a:srgbClr val="C7C7C7"/>
                </a:solidFill>
                <a:latin typeface="Inter SemiBold"/>
              </a:rPr>
              <a:t>Construcción</a:t>
            </a:r>
          </a:p>
        </p:txBody>
      </p:sp>
      <p:sp>
        <p:nvSpPr>
          <p:cNvPr id="1525" name="!!phhh3"/>
          <p:cNvSpPr txBox="1"/>
          <p:nvPr/>
        </p:nvSpPr>
        <p:spPr>
          <a:xfrm>
            <a:off x="465531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33.280 HH</a:t>
            </a:r>
          </a:p>
        </p:txBody>
      </p:sp>
      <p:sp>
        <p:nvSpPr>
          <p:cNvPr id="1526" name="!!phcc3"/>
          <p:cNvSpPr txBox="1"/>
          <p:nvPr/>
        </p:nvSpPr>
        <p:spPr>
          <a:xfrm>
            <a:off x="465531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11 CC · 79 PT</a:t>
            </a:r>
          </a:p>
        </p:txBody>
      </p:sp>
      <p:cxnSp>
        <p:nvCxnSpPr>
          <p:cNvPr id="1527" name="Connector 1526"/>
          <p:cNvCxnSpPr/>
          <p:nvPr/>
        </p:nvCxnSpPr>
        <p:spPr>
          <a:xfrm>
            <a:off x="728268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28" name="!!ph4"/>
          <p:cNvSpPr/>
          <p:nvPr/>
        </p:nvSpPr>
        <p:spPr>
          <a:xfrm>
            <a:off x="6406896"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4</a:t>
            </a:r>
          </a:p>
          <a:p>
            <a:pPr algn="l"/>
            <a:r>
              <a:rPr lang="es-CL" sz="1400" b="1" noProof="0">
                <a:solidFill>
                  <a:srgbClr val="C7C7C7"/>
                </a:solidFill>
                <a:latin typeface="Inter SemiBold"/>
              </a:rPr>
              <a:t>Transición</a:t>
            </a:r>
          </a:p>
        </p:txBody>
      </p:sp>
      <p:sp>
        <p:nvSpPr>
          <p:cNvPr id="1529" name="!!phhh4"/>
          <p:cNvSpPr txBox="1"/>
          <p:nvPr/>
        </p:nvSpPr>
        <p:spPr>
          <a:xfrm>
            <a:off x="6516624"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20.672 HH</a:t>
            </a:r>
          </a:p>
        </p:txBody>
      </p:sp>
      <p:sp>
        <p:nvSpPr>
          <p:cNvPr id="1530" name="!!phcc4"/>
          <p:cNvSpPr txBox="1"/>
          <p:nvPr/>
        </p:nvSpPr>
        <p:spPr>
          <a:xfrm>
            <a:off x="6516624"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10 PT</a:t>
            </a:r>
          </a:p>
        </p:txBody>
      </p:sp>
      <p:cxnSp>
        <p:nvCxnSpPr>
          <p:cNvPr id="1531" name="Connector 1530"/>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2" name="!!ph5"/>
          <p:cNvSpPr/>
          <p:nvPr/>
        </p:nvSpPr>
        <p:spPr>
          <a:xfrm>
            <a:off x="8268208"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5</a:t>
            </a:r>
          </a:p>
          <a:p>
            <a:pPr algn="l"/>
            <a:r>
              <a:rPr lang="es-CL" sz="1400" b="1" noProof="0">
                <a:solidFill>
                  <a:srgbClr val="C7C7C7"/>
                </a:solidFill>
                <a:latin typeface="Inter SemiBold"/>
              </a:rPr>
              <a:t>Adquisiciones</a:t>
            </a:r>
          </a:p>
        </p:txBody>
      </p:sp>
      <p:sp>
        <p:nvSpPr>
          <p:cNvPr id="1533" name="!!phhh5"/>
          <p:cNvSpPr txBox="1"/>
          <p:nvPr/>
        </p:nvSpPr>
        <p:spPr>
          <a:xfrm>
            <a:off x="8377936"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1.040 HH</a:t>
            </a:r>
          </a:p>
        </p:txBody>
      </p:sp>
      <p:sp>
        <p:nvSpPr>
          <p:cNvPr id="1534" name="!!phcc5"/>
          <p:cNvSpPr txBox="1"/>
          <p:nvPr/>
        </p:nvSpPr>
        <p:spPr>
          <a:xfrm>
            <a:off x="8377936"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4 CC · 13 PT</a:t>
            </a:r>
          </a:p>
        </p:txBody>
      </p:sp>
      <p:cxnSp>
        <p:nvCxnSpPr>
          <p:cNvPr id="1535" name="Connector 1534"/>
          <p:cNvCxnSpPr/>
          <p:nvPr/>
        </p:nvCxnSpPr>
        <p:spPr>
          <a:xfrm>
            <a:off x="1100531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36" name="!!ph6"/>
          <p:cNvSpPr/>
          <p:nvPr/>
        </p:nvSpPr>
        <p:spPr>
          <a:xfrm>
            <a:off x="10129520"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6</a:t>
            </a:r>
          </a:p>
          <a:p>
            <a:pPr algn="l"/>
            <a:r>
              <a:rPr lang="es-CL" sz="1400" b="1" noProof="0">
                <a:solidFill>
                  <a:srgbClr val="C7C7C7"/>
                </a:solidFill>
                <a:latin typeface="Inter SemiBold"/>
              </a:rPr>
              <a:t>Infraestructura</a:t>
            </a:r>
          </a:p>
        </p:txBody>
      </p:sp>
      <p:sp>
        <p:nvSpPr>
          <p:cNvPr id="1537" name="!!phhh6"/>
          <p:cNvSpPr txBox="1"/>
          <p:nvPr/>
        </p:nvSpPr>
        <p:spPr>
          <a:xfrm>
            <a:off x="10239248"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3.840 HH</a:t>
            </a:r>
          </a:p>
        </p:txBody>
      </p:sp>
      <p:sp>
        <p:nvSpPr>
          <p:cNvPr id="1538" name="!!phcc6"/>
          <p:cNvSpPr txBox="1"/>
          <p:nvPr/>
        </p:nvSpPr>
        <p:spPr>
          <a:xfrm>
            <a:off x="10239248"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6 CC · 24 PT</a:t>
            </a:r>
          </a:p>
        </p:txBody>
      </p:sp>
      <p:cxnSp>
        <p:nvCxnSpPr>
          <p:cNvPr id="1539" name="Connector 1538"/>
          <p:cNvCxnSpPr/>
          <p:nvPr/>
        </p:nvCxnSpPr>
        <p:spPr>
          <a:xfrm>
            <a:off x="1286662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0" name="!!ph7"/>
          <p:cNvSpPr/>
          <p:nvPr/>
        </p:nvSpPr>
        <p:spPr>
          <a:xfrm>
            <a:off x="11990832"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7</a:t>
            </a:r>
          </a:p>
          <a:p>
            <a:pPr algn="l"/>
            <a:r>
              <a:rPr lang="es-CL" sz="1400" b="1" noProof="0">
                <a:solidFill>
                  <a:srgbClr val="C7C7C7"/>
                </a:solidFill>
                <a:latin typeface="Inter SemiBold"/>
              </a:rPr>
              <a:t>Capacitación y cambio</a:t>
            </a:r>
          </a:p>
        </p:txBody>
      </p:sp>
      <p:sp>
        <p:nvSpPr>
          <p:cNvPr id="1541" name="!!phhh7"/>
          <p:cNvSpPr txBox="1"/>
          <p:nvPr/>
        </p:nvSpPr>
        <p:spPr>
          <a:xfrm>
            <a:off x="12100560"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4.736 HH</a:t>
            </a:r>
          </a:p>
        </p:txBody>
      </p:sp>
      <p:sp>
        <p:nvSpPr>
          <p:cNvPr id="1542" name="!!phcc7"/>
          <p:cNvSpPr txBox="1"/>
          <p:nvPr/>
        </p:nvSpPr>
        <p:spPr>
          <a:xfrm>
            <a:off x="12100560"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3 CC · 13 PT</a:t>
            </a:r>
          </a:p>
        </p:txBody>
      </p:sp>
      <p:cxnSp>
        <p:nvCxnSpPr>
          <p:cNvPr id="1543" name="Connector 1542"/>
          <p:cNvCxnSpPr/>
          <p:nvPr/>
        </p:nvCxnSpPr>
        <p:spPr>
          <a:xfrm>
            <a:off x="14727936"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4" name="!!ph8"/>
          <p:cNvSpPr/>
          <p:nvPr/>
        </p:nvSpPr>
        <p:spPr>
          <a:xfrm>
            <a:off x="13852144" y="3108960"/>
            <a:ext cx="175158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C7C7C7"/>
                </a:solidFill>
                <a:latin typeface="Inter SemiBold"/>
              </a:rPr>
              <a:t>Fase 8</a:t>
            </a:r>
          </a:p>
          <a:p>
            <a:pPr algn="l"/>
            <a:r>
              <a:rPr lang="es-CL" sz="1400" b="1" noProof="0">
                <a:solidFill>
                  <a:srgbClr val="C7C7C7"/>
                </a:solidFill>
                <a:latin typeface="Inter SemiBold"/>
              </a:rPr>
              <a:t>Operación y soporte</a:t>
            </a:r>
          </a:p>
        </p:txBody>
      </p:sp>
      <p:sp>
        <p:nvSpPr>
          <p:cNvPr id="1545" name="!!phhh8"/>
          <p:cNvSpPr txBox="1"/>
          <p:nvPr/>
        </p:nvSpPr>
        <p:spPr>
          <a:xfrm>
            <a:off x="13961872" y="4005072"/>
            <a:ext cx="1568704" cy="292608"/>
          </a:xfrm>
          <a:prstGeom prst="rect">
            <a:avLst/>
          </a:prstGeom>
          <a:noFill/>
        </p:spPr>
        <p:txBody>
          <a:bodyPr wrap="square" lIns="0" tIns="0" rIns="0" bIns="0" anchor="t">
            <a:spAutoFit/>
          </a:bodyPr>
          <a:lstStyle/>
          <a:p>
            <a:pPr algn="l"/>
            <a:r>
              <a:rPr lang="es-CL" sz="1400" b="1" noProof="0">
                <a:solidFill>
                  <a:srgbClr val="C7C7C7"/>
                </a:solidFill>
                <a:latin typeface="Inter SemiBold"/>
              </a:rPr>
              <a:t>129.879 HH</a:t>
            </a:r>
          </a:p>
        </p:txBody>
      </p:sp>
      <p:sp>
        <p:nvSpPr>
          <p:cNvPr id="1546" name="!!phcc8"/>
          <p:cNvSpPr txBox="1"/>
          <p:nvPr/>
        </p:nvSpPr>
        <p:spPr>
          <a:xfrm>
            <a:off x="13961872" y="4297679"/>
            <a:ext cx="1568704" cy="274320"/>
          </a:xfrm>
          <a:prstGeom prst="rect">
            <a:avLst/>
          </a:prstGeom>
          <a:noFill/>
        </p:spPr>
        <p:txBody>
          <a:bodyPr wrap="square" lIns="0" tIns="0" rIns="0" bIns="0" anchor="t">
            <a:spAutoFit/>
          </a:bodyPr>
          <a:lstStyle/>
          <a:p>
            <a:pPr algn="l"/>
            <a:r>
              <a:rPr lang="es-CL" sz="1300" b="0" noProof="0">
                <a:solidFill>
                  <a:srgbClr val="C7C7C7"/>
                </a:solidFill>
                <a:latin typeface="Inter"/>
              </a:rPr>
              <a:t>5 CC · 26 PT</a:t>
            </a:r>
          </a:p>
        </p:txBody>
      </p:sp>
      <p:cxnSp>
        <p:nvCxnSpPr>
          <p:cNvPr id="1547" name="Connector 1546"/>
          <p:cNvCxnSpPr/>
          <p:nvPr/>
        </p:nvCxnSpPr>
        <p:spPr>
          <a:xfrm>
            <a:off x="1658924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548" name="!!ph9"/>
          <p:cNvSpPr/>
          <p:nvPr/>
        </p:nvSpPr>
        <p:spPr>
          <a:xfrm>
            <a:off x="15713456" y="3017520"/>
            <a:ext cx="175158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09728" tIns="101600" rIns="109728" rtlCol="0" anchor="t"/>
          <a:lstStyle/>
          <a:p>
            <a:pPr algn="l"/>
            <a:r>
              <a:rPr lang="es-CL" sz="1300" b="1" noProof="0">
                <a:solidFill>
                  <a:srgbClr val="FFFFFF"/>
                </a:solidFill>
                <a:latin typeface="Inter SemiBold"/>
              </a:rPr>
              <a:t>Fase 9</a:t>
            </a:r>
          </a:p>
          <a:p>
            <a:pPr algn="l"/>
            <a:r>
              <a:rPr lang="es-CL" sz="1600" b="1" noProof="0">
                <a:solidFill>
                  <a:srgbClr val="FFFFFF"/>
                </a:solidFill>
                <a:latin typeface="Inter SemiBold"/>
              </a:rPr>
              <a:t>Cierre</a:t>
            </a:r>
          </a:p>
        </p:txBody>
      </p:sp>
      <p:sp>
        <p:nvSpPr>
          <p:cNvPr id="1549" name="!!phhh9"/>
          <p:cNvSpPr txBox="1"/>
          <p:nvPr/>
        </p:nvSpPr>
        <p:spPr>
          <a:xfrm>
            <a:off x="15823184" y="4233672"/>
            <a:ext cx="1568704" cy="292608"/>
          </a:xfrm>
          <a:prstGeom prst="rect">
            <a:avLst/>
          </a:prstGeom>
          <a:noFill/>
        </p:spPr>
        <p:txBody>
          <a:bodyPr wrap="square" lIns="0" tIns="0" rIns="0" bIns="0" anchor="t">
            <a:spAutoFit/>
          </a:bodyPr>
          <a:lstStyle/>
          <a:p>
            <a:pPr algn="l"/>
            <a:r>
              <a:rPr lang="es-CL" sz="1500" b="1" noProof="0">
                <a:solidFill>
                  <a:srgbClr val="FFFFFF"/>
                </a:solidFill>
                <a:latin typeface="Inter SemiBold"/>
              </a:rPr>
              <a:t>320 HH</a:t>
            </a:r>
          </a:p>
        </p:txBody>
      </p:sp>
      <p:sp>
        <p:nvSpPr>
          <p:cNvPr id="1550" name="!!phcc9"/>
          <p:cNvSpPr txBox="1"/>
          <p:nvPr/>
        </p:nvSpPr>
        <p:spPr>
          <a:xfrm>
            <a:off x="15823184" y="4526279"/>
            <a:ext cx="1568704" cy="274320"/>
          </a:xfrm>
          <a:prstGeom prst="rect">
            <a:avLst/>
          </a:prstGeom>
          <a:noFill/>
        </p:spPr>
        <p:txBody>
          <a:bodyPr wrap="square" lIns="0" tIns="0" rIns="0" bIns="0" anchor="t">
            <a:spAutoFit/>
          </a:bodyPr>
          <a:lstStyle/>
          <a:p>
            <a:pPr algn="l"/>
            <a:r>
              <a:rPr lang="es-CL" sz="1300" b="0" noProof="0">
                <a:solidFill>
                  <a:srgbClr val="FFFFFF"/>
                </a:solidFill>
                <a:latin typeface="Inter"/>
              </a:rPr>
              <a:t>2 CC · 4 PT</a:t>
            </a:r>
          </a:p>
        </p:txBody>
      </p:sp>
      <p:sp>
        <p:nvSpPr>
          <p:cNvPr id="1551" name="TextBox 1550"/>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FASE 9 · CIERRE · 2 CUENTAS DE CONTROL</a:t>
            </a:r>
          </a:p>
        </p:txBody>
      </p:sp>
      <p:sp>
        <p:nvSpPr>
          <p:cNvPr id="1552" name="Rounded Rectangle 1551"/>
          <p:cNvSpPr/>
          <p:nvPr/>
        </p:nvSpPr>
        <p:spPr>
          <a:xfrm>
            <a:off x="82296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9.1</a:t>
            </a:r>
          </a:p>
          <a:p>
            <a:pPr algn="l"/>
            <a:r>
              <a:rPr lang="es-CL" sz="1600" b="1" noProof="0">
                <a:solidFill>
                  <a:srgbClr val="111111"/>
                </a:solidFill>
                <a:latin typeface="Inter SemiBold"/>
              </a:rPr>
              <a:t>Cierre de la implementación</a:t>
            </a:r>
          </a:p>
        </p:txBody>
      </p:sp>
      <p:sp>
        <p:nvSpPr>
          <p:cNvPr id="1553" name="Rounded Rectangle 1552"/>
          <p:cNvSpPr/>
          <p:nvPr/>
        </p:nvSpPr>
        <p:spPr>
          <a:xfrm>
            <a:off x="9212580" y="5669280"/>
            <a:ext cx="8252460" cy="896112"/>
          </a:xfrm>
          <a:prstGeom prst="roundRect">
            <a:avLst>
              <a:gd name="adj" fmla="val 12000"/>
            </a:avLst>
          </a:prstGeom>
          <a:solidFill>
            <a:srgbClr val="FFFFFF"/>
          </a:solidFill>
          <a:ln w="15875">
            <a:solidFill>
              <a:srgbClr val="F29A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E8641B"/>
                </a:solidFill>
                <a:latin typeface="Inter SemiBold"/>
              </a:rPr>
              <a:t>9.2</a:t>
            </a:r>
          </a:p>
          <a:p>
            <a:pPr algn="l"/>
            <a:r>
              <a:rPr lang="es-CL" sz="1600" b="1" noProof="0">
                <a:solidFill>
                  <a:srgbClr val="111111"/>
                </a:solidFill>
                <a:latin typeface="Inter SemiBold"/>
              </a:rPr>
              <a:t>Salida al término del contrato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1737"/>
        <p:cNvGrpSpPr/>
        <p:nvPr/>
      </p:nvGrpSpPr>
      <p:grpSpPr>
        <a:xfrm>
          <a:off x="0" y="0"/>
          <a:ext cx="0" cy="0"/>
          <a:chOff x="0" y="0"/>
          <a:chExt cx="0" cy="0"/>
        </a:xfrm>
      </p:grpSpPr>
      <p:sp>
        <p:nvSpPr>
          <p:cNvPr id="1738"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1739"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1740" name="!!title"/>
          <p:cNvSpPr txBox="1"/>
          <p:nvPr/>
        </p:nvSpPr>
        <p:spPr>
          <a:xfrm>
            <a:off x="9389512" y="1188720"/>
            <a:ext cx="5669280" cy="237744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Esfuerzo por mes</a:t>
            </a:r>
            <a:endParaRPr lang="es-CL" noProof="0"/>
          </a:p>
        </p:txBody>
      </p:sp>
      <p:sp>
        <p:nvSpPr>
          <p:cNvPr id="1741" name="!!brand"/>
          <p:cNvSpPr txBox="1"/>
          <p:nvPr/>
        </p:nvSpPr>
        <p:spPr>
          <a:xfrm>
            <a:off x="13217409" y="1000125"/>
            <a:ext cx="3328659"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noProof="0"/>
          </a:p>
        </p:txBody>
      </p:sp>
      <p:pic>
        <p:nvPicPr>
          <p:cNvPr id="1742" name="!!logo" descr="Isotipo LafroX"/>
          <p:cNvPicPr preferRelativeResize="0"/>
          <p:nvPr/>
        </p:nvPicPr>
        <p:blipFill rotWithShape="1">
          <a:blip r:embed="rId5">
            <a:alphaModFix/>
          </a:blip>
          <a:srcRect/>
          <a:stretch/>
        </p:blipFill>
        <p:spPr>
          <a:xfrm>
            <a:off x="16706088" y="850392"/>
            <a:ext cx="551723" cy="566928"/>
          </a:xfrm>
          <a:prstGeom prst="rect">
            <a:avLst/>
          </a:prstGeom>
          <a:noFill/>
          <a:ln>
            <a:noFill/>
          </a:ln>
        </p:spPr>
      </p:pic>
      <p:sp>
        <p:nvSpPr>
          <p:cNvPr id="1743" name="Google Shape;1743;p27"/>
          <p:cNvSpPr txBox="1"/>
          <p:nvPr/>
        </p:nvSpPr>
        <p:spPr>
          <a:xfrm>
            <a:off x="9390888" y="3840480"/>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8.106 HH</a:t>
            </a:r>
            <a:endParaRPr lang="es-CL" noProof="0"/>
          </a:p>
        </p:txBody>
      </p:sp>
      <p:sp>
        <p:nvSpPr>
          <p:cNvPr id="1744" name="Google Shape;1744;p27"/>
          <p:cNvSpPr txBox="1"/>
          <p:nvPr/>
        </p:nvSpPr>
        <p:spPr>
          <a:xfrm>
            <a:off x="9390888" y="4389120"/>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máximo mensual · mes 15</a:t>
            </a:r>
            <a:endParaRPr lang="es-CL" noProof="0"/>
          </a:p>
        </p:txBody>
      </p:sp>
      <p:sp>
        <p:nvSpPr>
          <p:cNvPr id="1745" name="Google Shape;1745;p27"/>
          <p:cNvSpPr txBox="1"/>
          <p:nvPr/>
        </p:nvSpPr>
        <p:spPr>
          <a:xfrm>
            <a:off x="9390888" y="4956048"/>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69 personas</a:t>
            </a:r>
            <a:endParaRPr lang="es-CL" noProof="0"/>
          </a:p>
        </p:txBody>
      </p:sp>
      <p:sp>
        <p:nvSpPr>
          <p:cNvPr id="1746" name="Google Shape;1746;p27"/>
          <p:cNvSpPr txBox="1"/>
          <p:nvPr/>
        </p:nvSpPr>
        <p:spPr>
          <a:xfrm>
            <a:off x="9390888" y="5504688"/>
            <a:ext cx="53035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equivalentes · </a:t>
            </a:r>
            <a:r>
              <a:rPr lang="es-CL" sz="1700" b="0" noProof="0" err="1">
                <a:solidFill>
                  <a:srgbClr val="606060"/>
                </a:solidFill>
                <a:latin typeface="Inter"/>
                <a:ea typeface="Inter"/>
                <a:cs typeface="Inter"/>
                <a:sym typeface="Inter"/>
              </a:rPr>
              <a:t>peak</a:t>
            </a:r>
            <a:r>
              <a:rPr lang="es-CL" sz="1700" b="0" noProof="0">
                <a:solidFill>
                  <a:srgbClr val="606060"/>
                </a:solidFill>
                <a:latin typeface="Inter"/>
                <a:ea typeface="Inter"/>
                <a:cs typeface="Inter"/>
                <a:sym typeface="Inter"/>
              </a:rPr>
              <a:t> del mes 15</a:t>
            </a:r>
          </a:p>
        </p:txBody>
      </p:sp>
      <p:sp>
        <p:nvSpPr>
          <p:cNvPr id="1747" name="Google Shape;1747;p27"/>
          <p:cNvSpPr txBox="1"/>
          <p:nvPr/>
        </p:nvSpPr>
        <p:spPr>
          <a:xfrm>
            <a:off x="9390888" y="6071616"/>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≈3.200–3.900</a:t>
            </a:r>
            <a:endParaRPr lang="es-CL" noProof="0"/>
          </a:p>
        </p:txBody>
      </p:sp>
      <p:sp>
        <p:nvSpPr>
          <p:cNvPr id="1748" name="Google Shape;1748;p27"/>
          <p:cNvSpPr txBox="1"/>
          <p:nvPr/>
        </p:nvSpPr>
        <p:spPr>
          <a:xfrm>
            <a:off x="9390888" y="6620256"/>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HH/mes en operación</a:t>
            </a:r>
            <a:endParaRPr lang="es-CL" noProof="0"/>
          </a:p>
        </p:txBody>
      </p:sp>
      <p:sp>
        <p:nvSpPr>
          <p:cNvPr id="1749" name="Google Shape;1749;p27"/>
          <p:cNvSpPr txBox="1"/>
          <p:nvPr/>
        </p:nvSpPr>
        <p:spPr>
          <a:xfrm>
            <a:off x="9390888" y="7187184"/>
            <a:ext cx="5303520" cy="5486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200" b="1" noProof="0">
                <a:solidFill>
                  <a:srgbClr val="E8641B"/>
                </a:solidFill>
                <a:latin typeface="Inter SemiBold"/>
                <a:ea typeface="Inter SemiBold"/>
                <a:cs typeface="Inter SemiBold"/>
                <a:sym typeface="Inter SemiBold"/>
              </a:rPr>
              <a:t>217.543 HH</a:t>
            </a:r>
            <a:endParaRPr lang="es-CL" noProof="0"/>
          </a:p>
        </p:txBody>
      </p:sp>
      <p:sp>
        <p:nvSpPr>
          <p:cNvPr id="1750" name="Google Shape;1750;p27"/>
          <p:cNvSpPr txBox="1"/>
          <p:nvPr/>
        </p:nvSpPr>
        <p:spPr>
          <a:xfrm>
            <a:off x="9390888" y="7735824"/>
            <a:ext cx="53035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programadas en total</a:t>
            </a:r>
            <a:endParaRPr lang="es-CL" noProof="0"/>
          </a:p>
        </p:txBody>
      </p:sp>
      <p:graphicFrame>
        <p:nvGraphicFramePr>
          <p:cNvPr id="1751" name="Google Shape;1751;p27"/>
          <p:cNvGraphicFramePr/>
          <p:nvPr>
            <p:extLst>
              <p:ext uri="{D42A27DB-BD31-4B8C-83A1-F6EECF244321}">
                <p14:modId xmlns:p14="http://schemas.microsoft.com/office/powerpoint/2010/main" val="2178433334"/>
              </p:ext>
            </p:extLst>
          </p:nvPr>
        </p:nvGraphicFramePr>
        <p:xfrm>
          <a:off x="457200" y="1188720"/>
          <a:ext cx="8686800" cy="7863840"/>
        </p:xfrm>
        <a:graphic>
          <a:graphicData uri="http://schemas.openxmlformats.org/drawingml/2006/chart">
            <c:chart xmlns:c="http://schemas.openxmlformats.org/drawingml/2006/chart" xmlns:r="http://schemas.openxmlformats.org/officeDocument/2006/relationships" r:id="rId6"/>
          </a:graphicData>
        </a:graphic>
      </p:graphicFrame>
      <p:sp>
        <p:nvSpPr>
          <p:cNvPr id="1752"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1834"/>
        <p:cNvGrpSpPr/>
        <p:nvPr/>
      </p:nvGrpSpPr>
      <p:grpSpPr>
        <a:xfrm>
          <a:off x="0" y="0"/>
          <a:ext cx="0" cy="0"/>
          <a:chOff x="0" y="0"/>
          <a:chExt cx="0" cy="0"/>
        </a:xfrm>
      </p:grpSpPr>
      <p:sp>
        <p:nvSpPr>
          <p:cNvPr id="1876" name="!!deco_7e767073_1"/>
          <p:cNvSpPr/>
          <p:nvPr/>
        </p:nvSpPr>
        <p:spPr>
          <a:xfrm>
            <a:off x="14926022" y="3069031"/>
            <a:ext cx="4308206" cy="8647858"/>
          </a:xfrm>
          <a:custGeom>
            <a:avLst/>
            <a:gdLst/>
            <a:ahLst/>
            <a:cxnLst/>
            <a:rect l="l" t="t" r="r" b="b"/>
            <a:pathLst>
              <a:path w="4308206" h="8647858">
                <a:moveTo>
                  <a:pt x="0" y="0"/>
                </a:moveTo>
                <a:lnTo>
                  <a:pt x="4308206" y="0"/>
                </a:lnTo>
                <a:lnTo>
                  <a:pt x="4308206" y="8647858"/>
                </a:lnTo>
                <a:lnTo>
                  <a:pt x="0" y="8647858"/>
                </a:lnTo>
                <a:lnTo>
                  <a:pt x="0" y="0"/>
                </a:lnTo>
                <a:close/>
              </a:path>
            </a:pathLst>
          </a:custGeom>
          <a:blipFill>
            <a:blip>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1875" name="!!deco_dce8b6c9_1"/>
          <p:cNvSpPr/>
          <p:nvPr/>
        </p:nvSpPr>
        <p:spPr>
          <a:xfrm>
            <a:off x="-4683713" y="-8222307"/>
            <a:ext cx="10236981" cy="10236981"/>
          </a:xfrm>
          <a:custGeom>
            <a:avLst/>
            <a:gdLst/>
            <a:ahLst/>
            <a:cxnLst/>
            <a:rect l="l" t="t" r="r" b="b"/>
            <a:pathLst>
              <a:path w="10236981" h="10236981">
                <a:moveTo>
                  <a:pt x="0" y="0"/>
                </a:moveTo>
                <a:lnTo>
                  <a:pt x="10236982" y="0"/>
                </a:lnTo>
                <a:lnTo>
                  <a:pt x="10236982" y="10236982"/>
                </a:lnTo>
                <a:lnTo>
                  <a:pt x="0" y="10236982"/>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p:spPr>
        <p:txBody>
          <a:bodyPr/>
          <a:lstStyle/>
          <a:p>
            <a:endParaRPr lang="es-CL" noProof="0"/>
          </a:p>
        </p:txBody>
      </p:sp>
      <p:sp>
        <p:nvSpPr>
          <p:cNvPr id="1835" name="!!title"/>
          <p:cNvSpPr txBox="1"/>
          <p:nvPr/>
        </p:nvSpPr>
        <p:spPr>
          <a:xfrm>
            <a:off x="9389512" y="1188720"/>
            <a:ext cx="5486400" cy="16623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Normas y leyes</a:t>
            </a:r>
            <a:endParaRPr lang="es-CL" sz="1400" noProof="0"/>
          </a:p>
        </p:txBody>
      </p:sp>
      <p:sp>
        <p:nvSpPr>
          <p:cNvPr id="1836" name="!!brand"/>
          <p:cNvSpPr txBox="1"/>
          <p:nvPr/>
        </p:nvSpPr>
        <p:spPr>
          <a:xfrm>
            <a:off x="13217409" y="1000125"/>
            <a:ext cx="332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b="1" noProof="0">
                <a:solidFill>
                  <a:srgbClr val="000000"/>
                </a:solidFill>
                <a:latin typeface="Inter SemiBold"/>
                <a:ea typeface="Inter SemiBold"/>
                <a:cs typeface="Inter SemiBold"/>
                <a:sym typeface="Inter SemiBold"/>
              </a:rPr>
              <a:t>LafroX </a:t>
            </a:r>
            <a:r>
              <a:rPr lang="es-CL" sz="1800" b="1" noProof="0" err="1">
                <a:solidFill>
                  <a:srgbClr val="000000"/>
                </a:solidFill>
                <a:latin typeface="Inter SemiBold"/>
                <a:ea typeface="Inter SemiBold"/>
                <a:cs typeface="Inter SemiBold"/>
                <a:sym typeface="Inter SemiBold"/>
              </a:rPr>
              <a:t>SpA</a:t>
            </a:r>
            <a:endParaRPr lang="es-CL" sz="1400" noProof="0"/>
          </a:p>
        </p:txBody>
      </p:sp>
      <p:pic>
        <p:nvPicPr>
          <p:cNvPr id="1837" name="!!logo" descr="Isotipo LafroX"/>
          <p:cNvPicPr preferRelativeResize="0"/>
          <p:nvPr/>
        </p:nvPicPr>
        <p:blipFill rotWithShape="1">
          <a:blip r:embed="rId5">
            <a:alphaModFix/>
          </a:blip>
          <a:srcRect/>
          <a:stretch/>
        </p:blipFill>
        <p:spPr>
          <a:xfrm>
            <a:off x="16706088" y="850392"/>
            <a:ext cx="551724" cy="566927"/>
          </a:xfrm>
          <a:prstGeom prst="rect">
            <a:avLst/>
          </a:prstGeom>
          <a:noFill/>
          <a:ln>
            <a:noFill/>
          </a:ln>
        </p:spPr>
      </p:pic>
      <p:sp>
        <p:nvSpPr>
          <p:cNvPr id="1838" name="Google Shape;1838;hc7cc306779174be_4_255"/>
          <p:cNvSpPr txBox="1"/>
          <p:nvPr/>
        </p:nvSpPr>
        <p:spPr>
          <a:xfrm>
            <a:off x="731520" y="1280160"/>
            <a:ext cx="82296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E8641B"/>
                </a:solidFill>
                <a:latin typeface="Inter SemiBold"/>
                <a:ea typeface="Inter SemiBold"/>
                <a:cs typeface="Inter SemiBold"/>
                <a:sym typeface="Inter SemiBold"/>
              </a:rPr>
              <a:t>NORMA → CÓMO SE ACREDITA</a:t>
            </a:r>
            <a:endParaRPr lang="es-CL" sz="1400" noProof="0"/>
          </a:p>
        </p:txBody>
      </p:sp>
      <p:sp>
        <p:nvSpPr>
          <p:cNvPr id="1839" name="Google Shape;1839;hc7cc306779174be_4_255"/>
          <p:cNvSpPr/>
          <p:nvPr/>
        </p:nvSpPr>
        <p:spPr>
          <a:xfrm>
            <a:off x="731520" y="1691640"/>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0" name="Google Shape;1840;hc7cc306779174be_4_255"/>
          <p:cNvSpPr txBox="1"/>
          <p:nvPr/>
        </p:nvSpPr>
        <p:spPr>
          <a:xfrm>
            <a:off x="941712" y="1947672"/>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ISO/IEC 25010</a:t>
            </a:r>
            <a:endParaRPr lang="es-CL" sz="1400" noProof="0"/>
          </a:p>
        </p:txBody>
      </p:sp>
      <p:sp>
        <p:nvSpPr>
          <p:cNvPr id="1841" name="Google Shape;1841;hc7cc306779174be_4_255"/>
          <p:cNvSpPr txBox="1"/>
          <p:nvPr/>
        </p:nvSpPr>
        <p:spPr>
          <a:xfrm>
            <a:off x="3684912" y="1947672"/>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8 características con umbral</a:t>
            </a:r>
            <a:endParaRPr lang="es-CL" sz="1400" noProof="0"/>
          </a:p>
        </p:txBody>
      </p:sp>
      <p:sp>
        <p:nvSpPr>
          <p:cNvPr id="1842" name="Google Shape;1842;hc7cc306779174be_4_255"/>
          <p:cNvSpPr/>
          <p:nvPr/>
        </p:nvSpPr>
        <p:spPr>
          <a:xfrm>
            <a:off x="731520" y="2587752"/>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3" name="Google Shape;1843;hc7cc306779174be_4_255"/>
          <p:cNvSpPr txBox="1"/>
          <p:nvPr/>
        </p:nvSpPr>
        <p:spPr>
          <a:xfrm>
            <a:off x="941712" y="2843784"/>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ISO/IEC 25012</a:t>
            </a:r>
            <a:endParaRPr lang="es-CL" sz="1400" noProof="0"/>
          </a:p>
        </p:txBody>
      </p:sp>
      <p:sp>
        <p:nvSpPr>
          <p:cNvPr id="1844" name="Google Shape;1844;hc7cc306779174be_4_255"/>
          <p:cNvSpPr txBox="1"/>
          <p:nvPr/>
        </p:nvSpPr>
        <p:spPr>
          <a:xfrm>
            <a:off x="3684912" y="2843784"/>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Datos medidos y conciliados</a:t>
            </a:r>
            <a:endParaRPr lang="es-CL" sz="1400" noProof="0"/>
          </a:p>
        </p:txBody>
      </p:sp>
      <p:sp>
        <p:nvSpPr>
          <p:cNvPr id="1845" name="Google Shape;1845;hc7cc306779174be_4_255"/>
          <p:cNvSpPr/>
          <p:nvPr/>
        </p:nvSpPr>
        <p:spPr>
          <a:xfrm>
            <a:off x="731520" y="3483864"/>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6" name="Google Shape;1846;hc7cc306779174be_4_255"/>
          <p:cNvSpPr txBox="1"/>
          <p:nvPr/>
        </p:nvSpPr>
        <p:spPr>
          <a:xfrm>
            <a:off x="941712" y="3739896"/>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ISO/IEC 29119</a:t>
            </a:r>
            <a:endParaRPr lang="es-CL" sz="1400" noProof="0"/>
          </a:p>
        </p:txBody>
      </p:sp>
      <p:sp>
        <p:nvSpPr>
          <p:cNvPr id="1847" name="Google Shape;1847;hc7cc306779174be_4_255"/>
          <p:cNvSpPr txBox="1"/>
          <p:nvPr/>
        </p:nvSpPr>
        <p:spPr>
          <a:xfrm>
            <a:off x="3684912" y="3739896"/>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Proceso de pruebas en 3 niveles</a:t>
            </a:r>
            <a:endParaRPr lang="es-CL" sz="1400" noProof="0"/>
          </a:p>
        </p:txBody>
      </p:sp>
      <p:sp>
        <p:nvSpPr>
          <p:cNvPr id="1848" name="Google Shape;1848;hc7cc306779174be_4_255"/>
          <p:cNvSpPr/>
          <p:nvPr/>
        </p:nvSpPr>
        <p:spPr>
          <a:xfrm>
            <a:off x="731520" y="4379976"/>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49" name="Google Shape;1849;hc7cc306779174be_4_255"/>
          <p:cNvSpPr txBox="1"/>
          <p:nvPr/>
        </p:nvSpPr>
        <p:spPr>
          <a:xfrm>
            <a:off x="941712" y="4636008"/>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PMBOK cap. 8</a:t>
            </a:r>
            <a:endParaRPr lang="es-CL" sz="1400" noProof="0"/>
          </a:p>
        </p:txBody>
      </p:sp>
      <p:sp>
        <p:nvSpPr>
          <p:cNvPr id="1850" name="Google Shape;1850;hc7cc306779174be_4_255"/>
          <p:cNvSpPr txBox="1"/>
          <p:nvPr/>
        </p:nvSpPr>
        <p:spPr>
          <a:xfrm>
            <a:off x="3684912" y="4636008"/>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Planificar, gestionar y controlar</a:t>
            </a:r>
            <a:endParaRPr lang="es-CL" sz="1400" noProof="0"/>
          </a:p>
        </p:txBody>
      </p:sp>
      <p:sp>
        <p:nvSpPr>
          <p:cNvPr id="1851" name="Google Shape;1851;hc7cc306779174be_4_255"/>
          <p:cNvSpPr/>
          <p:nvPr/>
        </p:nvSpPr>
        <p:spPr>
          <a:xfrm>
            <a:off x="731520" y="5276088"/>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52" name="Google Shape;1852;hc7cc306779174be_4_255"/>
          <p:cNvSpPr txBox="1"/>
          <p:nvPr/>
        </p:nvSpPr>
        <p:spPr>
          <a:xfrm>
            <a:off x="941712" y="5532120"/>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WCAG 2.2 AA</a:t>
            </a:r>
            <a:endParaRPr lang="es-CL" sz="1400" noProof="0"/>
          </a:p>
        </p:txBody>
      </p:sp>
      <p:sp>
        <p:nvSpPr>
          <p:cNvPr id="1853" name="Google Shape;1853;hc7cc306779174be_4_255"/>
          <p:cNvSpPr txBox="1"/>
          <p:nvPr/>
        </p:nvSpPr>
        <p:spPr>
          <a:xfrm>
            <a:off x="3684912" y="5532120"/>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Herramienta + revisión manual</a:t>
            </a:r>
            <a:endParaRPr lang="es-CL" sz="1400" noProof="0"/>
          </a:p>
        </p:txBody>
      </p:sp>
      <p:sp>
        <p:nvSpPr>
          <p:cNvPr id="1854" name="Google Shape;1854;hc7cc306779174be_4_255"/>
          <p:cNvSpPr/>
          <p:nvPr/>
        </p:nvSpPr>
        <p:spPr>
          <a:xfrm>
            <a:off x="731520" y="6172200"/>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55" name="Google Shape;1855;hc7cc306779174be_4_255"/>
          <p:cNvSpPr txBox="1"/>
          <p:nvPr/>
        </p:nvSpPr>
        <p:spPr>
          <a:xfrm>
            <a:off x="941712" y="6428232"/>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OWASP</a:t>
            </a:r>
            <a:endParaRPr lang="es-CL" sz="1400" noProof="0"/>
          </a:p>
        </p:txBody>
      </p:sp>
      <p:sp>
        <p:nvSpPr>
          <p:cNvPr id="1856" name="Google Shape;1856;hc7cc306779174be_4_255"/>
          <p:cNvSpPr txBox="1"/>
          <p:nvPr/>
        </p:nvSpPr>
        <p:spPr>
          <a:xfrm>
            <a:off x="3684912" y="6428232"/>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Análisis estático y dinámico</a:t>
            </a:r>
            <a:endParaRPr lang="es-CL" sz="1400" noProof="0"/>
          </a:p>
        </p:txBody>
      </p:sp>
      <p:sp>
        <p:nvSpPr>
          <p:cNvPr id="1857" name="Google Shape;1857;hc7cc306779174be_4_255"/>
          <p:cNvSpPr/>
          <p:nvPr/>
        </p:nvSpPr>
        <p:spPr>
          <a:xfrm>
            <a:off x="731520" y="7068312"/>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58" name="Google Shape;1858;hc7cc306779174be_4_255"/>
          <p:cNvSpPr txBox="1"/>
          <p:nvPr/>
        </p:nvSpPr>
        <p:spPr>
          <a:xfrm>
            <a:off x="941712" y="7324344"/>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ISO 9001</a:t>
            </a:r>
            <a:endParaRPr lang="es-CL" sz="1400" noProof="0"/>
          </a:p>
        </p:txBody>
      </p:sp>
      <p:sp>
        <p:nvSpPr>
          <p:cNvPr id="1859" name="Google Shape;1859;hc7cc306779174be_4_255"/>
          <p:cNvSpPr txBox="1"/>
          <p:nvPr/>
        </p:nvSpPr>
        <p:spPr>
          <a:xfrm>
            <a:off x="3684912" y="7324344"/>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Marco de auditoría</a:t>
            </a:r>
            <a:endParaRPr lang="es-CL" sz="1400" noProof="0"/>
          </a:p>
        </p:txBody>
      </p:sp>
      <p:sp>
        <p:nvSpPr>
          <p:cNvPr id="1860" name="Google Shape;1860;hc7cc306779174be_4_255"/>
          <p:cNvSpPr/>
          <p:nvPr/>
        </p:nvSpPr>
        <p:spPr>
          <a:xfrm>
            <a:off x="731520" y="7964423"/>
            <a:ext cx="8229600" cy="786600"/>
          </a:xfrm>
          <a:prstGeom prst="roundRect">
            <a:avLst>
              <a:gd name="adj" fmla="val 12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61" name="Google Shape;1861;hc7cc306779174be_4_255"/>
          <p:cNvSpPr txBox="1"/>
          <p:nvPr/>
        </p:nvSpPr>
        <p:spPr>
          <a:xfrm>
            <a:off x="941712" y="8220455"/>
            <a:ext cx="26520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CMMI-DEV N3</a:t>
            </a:r>
            <a:endParaRPr lang="es-CL" sz="1400" noProof="0"/>
          </a:p>
        </p:txBody>
      </p:sp>
      <p:sp>
        <p:nvSpPr>
          <p:cNvPr id="1862" name="Google Shape;1862;hc7cc306779174be_4_255"/>
          <p:cNvSpPr txBox="1"/>
          <p:nvPr/>
        </p:nvSpPr>
        <p:spPr>
          <a:xfrm>
            <a:off x="3684912" y="8220455"/>
            <a:ext cx="5166600" cy="27720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Madurez del proceso</a:t>
            </a:r>
            <a:endParaRPr lang="es-CL" sz="1400" noProof="0"/>
          </a:p>
        </p:txBody>
      </p:sp>
      <p:sp>
        <p:nvSpPr>
          <p:cNvPr id="1863" name="Google Shape;1863;hc7cc306779174be_4_255"/>
          <p:cNvSpPr txBox="1"/>
          <p:nvPr/>
        </p:nvSpPr>
        <p:spPr>
          <a:xfrm>
            <a:off x="9390888" y="365760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1" noProof="0">
                <a:solidFill>
                  <a:srgbClr val="E8641B"/>
                </a:solidFill>
                <a:latin typeface="Inter SemiBold"/>
                <a:ea typeface="Inter SemiBold"/>
                <a:cs typeface="Inter SemiBold"/>
                <a:sym typeface="Inter SemiBold"/>
              </a:rPr>
              <a:t>LEYES</a:t>
            </a:r>
            <a:endParaRPr lang="es-CL" sz="1400" noProof="0"/>
          </a:p>
        </p:txBody>
      </p:sp>
      <p:sp>
        <p:nvSpPr>
          <p:cNvPr id="1864" name="Google Shape;1864;hc7cc306779174be_4_255"/>
          <p:cNvSpPr txBox="1"/>
          <p:nvPr/>
        </p:nvSpPr>
        <p:spPr>
          <a:xfrm>
            <a:off x="9390888" y="40690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Decreto 977</a:t>
            </a:r>
            <a:endParaRPr lang="es-CL" sz="1400" noProof="0"/>
          </a:p>
        </p:txBody>
      </p:sp>
      <p:sp>
        <p:nvSpPr>
          <p:cNvPr id="1865" name="Google Shape;1865;hc7cc306779174be_4_255"/>
          <p:cNvSpPr txBox="1"/>
          <p:nvPr/>
        </p:nvSpPr>
        <p:spPr>
          <a:xfrm>
            <a:off x="9390888" y="44348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 −18 °C registrado y retiro expedito</a:t>
            </a:r>
            <a:endParaRPr lang="es-CL" sz="1400" noProof="0"/>
          </a:p>
        </p:txBody>
      </p:sp>
      <p:sp>
        <p:nvSpPr>
          <p:cNvPr id="1866" name="Google Shape;1866;hc7cc306779174be_4_255"/>
          <p:cNvSpPr txBox="1"/>
          <p:nvPr/>
        </p:nvSpPr>
        <p:spPr>
          <a:xfrm>
            <a:off x="9390888" y="49834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SII · DTE</a:t>
            </a:r>
            <a:endParaRPr lang="es-CL" sz="1400" noProof="0"/>
          </a:p>
        </p:txBody>
      </p:sp>
      <p:sp>
        <p:nvSpPr>
          <p:cNvPr id="1867" name="Google Shape;1867;hc7cc306779174be_4_255"/>
          <p:cNvSpPr txBox="1"/>
          <p:nvPr/>
        </p:nvSpPr>
        <p:spPr>
          <a:xfrm>
            <a:off x="9390888" y="53492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Guía electrónica y acuse de recibo</a:t>
            </a:r>
            <a:endParaRPr lang="es-CL" sz="1400" noProof="0"/>
          </a:p>
        </p:txBody>
      </p:sp>
      <p:sp>
        <p:nvSpPr>
          <p:cNvPr id="1868" name="Google Shape;1868;hc7cc306779174be_4_255"/>
          <p:cNvSpPr txBox="1"/>
          <p:nvPr/>
        </p:nvSpPr>
        <p:spPr>
          <a:xfrm>
            <a:off x="9390888" y="58978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Art. 25 bis</a:t>
            </a:r>
            <a:endParaRPr lang="es-CL" sz="1400" noProof="0"/>
          </a:p>
        </p:txBody>
      </p:sp>
      <p:sp>
        <p:nvSpPr>
          <p:cNvPr id="1869" name="Google Shape;1869;hc7cc306779174be_4_255"/>
          <p:cNvSpPr txBox="1"/>
          <p:nvPr/>
        </p:nvSpPr>
        <p:spPr>
          <a:xfrm>
            <a:off x="9390888" y="62636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Jornada de conductores en el ruteo</a:t>
            </a:r>
            <a:endParaRPr lang="es-CL" sz="1400" noProof="0"/>
          </a:p>
        </p:txBody>
      </p:sp>
      <p:sp>
        <p:nvSpPr>
          <p:cNvPr id="1870" name="Google Shape;1870;hc7cc306779174be_4_255"/>
          <p:cNvSpPr txBox="1"/>
          <p:nvPr/>
        </p:nvSpPr>
        <p:spPr>
          <a:xfrm>
            <a:off x="9390888" y="6812280"/>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Ley 21.719</a:t>
            </a:r>
            <a:endParaRPr lang="es-CL" sz="1400" noProof="0"/>
          </a:p>
        </p:txBody>
      </p:sp>
      <p:sp>
        <p:nvSpPr>
          <p:cNvPr id="1871" name="Google Shape;1871;hc7cc306779174be_4_255"/>
          <p:cNvSpPr txBox="1"/>
          <p:nvPr/>
        </p:nvSpPr>
        <p:spPr>
          <a:xfrm>
            <a:off x="9390888" y="71780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Datos personales, desde dic-2026</a:t>
            </a:r>
            <a:endParaRPr lang="es-CL" sz="1400" noProof="0"/>
          </a:p>
        </p:txBody>
      </p:sp>
      <p:sp>
        <p:nvSpPr>
          <p:cNvPr id="1872" name="Google Shape;1872;hc7cc306779174be_4_255"/>
          <p:cNvSpPr txBox="1"/>
          <p:nvPr/>
        </p:nvSpPr>
        <p:spPr>
          <a:xfrm>
            <a:off x="9390888" y="7726679"/>
            <a:ext cx="5303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GS1 · EDI</a:t>
            </a:r>
            <a:endParaRPr lang="es-CL" sz="1400" noProof="0"/>
          </a:p>
        </p:txBody>
      </p:sp>
      <p:sp>
        <p:nvSpPr>
          <p:cNvPr id="1873" name="Google Shape;1873;hc7cc306779174be_4_255"/>
          <p:cNvSpPr txBox="1"/>
          <p:nvPr/>
        </p:nvSpPr>
        <p:spPr>
          <a:xfrm>
            <a:off x="9390888" y="8092440"/>
            <a:ext cx="5303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GTIN, GLN y SSCC</a:t>
            </a:r>
            <a:endParaRPr lang="es-CL" sz="1400" noProof="0"/>
          </a:p>
        </p:txBody>
      </p:sp>
      <p:sp>
        <p:nvSpPr>
          <p:cNvPr id="187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1878"/>
        <p:cNvGrpSpPr/>
        <p:nvPr/>
      </p:nvGrpSpPr>
      <p:grpSpPr>
        <a:xfrm>
          <a:off x="0" y="0"/>
          <a:ext cx="0" cy="0"/>
          <a:chOff x="0" y="0"/>
          <a:chExt cx="0" cy="0"/>
        </a:xfrm>
      </p:grpSpPr>
      <p:sp>
        <p:nvSpPr>
          <p:cNvPr id="1879"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880" name="!!title"/>
          <p:cNvSpPr txBox="1"/>
          <p:nvPr/>
        </p:nvSpPr>
        <p:spPr>
          <a:xfrm>
            <a:off x="2286000" y="1226844"/>
            <a:ext cx="13716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a:solidFill>
                  <a:srgbClr val="111111"/>
                </a:solidFill>
                <a:latin typeface="Inter SemiBold"/>
                <a:ea typeface="Inter SemiBold"/>
                <a:cs typeface="Inter SemiBold"/>
                <a:sym typeface="Inter SemiBold"/>
              </a:rPr>
              <a:t>Calidad del producto</a:t>
            </a:r>
            <a:endParaRPr lang="es-CL" sz="1400" noProof="0"/>
          </a:p>
        </p:txBody>
      </p:sp>
      <p:sp>
        <p:nvSpPr>
          <p:cNvPr id="1881"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882"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883"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884"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885" name="Google Shape;1885;hc7cc306779174be_4_489"/>
          <p:cNvSpPr txBox="1"/>
          <p:nvPr/>
        </p:nvSpPr>
        <p:spPr>
          <a:xfrm>
            <a:off x="14856791" y="8961120"/>
            <a:ext cx="194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000000"/>
                </a:solidFill>
                <a:latin typeface="Inter"/>
                <a:ea typeface="Inter"/>
                <a:cs typeface="Inter"/>
                <a:sym typeface="Inter"/>
              </a:rPr>
              <a:t>Siguiente</a:t>
            </a:r>
            <a:endParaRPr lang="es-CL" sz="1400" noProof="0"/>
          </a:p>
        </p:txBody>
      </p:sp>
      <p:sp>
        <p:nvSpPr>
          <p:cNvPr id="1887" name="Google Shape;1887;hc7cc306779174be_4_489"/>
          <p:cNvSpPr/>
          <p:nvPr/>
        </p:nvSpPr>
        <p:spPr>
          <a:xfrm>
            <a:off x="91440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100 %</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requisitos con prueba aprobada</a:t>
            </a:r>
            <a:endParaRPr lang="es-CL" sz="1400" noProof="0"/>
          </a:p>
        </p:txBody>
      </p:sp>
      <p:sp>
        <p:nvSpPr>
          <p:cNvPr id="1888" name="Google Shape;1888;hc7cc306779174be_4_489"/>
          <p:cNvSpPr/>
          <p:nvPr/>
        </p:nvSpPr>
        <p:spPr>
          <a:xfrm>
            <a:off x="507492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0</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defectos críticos o altos al cierre</a:t>
            </a:r>
            <a:endParaRPr lang="es-CL" sz="1400" noProof="0"/>
          </a:p>
        </p:txBody>
      </p:sp>
      <p:sp>
        <p:nvSpPr>
          <p:cNvPr id="1889" name="Google Shape;1889;hc7cc306779174be_4_489"/>
          <p:cNvSpPr/>
          <p:nvPr/>
        </p:nvSpPr>
        <p:spPr>
          <a:xfrm>
            <a:off x="9235440"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0 min</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de caída entre 05:30 y 07:00</a:t>
            </a:r>
            <a:endParaRPr lang="es-CL" sz="1400" noProof="0"/>
          </a:p>
        </p:txBody>
      </p:sp>
      <p:sp>
        <p:nvSpPr>
          <p:cNvPr id="1890" name="Google Shape;1890;hc7cc306779174be_4_489"/>
          <p:cNvSpPr/>
          <p:nvPr/>
        </p:nvSpPr>
        <p:spPr>
          <a:xfrm>
            <a:off x="13395959" y="3246120"/>
            <a:ext cx="3977400" cy="1234200"/>
          </a:xfrm>
          <a:prstGeom prst="roundRect">
            <a:avLst>
              <a:gd name="adj" fmla="val 8000"/>
            </a:avLst>
          </a:prstGeom>
          <a:solidFill>
            <a:srgbClr val="111111"/>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3000" b="1" noProof="0">
                <a:solidFill>
                  <a:srgbClr val="F29A5E"/>
                </a:solidFill>
                <a:latin typeface="Inter SemiBold"/>
                <a:ea typeface="Inter SemiBold"/>
                <a:cs typeface="Inter SemiBold"/>
                <a:sym typeface="Inter SemiBold"/>
              </a:rPr>
              <a:t>16 de 16</a:t>
            </a:r>
            <a:endParaRPr lang="es-CL" sz="1400" noProof="0"/>
          </a:p>
          <a:p>
            <a:pPr marL="0" marR="0" lvl="0" indent="0" algn="l" rtl="0">
              <a:spcBef>
                <a:spcPts val="0"/>
              </a:spcBef>
              <a:spcAft>
                <a:spcPts val="0"/>
              </a:spcAft>
              <a:buNone/>
            </a:pPr>
            <a:r>
              <a:rPr lang="es-CL" sz="1600" b="0" noProof="0">
                <a:solidFill>
                  <a:srgbClr val="FFFFFF"/>
                </a:solidFill>
                <a:latin typeface="Inter"/>
                <a:ea typeface="Inter"/>
                <a:cs typeface="Inter"/>
                <a:sym typeface="Inter"/>
              </a:rPr>
              <a:t>resultados del Caso</a:t>
            </a:r>
            <a:endParaRPr lang="es-CL" sz="1400" noProof="0"/>
          </a:p>
        </p:txBody>
      </p:sp>
      <p:sp>
        <p:nvSpPr>
          <p:cNvPr id="1891" name="Google Shape;1891;hc7cc306779174be_4_489"/>
          <p:cNvSpPr/>
          <p:nvPr/>
        </p:nvSpPr>
        <p:spPr>
          <a:xfrm>
            <a:off x="914400"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92" name="Google Shape;1892;hc7cc306779174be_4_489"/>
          <p:cNvSpPr txBox="1"/>
          <p:nvPr/>
        </p:nvSpPr>
        <p:spPr>
          <a:xfrm>
            <a:off x="114300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Funcionalidad</a:t>
            </a:r>
            <a:endParaRPr lang="es-CL" sz="1400" noProof="0"/>
          </a:p>
        </p:txBody>
      </p:sp>
      <p:sp>
        <p:nvSpPr>
          <p:cNvPr id="1893" name="Google Shape;1893;hc7cc306779174be_4_489"/>
          <p:cNvSpPr txBox="1"/>
          <p:nvPr/>
        </p:nvSpPr>
        <p:spPr>
          <a:xfrm>
            <a:off x="1143000"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100 % de requisitos probados</a:t>
            </a:r>
            <a:endParaRPr lang="es-CL" sz="1400" noProof="0"/>
          </a:p>
        </p:txBody>
      </p:sp>
      <p:sp>
        <p:nvSpPr>
          <p:cNvPr id="1894" name="Google Shape;1894;hc7cc306779174be_4_489"/>
          <p:cNvSpPr/>
          <p:nvPr/>
        </p:nvSpPr>
        <p:spPr>
          <a:xfrm>
            <a:off x="5074920" y="4709160"/>
            <a:ext cx="3977400" cy="1600200"/>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95" name="Google Shape;1895;hc7cc306779174be_4_489"/>
          <p:cNvSpPr txBox="1"/>
          <p:nvPr/>
        </p:nvSpPr>
        <p:spPr>
          <a:xfrm>
            <a:off x="530352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FFFFFF"/>
                </a:solidFill>
                <a:latin typeface="Inter SemiBold"/>
                <a:ea typeface="Inter SemiBold"/>
                <a:cs typeface="Inter SemiBold"/>
                <a:sym typeface="Inter SemiBold"/>
              </a:rPr>
              <a:t>Desempeño</a:t>
            </a:r>
            <a:endParaRPr lang="es-CL" sz="1400" noProof="0"/>
          </a:p>
        </p:txBody>
      </p:sp>
      <p:sp>
        <p:nvSpPr>
          <p:cNvPr id="1896" name="Google Shape;1896;hc7cc306779174be_4_489"/>
          <p:cNvSpPr txBox="1"/>
          <p:nvPr/>
        </p:nvSpPr>
        <p:spPr>
          <a:xfrm>
            <a:off x="5303520" y="5367528"/>
            <a:ext cx="3566400" cy="492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FFFFFF"/>
                </a:solidFill>
                <a:latin typeface="Inter"/>
                <a:ea typeface="Inter"/>
                <a:cs typeface="Inter"/>
                <a:sym typeface="Inter"/>
              </a:rPr>
              <a:t>p95: preparación ≤ 1 s · preventa ≤ 1,5 s</a:t>
            </a:r>
            <a:endParaRPr lang="es-CL" sz="1400" noProof="0"/>
          </a:p>
        </p:txBody>
      </p:sp>
      <p:sp>
        <p:nvSpPr>
          <p:cNvPr id="1897" name="Google Shape;1897;hc7cc306779174be_4_489"/>
          <p:cNvSpPr/>
          <p:nvPr/>
        </p:nvSpPr>
        <p:spPr>
          <a:xfrm>
            <a:off x="9235440"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898" name="Google Shape;1898;hc7cc306779174be_4_489"/>
          <p:cNvSpPr txBox="1"/>
          <p:nvPr/>
        </p:nvSpPr>
        <p:spPr>
          <a:xfrm>
            <a:off x="9464040"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Compatibilidad</a:t>
            </a:r>
            <a:endParaRPr lang="es-CL" sz="1400" noProof="0"/>
          </a:p>
        </p:txBody>
      </p:sp>
      <p:sp>
        <p:nvSpPr>
          <p:cNvPr id="1899" name="Google Shape;1899;hc7cc306779174be_4_489"/>
          <p:cNvSpPr txBox="1"/>
          <p:nvPr/>
        </p:nvSpPr>
        <p:spPr>
          <a:xfrm>
            <a:off x="9464040"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15 de 15 integraciones</a:t>
            </a:r>
            <a:endParaRPr lang="es-CL" sz="1400" noProof="0"/>
          </a:p>
        </p:txBody>
      </p:sp>
      <p:sp>
        <p:nvSpPr>
          <p:cNvPr id="1900" name="Google Shape;1900;hc7cc306779174be_4_489"/>
          <p:cNvSpPr/>
          <p:nvPr/>
        </p:nvSpPr>
        <p:spPr>
          <a:xfrm>
            <a:off x="13395959" y="470916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01" name="Google Shape;1901;hc7cc306779174be_4_489"/>
          <p:cNvSpPr txBox="1"/>
          <p:nvPr/>
        </p:nvSpPr>
        <p:spPr>
          <a:xfrm>
            <a:off x="13624559" y="487375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Usabilidad</a:t>
            </a:r>
            <a:endParaRPr lang="es-CL" sz="1400" noProof="0"/>
          </a:p>
        </p:txBody>
      </p:sp>
      <p:sp>
        <p:nvSpPr>
          <p:cNvPr id="1902" name="Google Shape;1902;hc7cc306779174be_4_489"/>
          <p:cNvSpPr txBox="1"/>
          <p:nvPr/>
        </p:nvSpPr>
        <p:spPr>
          <a:xfrm>
            <a:off x="13624559" y="536752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WCAG 2.2 AA · guantes a −22 °C</a:t>
            </a:r>
            <a:endParaRPr lang="es-CL" sz="1400" noProof="0"/>
          </a:p>
        </p:txBody>
      </p:sp>
      <p:sp>
        <p:nvSpPr>
          <p:cNvPr id="1903" name="Google Shape;1903;hc7cc306779174be_4_489"/>
          <p:cNvSpPr/>
          <p:nvPr/>
        </p:nvSpPr>
        <p:spPr>
          <a:xfrm>
            <a:off x="914400" y="6492240"/>
            <a:ext cx="3977400" cy="1600200"/>
          </a:xfrm>
          <a:prstGeom prst="roundRect">
            <a:avLst>
              <a:gd name="adj" fmla="val 8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04" name="Google Shape;1904;hc7cc306779174be_4_489"/>
          <p:cNvSpPr txBox="1"/>
          <p:nvPr/>
        </p:nvSpPr>
        <p:spPr>
          <a:xfrm>
            <a:off x="114300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FFFFFF"/>
                </a:solidFill>
                <a:latin typeface="Inter SemiBold"/>
                <a:ea typeface="Inter SemiBold"/>
                <a:cs typeface="Inter SemiBold"/>
                <a:sym typeface="Inter SemiBold"/>
              </a:rPr>
              <a:t>Fiabilidad</a:t>
            </a:r>
            <a:endParaRPr lang="es-CL" sz="1400" noProof="0"/>
          </a:p>
        </p:txBody>
      </p:sp>
      <p:sp>
        <p:nvSpPr>
          <p:cNvPr id="1905" name="Google Shape;1905;hc7cc306779174be_4_489"/>
          <p:cNvSpPr txBox="1"/>
          <p:nvPr/>
        </p:nvSpPr>
        <p:spPr>
          <a:xfrm>
            <a:off x="1143000"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FFFFFF"/>
                </a:solidFill>
                <a:latin typeface="Inter"/>
                <a:ea typeface="Inter"/>
                <a:cs typeface="Inter"/>
                <a:sym typeface="Inter"/>
              </a:rPr>
              <a:t>≥ 99,9 % · RTO ≤ 4 h · RPO ≤ 15 min</a:t>
            </a:r>
            <a:endParaRPr lang="es-CL" sz="1400" noProof="0"/>
          </a:p>
        </p:txBody>
      </p:sp>
      <p:sp>
        <p:nvSpPr>
          <p:cNvPr id="1906" name="Google Shape;1906;hc7cc306779174be_4_489"/>
          <p:cNvSpPr/>
          <p:nvPr/>
        </p:nvSpPr>
        <p:spPr>
          <a:xfrm>
            <a:off x="5074920"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07" name="Google Shape;1907;hc7cc306779174be_4_489"/>
          <p:cNvSpPr txBox="1"/>
          <p:nvPr/>
        </p:nvSpPr>
        <p:spPr>
          <a:xfrm>
            <a:off x="530352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Seguridad</a:t>
            </a:r>
            <a:endParaRPr lang="es-CL" sz="1400" noProof="0"/>
          </a:p>
        </p:txBody>
      </p:sp>
      <p:sp>
        <p:nvSpPr>
          <p:cNvPr id="1908" name="Google Shape;1908;hc7cc306779174be_4_489"/>
          <p:cNvSpPr txBox="1"/>
          <p:nvPr/>
        </p:nvSpPr>
        <p:spPr>
          <a:xfrm>
            <a:off x="5303520"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0 hallazgos críticos o altos</a:t>
            </a:r>
            <a:endParaRPr lang="es-CL" sz="1400" noProof="0"/>
          </a:p>
        </p:txBody>
      </p:sp>
      <p:sp>
        <p:nvSpPr>
          <p:cNvPr id="1909" name="Google Shape;1909;hc7cc306779174be_4_489"/>
          <p:cNvSpPr/>
          <p:nvPr/>
        </p:nvSpPr>
        <p:spPr>
          <a:xfrm>
            <a:off x="9235440"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10" name="Google Shape;1910;hc7cc306779174be_4_489"/>
          <p:cNvSpPr txBox="1"/>
          <p:nvPr/>
        </p:nvSpPr>
        <p:spPr>
          <a:xfrm>
            <a:off x="9464040"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Mantenibilidad</a:t>
            </a:r>
            <a:endParaRPr lang="es-CL" sz="1400" noProof="0"/>
          </a:p>
        </p:txBody>
      </p:sp>
      <p:sp>
        <p:nvSpPr>
          <p:cNvPr id="1911" name="Google Shape;1911;hc7cc306779174be_4_489"/>
          <p:cNvSpPr txBox="1"/>
          <p:nvPr/>
        </p:nvSpPr>
        <p:spPr>
          <a:xfrm>
            <a:off x="9464040" y="7150608"/>
            <a:ext cx="3566400" cy="492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Cobertura 70 % negocio · 80 % global</a:t>
            </a:r>
            <a:endParaRPr lang="es-CL" sz="1400" noProof="0"/>
          </a:p>
        </p:txBody>
      </p:sp>
      <p:sp>
        <p:nvSpPr>
          <p:cNvPr id="1912" name="Google Shape;1912;hc7cc306779174be_4_489"/>
          <p:cNvSpPr/>
          <p:nvPr/>
        </p:nvSpPr>
        <p:spPr>
          <a:xfrm>
            <a:off x="13395959" y="6492240"/>
            <a:ext cx="3977400" cy="1600200"/>
          </a:xfrm>
          <a:prstGeom prst="roundRect">
            <a:avLst>
              <a:gd name="adj" fmla="val 8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1913" name="Google Shape;1913;hc7cc306779174be_4_489"/>
          <p:cNvSpPr txBox="1"/>
          <p:nvPr/>
        </p:nvSpPr>
        <p:spPr>
          <a:xfrm>
            <a:off x="13624559" y="6656832"/>
            <a:ext cx="3566400" cy="3078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000" b="1" noProof="0">
                <a:solidFill>
                  <a:srgbClr val="111111"/>
                </a:solidFill>
                <a:latin typeface="Inter SemiBold"/>
                <a:ea typeface="Inter SemiBold"/>
                <a:cs typeface="Inter SemiBold"/>
                <a:sym typeface="Inter SemiBold"/>
              </a:rPr>
              <a:t>Portabilidad</a:t>
            </a:r>
            <a:endParaRPr lang="es-CL" sz="1400" noProof="0"/>
          </a:p>
        </p:txBody>
      </p:sp>
      <p:sp>
        <p:nvSpPr>
          <p:cNvPr id="1914" name="Google Shape;1914;hc7cc306779174be_4_489"/>
          <p:cNvSpPr txBox="1"/>
          <p:nvPr/>
        </p:nvSpPr>
        <p:spPr>
          <a:xfrm>
            <a:off x="13624559" y="7150608"/>
            <a:ext cx="35664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3C3C3C"/>
                </a:solidFill>
                <a:latin typeface="Inter"/>
                <a:ea typeface="Inter"/>
                <a:cs typeface="Inter"/>
                <a:sym typeface="Inter"/>
              </a:rPr>
              <a:t>Mismo artefacto de QA a Producción</a:t>
            </a:r>
            <a:endParaRPr lang="es-CL" sz="1400" noProof="0"/>
          </a:p>
        </p:txBody>
      </p:sp>
      <p:sp>
        <p:nvSpPr>
          <p:cNvPr id="1915"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1920"/>
        <p:cNvGrpSpPr/>
        <p:nvPr/>
      </p:nvGrpSpPr>
      <p:grpSpPr>
        <a:xfrm>
          <a:off x="0" y="0"/>
          <a:ext cx="0" cy="0"/>
          <a:chOff x="0" y="0"/>
          <a:chExt cx="0" cy="0"/>
        </a:xfrm>
      </p:grpSpPr>
      <p:sp>
        <p:nvSpPr>
          <p:cNvPr id="1921"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922"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923"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924"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1925" name="!!title"/>
          <p:cNvSpPr txBox="1"/>
          <p:nvPr/>
        </p:nvSpPr>
        <p:spPr>
          <a:xfrm>
            <a:off x="1435608" y="2743200"/>
            <a:ext cx="7772400" cy="17373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Calidad que</a:t>
            </a:r>
            <a:endParaRPr lang="es-CL" noProof="0"/>
          </a:p>
          <a:p>
            <a:pPr marL="0" marR="0" lvl="0" indent="0" algn="l" rtl="0">
              <a:lnSpc>
                <a:spcPct val="90000"/>
              </a:lnSpc>
              <a:spcBef>
                <a:spcPts val="0"/>
              </a:spcBef>
              <a:spcAft>
                <a:spcPts val="0"/>
              </a:spcAft>
              <a:buNone/>
            </a:pPr>
            <a:r>
              <a:rPr lang="es-CL" sz="6000" b="1" noProof="0">
                <a:solidFill>
                  <a:srgbClr val="111111"/>
                </a:solidFill>
                <a:latin typeface="Inter SemiBold"/>
                <a:ea typeface="Inter SemiBold"/>
                <a:cs typeface="Inter SemiBold"/>
                <a:sym typeface="Inter SemiBold"/>
              </a:rPr>
              <a:t>bloquea</a:t>
            </a:r>
            <a:endParaRPr lang="es-CL" noProof="0"/>
          </a:p>
        </p:txBody>
      </p:sp>
      <p:sp>
        <p:nvSpPr>
          <p:cNvPr id="1926" name="Google Shape;1926;p31"/>
          <p:cNvSpPr txBox="1"/>
          <p:nvPr/>
        </p:nvSpPr>
        <p:spPr>
          <a:xfrm>
            <a:off x="1435608" y="4846320"/>
            <a:ext cx="7589520" cy="6400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800" b="1" noProof="0">
                <a:solidFill>
                  <a:srgbClr val="3C3C3C"/>
                </a:solidFill>
                <a:latin typeface="Inter SemiBold"/>
                <a:ea typeface="Inter SemiBold"/>
                <a:cs typeface="Inter SemiBold"/>
                <a:sym typeface="Inter SemiBold"/>
              </a:rPr>
              <a:t>7 puertas. Sin excepciones.</a:t>
            </a:r>
            <a:endParaRPr lang="es-CL" noProof="0"/>
          </a:p>
        </p:txBody>
      </p:sp>
      <p:sp>
        <p:nvSpPr>
          <p:cNvPr id="1927" name="Google Shape;1927;p31"/>
          <p:cNvSpPr txBox="1"/>
          <p:nvPr/>
        </p:nvSpPr>
        <p:spPr>
          <a:xfrm>
            <a:off x="1435608" y="5760720"/>
            <a:ext cx="7680960" cy="32004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500" b="1" noProof="0">
                <a:solidFill>
                  <a:srgbClr val="E8641B"/>
                </a:solidFill>
                <a:latin typeface="Inter SemiBold"/>
                <a:ea typeface="Inter SemiBold"/>
                <a:cs typeface="Inter SemiBold"/>
                <a:sym typeface="Inter SemiBold"/>
              </a:rPr>
              <a:t>ART. 17.3 · 6 CONDICIONES PARA ACEPTAR</a:t>
            </a:r>
            <a:endParaRPr lang="es-CL" noProof="0"/>
          </a:p>
        </p:txBody>
      </p:sp>
      <p:sp>
        <p:nvSpPr>
          <p:cNvPr id="1928" name="Google Shape;1928;p31"/>
          <p:cNvSpPr/>
          <p:nvPr/>
        </p:nvSpPr>
        <p:spPr>
          <a:xfrm>
            <a:off x="1435608" y="6309359"/>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1</a:t>
            </a:r>
            <a:endParaRPr lang="es-CL" noProof="0"/>
          </a:p>
        </p:txBody>
      </p:sp>
      <p:sp>
        <p:nvSpPr>
          <p:cNvPr id="1929" name="Google Shape;1929;p31"/>
          <p:cNvSpPr txBox="1"/>
          <p:nvPr/>
        </p:nvSpPr>
        <p:spPr>
          <a:xfrm>
            <a:off x="1984248" y="6398011"/>
            <a:ext cx="3291840" cy="261610"/>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0 incidentes críticos o altos</a:t>
            </a:r>
          </a:p>
        </p:txBody>
      </p:sp>
      <p:sp>
        <p:nvSpPr>
          <p:cNvPr id="1930" name="Google Shape;1930;p31"/>
          <p:cNvSpPr/>
          <p:nvPr/>
        </p:nvSpPr>
        <p:spPr>
          <a:xfrm>
            <a:off x="5367528" y="6309359"/>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2</a:t>
            </a:r>
            <a:endParaRPr lang="es-CL" noProof="0"/>
          </a:p>
        </p:txBody>
      </p:sp>
      <p:sp>
        <p:nvSpPr>
          <p:cNvPr id="1931" name="Google Shape;1931;p31"/>
          <p:cNvSpPr txBox="1"/>
          <p:nvPr/>
        </p:nvSpPr>
        <p:spPr>
          <a:xfrm>
            <a:off x="5916168" y="6217920"/>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4 semanas de volumen real</a:t>
            </a:r>
            <a:endParaRPr lang="es-CL" noProof="0"/>
          </a:p>
        </p:txBody>
      </p:sp>
      <p:sp>
        <p:nvSpPr>
          <p:cNvPr id="1932" name="Google Shape;1932;p31"/>
          <p:cNvSpPr/>
          <p:nvPr/>
        </p:nvSpPr>
        <p:spPr>
          <a:xfrm>
            <a:off x="1435608" y="7022592"/>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3</a:t>
            </a:r>
            <a:endParaRPr lang="es-CL" noProof="0"/>
          </a:p>
        </p:txBody>
      </p:sp>
      <p:sp>
        <p:nvSpPr>
          <p:cNvPr id="1933" name="Google Shape;1933;p31"/>
          <p:cNvSpPr txBox="1"/>
          <p:nvPr/>
        </p:nvSpPr>
        <p:spPr>
          <a:xfrm>
            <a:off x="1984248" y="6931152"/>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Sin caída en despacho</a:t>
            </a:r>
            <a:endParaRPr lang="es-CL" noProof="0"/>
          </a:p>
        </p:txBody>
      </p:sp>
      <p:sp>
        <p:nvSpPr>
          <p:cNvPr id="1934" name="Google Shape;1934;p31"/>
          <p:cNvSpPr/>
          <p:nvPr/>
        </p:nvSpPr>
        <p:spPr>
          <a:xfrm>
            <a:off x="5367528" y="7022592"/>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4</a:t>
            </a:r>
            <a:endParaRPr lang="es-CL" noProof="0"/>
          </a:p>
        </p:txBody>
      </p:sp>
      <p:sp>
        <p:nvSpPr>
          <p:cNvPr id="1935" name="Google Shape;1935;p31"/>
          <p:cNvSpPr txBox="1"/>
          <p:nvPr/>
        </p:nvSpPr>
        <p:spPr>
          <a:xfrm>
            <a:off x="5916168" y="6931152"/>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Sin diferencias sin explicar</a:t>
            </a:r>
            <a:endParaRPr lang="es-CL" noProof="0"/>
          </a:p>
        </p:txBody>
      </p:sp>
      <p:sp>
        <p:nvSpPr>
          <p:cNvPr id="1936" name="Google Shape;1936;p31"/>
          <p:cNvSpPr/>
          <p:nvPr/>
        </p:nvSpPr>
        <p:spPr>
          <a:xfrm>
            <a:off x="1435608" y="7735823"/>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5</a:t>
            </a:r>
            <a:endParaRPr lang="es-CL" noProof="0"/>
          </a:p>
        </p:txBody>
      </p:sp>
      <p:sp>
        <p:nvSpPr>
          <p:cNvPr id="1937" name="Google Shape;1937;p31"/>
          <p:cNvSpPr txBox="1"/>
          <p:nvPr/>
        </p:nvSpPr>
        <p:spPr>
          <a:xfrm>
            <a:off x="1984248" y="7644383"/>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100 % usuarios certificados</a:t>
            </a:r>
            <a:endParaRPr lang="es-CL" noProof="0"/>
          </a:p>
        </p:txBody>
      </p:sp>
      <p:sp>
        <p:nvSpPr>
          <p:cNvPr id="1938" name="Google Shape;1938;p31"/>
          <p:cNvSpPr/>
          <p:nvPr/>
        </p:nvSpPr>
        <p:spPr>
          <a:xfrm>
            <a:off x="5367528" y="7735823"/>
            <a:ext cx="438912" cy="438912"/>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500" b="1" noProof="0">
                <a:solidFill>
                  <a:srgbClr val="FFFFFF"/>
                </a:solidFill>
                <a:latin typeface="Inter SemiBold"/>
                <a:ea typeface="Inter SemiBold"/>
                <a:cs typeface="Inter SemiBold"/>
                <a:sym typeface="Inter SemiBold"/>
              </a:rPr>
              <a:t>6</a:t>
            </a:r>
            <a:endParaRPr lang="es-CL" noProof="0"/>
          </a:p>
        </p:txBody>
      </p:sp>
      <p:sp>
        <p:nvSpPr>
          <p:cNvPr id="1939" name="Google Shape;1939;p31"/>
          <p:cNvSpPr txBox="1"/>
          <p:nvPr/>
        </p:nvSpPr>
        <p:spPr>
          <a:xfrm>
            <a:off x="5916168" y="7644383"/>
            <a:ext cx="3291840" cy="621792"/>
          </a:xfrm>
          <a:prstGeom prst="rect">
            <a:avLst/>
          </a:prstGeom>
          <a:noFill/>
          <a:ln>
            <a:noFill/>
          </a:ln>
        </p:spPr>
        <p:txBody>
          <a:bodyPr spcFirstLastPara="1" wrap="square" lIns="0" tIns="0" rIns="0" bIns="0" anchor="ctr" anchorCtr="0">
            <a:spAutoFit/>
          </a:bodyPr>
          <a:lstStyle/>
          <a:p>
            <a:pPr marL="0" marR="0" lvl="0" indent="0" algn="l" rtl="0">
              <a:spcBef>
                <a:spcPts val="0"/>
              </a:spcBef>
              <a:spcAft>
                <a:spcPts val="0"/>
              </a:spcAft>
              <a:buNone/>
            </a:pPr>
            <a:r>
              <a:rPr lang="es-CL" sz="1700" b="0" noProof="0">
                <a:solidFill>
                  <a:srgbClr val="3C3C3C"/>
                </a:solidFill>
                <a:latin typeface="Inter"/>
                <a:ea typeface="Inter"/>
                <a:cs typeface="Inter"/>
                <a:sym typeface="Inter"/>
              </a:rPr>
              <a:t>Acta de la Contraparte</a:t>
            </a:r>
            <a:endParaRPr lang="es-CL" noProof="0"/>
          </a:p>
        </p:txBody>
      </p:sp>
      <p:sp>
        <p:nvSpPr>
          <p:cNvPr id="1940" name="Google Shape;1940;p31"/>
          <p:cNvSpPr/>
          <p:nvPr/>
        </p:nvSpPr>
        <p:spPr>
          <a:xfrm>
            <a:off x="9509760" y="91440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41" name="Google Shape;1941;p31"/>
          <p:cNvSpPr/>
          <p:nvPr/>
        </p:nvSpPr>
        <p:spPr>
          <a:xfrm>
            <a:off x="9646920" y="105156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G0</a:t>
            </a:r>
            <a:endParaRPr lang="es-CL" noProof="0"/>
          </a:p>
        </p:txBody>
      </p:sp>
      <p:sp>
        <p:nvSpPr>
          <p:cNvPr id="1942" name="Google Shape;1942;p31"/>
          <p:cNvSpPr txBox="1"/>
          <p:nvPr/>
        </p:nvSpPr>
        <p:spPr>
          <a:xfrm>
            <a:off x="10561320" y="98755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Compromiso local</a:t>
            </a:r>
            <a:endParaRPr lang="es-CL" noProof="0"/>
          </a:p>
        </p:txBody>
      </p:sp>
      <p:sp>
        <p:nvSpPr>
          <p:cNvPr id="1943" name="Google Shape;1943;p31"/>
          <p:cNvSpPr txBox="1"/>
          <p:nvPr/>
        </p:nvSpPr>
        <p:spPr>
          <a:xfrm>
            <a:off x="10561320" y="141732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Formato y pruebas</a:t>
            </a:r>
            <a:endParaRPr lang="es-CL" noProof="0"/>
          </a:p>
        </p:txBody>
      </p:sp>
      <p:sp>
        <p:nvSpPr>
          <p:cNvPr id="1944" name="Google Shape;1944;p31"/>
          <p:cNvSpPr/>
          <p:nvPr/>
        </p:nvSpPr>
        <p:spPr>
          <a:xfrm>
            <a:off x="9509760" y="201168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45" name="Google Shape;1945;p31"/>
          <p:cNvSpPr/>
          <p:nvPr/>
        </p:nvSpPr>
        <p:spPr>
          <a:xfrm>
            <a:off x="9646920" y="214884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G1</a:t>
            </a:r>
            <a:endParaRPr lang="es-CL" noProof="0"/>
          </a:p>
        </p:txBody>
      </p:sp>
      <p:sp>
        <p:nvSpPr>
          <p:cNvPr id="1946" name="Google Shape;1946;p31"/>
          <p:cNvSpPr txBox="1"/>
          <p:nvPr/>
        </p:nvSpPr>
        <p:spPr>
          <a:xfrm>
            <a:off x="10561320" y="208483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Solicitud de fusión</a:t>
            </a:r>
            <a:endParaRPr lang="es-CL" noProof="0"/>
          </a:p>
        </p:txBody>
      </p:sp>
      <p:sp>
        <p:nvSpPr>
          <p:cNvPr id="1947" name="Google Shape;1947;p31"/>
          <p:cNvSpPr txBox="1"/>
          <p:nvPr/>
        </p:nvSpPr>
        <p:spPr>
          <a:xfrm>
            <a:off x="10561320" y="251460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Revisión por pares</a:t>
            </a:r>
            <a:endParaRPr lang="es-CL" noProof="0"/>
          </a:p>
        </p:txBody>
      </p:sp>
      <p:sp>
        <p:nvSpPr>
          <p:cNvPr id="1948" name="Google Shape;1948;p31"/>
          <p:cNvSpPr/>
          <p:nvPr/>
        </p:nvSpPr>
        <p:spPr>
          <a:xfrm>
            <a:off x="9509760" y="310896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49" name="Google Shape;1949;p31"/>
          <p:cNvSpPr/>
          <p:nvPr/>
        </p:nvSpPr>
        <p:spPr>
          <a:xfrm>
            <a:off x="9646920" y="324612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G2</a:t>
            </a:r>
            <a:endParaRPr lang="es-CL" noProof="0"/>
          </a:p>
        </p:txBody>
      </p:sp>
      <p:sp>
        <p:nvSpPr>
          <p:cNvPr id="1950" name="Google Shape;1950;p31"/>
          <p:cNvSpPr txBox="1"/>
          <p:nvPr/>
        </p:nvSpPr>
        <p:spPr>
          <a:xfrm>
            <a:off x="10561320" y="318211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Integración continua</a:t>
            </a:r>
            <a:endParaRPr lang="es-CL" noProof="0"/>
          </a:p>
        </p:txBody>
      </p:sp>
      <p:sp>
        <p:nvSpPr>
          <p:cNvPr id="1951" name="Google Shape;1951;p31"/>
          <p:cNvSpPr txBox="1"/>
          <p:nvPr/>
        </p:nvSpPr>
        <p:spPr>
          <a:xfrm>
            <a:off x="10561320" y="361188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Cobertura · complejidad · contratos</a:t>
            </a:r>
            <a:endParaRPr lang="es-CL" noProof="0"/>
          </a:p>
        </p:txBody>
      </p:sp>
      <p:sp>
        <p:nvSpPr>
          <p:cNvPr id="1952" name="Google Shape;1952;p31"/>
          <p:cNvSpPr/>
          <p:nvPr/>
        </p:nvSpPr>
        <p:spPr>
          <a:xfrm>
            <a:off x="9509760" y="420624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53" name="Google Shape;1953;p31"/>
          <p:cNvSpPr/>
          <p:nvPr/>
        </p:nvSpPr>
        <p:spPr>
          <a:xfrm>
            <a:off x="9646920" y="434340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G3</a:t>
            </a:r>
            <a:endParaRPr lang="es-CL" noProof="0"/>
          </a:p>
        </p:txBody>
      </p:sp>
      <p:sp>
        <p:nvSpPr>
          <p:cNvPr id="1954" name="Google Shape;1954;p31"/>
          <p:cNvSpPr txBox="1"/>
          <p:nvPr/>
        </p:nvSpPr>
        <p:spPr>
          <a:xfrm>
            <a:off x="10561320" y="427939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Promoción a QA</a:t>
            </a:r>
            <a:endParaRPr lang="es-CL" noProof="0"/>
          </a:p>
        </p:txBody>
      </p:sp>
      <p:sp>
        <p:nvSpPr>
          <p:cNvPr id="1955" name="Google Shape;1955;p31"/>
          <p:cNvSpPr txBox="1"/>
          <p:nvPr/>
        </p:nvSpPr>
        <p:spPr>
          <a:xfrm>
            <a:off x="10561320" y="4709159"/>
            <a:ext cx="6675120" cy="246221"/>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Sin vulnerabilidades críticas o altas</a:t>
            </a:r>
          </a:p>
        </p:txBody>
      </p:sp>
      <p:sp>
        <p:nvSpPr>
          <p:cNvPr id="1956" name="Google Shape;1956;p31"/>
          <p:cNvSpPr/>
          <p:nvPr/>
        </p:nvSpPr>
        <p:spPr>
          <a:xfrm>
            <a:off x="9509760" y="5303520"/>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57" name="Google Shape;1957;p31"/>
          <p:cNvSpPr/>
          <p:nvPr/>
        </p:nvSpPr>
        <p:spPr>
          <a:xfrm>
            <a:off x="9646920" y="544068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G4</a:t>
            </a:r>
            <a:endParaRPr lang="es-CL" noProof="0"/>
          </a:p>
        </p:txBody>
      </p:sp>
      <p:sp>
        <p:nvSpPr>
          <p:cNvPr id="1958" name="Google Shape;1958;p31"/>
          <p:cNvSpPr txBox="1"/>
          <p:nvPr/>
        </p:nvSpPr>
        <p:spPr>
          <a:xfrm>
            <a:off x="10561320" y="537667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Preproducción</a:t>
            </a:r>
            <a:endParaRPr lang="es-CL" noProof="0"/>
          </a:p>
        </p:txBody>
      </p:sp>
      <p:sp>
        <p:nvSpPr>
          <p:cNvPr id="1959" name="Google Shape;1959;p31"/>
          <p:cNvSpPr txBox="1"/>
          <p:nvPr/>
        </p:nvSpPr>
        <p:spPr>
          <a:xfrm>
            <a:off x="10561320" y="580644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Regresión · DAST · WCAG</a:t>
            </a:r>
            <a:endParaRPr lang="es-CL" noProof="0"/>
          </a:p>
        </p:txBody>
      </p:sp>
      <p:sp>
        <p:nvSpPr>
          <p:cNvPr id="1960" name="Google Shape;1960;p31"/>
          <p:cNvSpPr/>
          <p:nvPr/>
        </p:nvSpPr>
        <p:spPr>
          <a:xfrm>
            <a:off x="9509760" y="6400800"/>
            <a:ext cx="7863840" cy="960120"/>
          </a:xfrm>
          <a:prstGeom prst="roundRect">
            <a:avLst>
              <a:gd name="adj" fmla="val 15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61" name="Google Shape;1961;p31"/>
          <p:cNvSpPr/>
          <p:nvPr/>
        </p:nvSpPr>
        <p:spPr>
          <a:xfrm>
            <a:off x="9646920" y="653796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G5</a:t>
            </a:r>
            <a:endParaRPr lang="es-CL" noProof="0"/>
          </a:p>
        </p:txBody>
      </p:sp>
      <p:sp>
        <p:nvSpPr>
          <p:cNvPr id="1962" name="Google Shape;1962;p31"/>
          <p:cNvSpPr txBox="1"/>
          <p:nvPr/>
        </p:nvSpPr>
        <p:spPr>
          <a:xfrm>
            <a:off x="10561320" y="6473952"/>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FFFFFF"/>
                </a:solidFill>
                <a:latin typeface="Inter SemiBold"/>
                <a:ea typeface="Inter SemiBold"/>
                <a:cs typeface="Inter SemiBold"/>
                <a:sym typeface="Inter SemiBold"/>
              </a:rPr>
              <a:t>Entrada a Producción</a:t>
            </a:r>
            <a:endParaRPr lang="es-CL" noProof="0"/>
          </a:p>
        </p:txBody>
      </p:sp>
      <p:sp>
        <p:nvSpPr>
          <p:cNvPr id="1963" name="Google Shape;1963;p31"/>
          <p:cNvSpPr txBox="1"/>
          <p:nvPr/>
        </p:nvSpPr>
        <p:spPr>
          <a:xfrm>
            <a:off x="10561320" y="690372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C7C7C7"/>
                </a:solidFill>
                <a:latin typeface="Inter"/>
                <a:ea typeface="Inter"/>
                <a:cs typeface="Inter"/>
                <a:sym typeface="Inter"/>
              </a:rPr>
              <a:t>Pruebas habilitantes · reversión</a:t>
            </a:r>
            <a:endParaRPr lang="es-CL" noProof="0"/>
          </a:p>
        </p:txBody>
      </p:sp>
      <p:sp>
        <p:nvSpPr>
          <p:cNvPr id="1964" name="Google Shape;1964;p31"/>
          <p:cNvSpPr/>
          <p:nvPr/>
        </p:nvSpPr>
        <p:spPr>
          <a:xfrm>
            <a:off x="9509760" y="7498079"/>
            <a:ext cx="7863840" cy="960120"/>
          </a:xfrm>
          <a:prstGeom prst="roundRect">
            <a:avLst>
              <a:gd name="adj" fmla="val 15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965" name="Google Shape;1965;p31"/>
          <p:cNvSpPr/>
          <p:nvPr/>
        </p:nvSpPr>
        <p:spPr>
          <a:xfrm>
            <a:off x="9646920" y="7635240"/>
            <a:ext cx="685800" cy="685800"/>
          </a:xfrm>
          <a:prstGeom prst="roundRect">
            <a:avLst>
              <a:gd name="adj" fmla="val 20000"/>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700" b="1" noProof="0">
                <a:solidFill>
                  <a:srgbClr val="FFFFFF"/>
                </a:solidFill>
                <a:latin typeface="Inter SemiBold"/>
                <a:ea typeface="Inter SemiBold"/>
                <a:cs typeface="Inter SemiBold"/>
                <a:sym typeface="Inter SemiBold"/>
              </a:rPr>
              <a:t>G6</a:t>
            </a:r>
            <a:endParaRPr lang="es-CL" noProof="0"/>
          </a:p>
        </p:txBody>
      </p:sp>
      <p:sp>
        <p:nvSpPr>
          <p:cNvPr id="1966" name="Google Shape;1966;p31"/>
          <p:cNvSpPr txBox="1"/>
          <p:nvPr/>
        </p:nvSpPr>
        <p:spPr>
          <a:xfrm>
            <a:off x="10561320" y="7571231"/>
            <a:ext cx="66751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900" b="1" noProof="0">
                <a:solidFill>
                  <a:srgbClr val="111111"/>
                </a:solidFill>
                <a:latin typeface="Inter SemiBold"/>
                <a:ea typeface="Inter SemiBold"/>
                <a:cs typeface="Inter SemiBold"/>
                <a:sym typeface="Inter SemiBold"/>
              </a:rPr>
              <a:t>Producción supervisada</a:t>
            </a:r>
            <a:endParaRPr lang="es-CL" noProof="0"/>
          </a:p>
        </p:txBody>
      </p:sp>
      <p:sp>
        <p:nvSpPr>
          <p:cNvPr id="1967" name="Google Shape;1967;p31"/>
          <p:cNvSpPr txBox="1"/>
          <p:nvPr/>
        </p:nvSpPr>
        <p:spPr>
          <a:xfrm>
            <a:off x="10561320" y="8001000"/>
            <a:ext cx="6675120" cy="38404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Canario · presupuesto de error</a:t>
            </a:r>
            <a:endParaRPr lang="es-CL" noProof="0"/>
          </a:p>
        </p:txBody>
      </p:sp>
      <p:sp>
        <p:nvSpPr>
          <p:cNvPr id="196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1972"/>
        <p:cNvGrpSpPr/>
        <p:nvPr/>
      </p:nvGrpSpPr>
      <p:grpSpPr>
        <a:xfrm>
          <a:off x="0" y="0"/>
          <a:ext cx="0" cy="0"/>
          <a:chOff x="0" y="0"/>
          <a:chExt cx="0" cy="0"/>
        </a:xfrm>
      </p:grpSpPr>
      <p:sp>
        <p:nvSpPr>
          <p:cNvPr id="1973" name="!!deco_1438196a_1"/>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974" name="!!title"/>
          <p:cNvSpPr txBox="1"/>
          <p:nvPr/>
        </p:nvSpPr>
        <p:spPr>
          <a:xfrm>
            <a:off x="2286000" y="1226844"/>
            <a:ext cx="13716000" cy="831300"/>
          </a:xfrm>
          <a:prstGeom prst="rect">
            <a:avLst/>
          </a:prstGeom>
          <a:noFill/>
          <a:ln>
            <a:noFill/>
          </a:ln>
        </p:spPr>
        <p:txBody>
          <a:bodyPr spcFirstLastPara="1" wrap="square" lIns="0" tIns="0" rIns="0" bIns="0" anchor="t" anchorCtr="0">
            <a:spAutoFit/>
          </a:bodyPr>
          <a:lstStyle/>
          <a:p>
            <a:pPr marL="0" marR="0" lvl="0" indent="0" algn="ctr" rtl="0">
              <a:lnSpc>
                <a:spcPct val="194851"/>
              </a:lnSpc>
              <a:spcBef>
                <a:spcPts val="0"/>
              </a:spcBef>
              <a:spcAft>
                <a:spcPts val="0"/>
              </a:spcAft>
              <a:buNone/>
            </a:pPr>
            <a:r>
              <a:rPr lang="es-CL" sz="5400" b="1" noProof="0">
                <a:solidFill>
                  <a:srgbClr val="111111"/>
                </a:solidFill>
                <a:latin typeface="Inter SemiBold"/>
                <a:ea typeface="Inter SemiBold"/>
                <a:cs typeface="Inter SemiBold"/>
                <a:sym typeface="Inter SemiBold"/>
              </a:rPr>
              <a:t>Pruebas: del código al terreno</a:t>
            </a:r>
            <a:endParaRPr lang="es-CL" sz="1400" noProof="0"/>
          </a:p>
        </p:txBody>
      </p:sp>
      <p:sp>
        <p:nvSpPr>
          <p:cNvPr id="1975" name="!!deco_1438196a_2"/>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976"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977" name="!!deco_78f3c294_1"/>
          <p:cNvSpPr/>
          <p:nvPr/>
        </p:nvSpPr>
        <p:spPr>
          <a:xfrm flipH="1">
            <a:off x="17055578" y="8954933"/>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978" name="!!deco_78f3c294_2"/>
          <p:cNvSpPr/>
          <p:nvPr/>
        </p:nvSpPr>
        <p:spPr>
          <a:xfrm flipH="1">
            <a:off x="16902895" y="8954933"/>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979" name="Google Shape;1979;hc7cc306779174be_4_957"/>
          <p:cNvSpPr txBox="1"/>
          <p:nvPr/>
        </p:nvSpPr>
        <p:spPr>
          <a:xfrm>
            <a:off x="14856791" y="8961120"/>
            <a:ext cx="1948800" cy="27720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000000"/>
                </a:solidFill>
                <a:latin typeface="Inter"/>
                <a:ea typeface="Inter"/>
                <a:cs typeface="Inter"/>
                <a:sym typeface="Inter"/>
              </a:rPr>
              <a:t>Siguiente</a:t>
            </a:r>
            <a:endParaRPr lang="es-CL" sz="1400" noProof="0"/>
          </a:p>
        </p:txBody>
      </p:sp>
      <p:sp>
        <p:nvSpPr>
          <p:cNvPr id="1981" name="Google Shape;1981;hc7cc306779174be_4_957"/>
          <p:cNvSpPr/>
          <p:nvPr/>
        </p:nvSpPr>
        <p:spPr>
          <a:xfrm>
            <a:off x="914400" y="3246120"/>
            <a:ext cx="3154800" cy="567000"/>
          </a:xfrm>
          <a:prstGeom prst="roundRect">
            <a:avLst>
              <a:gd name="adj" fmla="val 20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Desarrollo</a:t>
            </a:r>
            <a:endParaRPr lang="es-CL" sz="1400" noProof="0"/>
          </a:p>
        </p:txBody>
      </p:sp>
      <p:sp>
        <p:nvSpPr>
          <p:cNvPr id="1982" name="Google Shape;1982;hc7cc306779174be_4_957"/>
          <p:cNvSpPr/>
          <p:nvPr/>
        </p:nvSpPr>
        <p:spPr>
          <a:xfrm>
            <a:off x="914400"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Unitarias y componente</a:t>
            </a:r>
            <a:endParaRPr lang="es-CL" sz="1400" noProof="0"/>
          </a:p>
        </p:txBody>
      </p:sp>
      <p:sp>
        <p:nvSpPr>
          <p:cNvPr id="1983" name="Google Shape;1983;hc7cc306779174be_4_957"/>
          <p:cNvSpPr/>
          <p:nvPr/>
        </p:nvSpPr>
        <p:spPr>
          <a:xfrm>
            <a:off x="914400"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Contratos de API</a:t>
            </a:r>
            <a:endParaRPr lang="es-CL" sz="1400" noProof="0"/>
          </a:p>
        </p:txBody>
      </p:sp>
      <p:cxnSp>
        <p:nvCxnSpPr>
          <p:cNvPr id="1984" name="Google Shape;1984;hc7cc306779174be_4_957"/>
          <p:cNvCxnSpPr/>
          <p:nvPr/>
        </p:nvCxnSpPr>
        <p:spPr>
          <a:xfrm>
            <a:off x="4069080"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85" name="Google Shape;1985;hc7cc306779174be_4_957"/>
          <p:cNvSpPr/>
          <p:nvPr/>
        </p:nvSpPr>
        <p:spPr>
          <a:xfrm>
            <a:off x="4242816" y="3246120"/>
            <a:ext cx="3154800" cy="567000"/>
          </a:xfrm>
          <a:prstGeom prst="roundRect">
            <a:avLst>
              <a:gd name="adj" fmla="val 20000"/>
            </a:avLst>
          </a:prstGeom>
          <a:solidFill>
            <a:srgbClr val="3C3C3C"/>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QA</a:t>
            </a:r>
            <a:endParaRPr lang="es-CL" sz="1400" noProof="0"/>
          </a:p>
        </p:txBody>
      </p:sp>
      <p:sp>
        <p:nvSpPr>
          <p:cNvPr id="1986" name="Google Shape;1986;hc7cc306779174be_4_957"/>
          <p:cNvSpPr/>
          <p:nvPr/>
        </p:nvSpPr>
        <p:spPr>
          <a:xfrm>
            <a:off x="4242816"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Integración de 15 flujos</a:t>
            </a:r>
            <a:endParaRPr lang="es-CL" sz="1400" noProof="0"/>
          </a:p>
        </p:txBody>
      </p:sp>
      <p:sp>
        <p:nvSpPr>
          <p:cNvPr id="1987" name="Google Shape;1987;hc7cc306779174be_4_957"/>
          <p:cNvSpPr/>
          <p:nvPr/>
        </p:nvSpPr>
        <p:spPr>
          <a:xfrm>
            <a:off x="4242816"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Sistema y regresión</a:t>
            </a:r>
            <a:endParaRPr lang="es-CL" sz="1400" noProof="0"/>
          </a:p>
        </p:txBody>
      </p:sp>
      <p:sp>
        <p:nvSpPr>
          <p:cNvPr id="1988" name="Google Shape;1988;hc7cc306779174be_4_957"/>
          <p:cNvSpPr/>
          <p:nvPr/>
        </p:nvSpPr>
        <p:spPr>
          <a:xfrm>
            <a:off x="4242816"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DAST y accesibilidad</a:t>
            </a:r>
            <a:endParaRPr lang="es-CL" sz="1400" noProof="0"/>
          </a:p>
        </p:txBody>
      </p:sp>
      <p:cxnSp>
        <p:nvCxnSpPr>
          <p:cNvPr id="1989" name="Google Shape;1989;hc7cc306779174be_4_957"/>
          <p:cNvCxnSpPr/>
          <p:nvPr/>
        </p:nvCxnSpPr>
        <p:spPr>
          <a:xfrm>
            <a:off x="7397496"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90" name="Google Shape;1990;hc7cc306779174be_4_957"/>
          <p:cNvSpPr/>
          <p:nvPr/>
        </p:nvSpPr>
        <p:spPr>
          <a:xfrm>
            <a:off x="7571232" y="3246120"/>
            <a:ext cx="3154800" cy="567000"/>
          </a:xfrm>
          <a:prstGeom prst="roundRect">
            <a:avLst>
              <a:gd name="adj" fmla="val 20000"/>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Preproducción</a:t>
            </a:r>
            <a:endParaRPr lang="es-CL" sz="1400" noProof="0"/>
          </a:p>
        </p:txBody>
      </p:sp>
      <p:sp>
        <p:nvSpPr>
          <p:cNvPr id="1991" name="Google Shape;1991;hc7cc306779174be_4_957"/>
          <p:cNvSpPr/>
          <p:nvPr/>
        </p:nvSpPr>
        <p:spPr>
          <a:xfrm>
            <a:off x="7571232"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Aceptación de usuario</a:t>
            </a:r>
            <a:endParaRPr lang="es-CL" sz="1400" noProof="0"/>
          </a:p>
        </p:txBody>
      </p:sp>
      <p:sp>
        <p:nvSpPr>
          <p:cNvPr id="1992" name="Google Shape;1992;hc7cc306779174be_4_957"/>
          <p:cNvSpPr/>
          <p:nvPr/>
        </p:nvSpPr>
        <p:spPr>
          <a:xfrm>
            <a:off x="7571232"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Carga 1,5× y estrés</a:t>
            </a:r>
            <a:endParaRPr lang="es-CL" sz="1400" noProof="0"/>
          </a:p>
        </p:txBody>
      </p:sp>
      <p:sp>
        <p:nvSpPr>
          <p:cNvPr id="1993" name="Google Shape;1993;hc7cc306779174be_4_957"/>
          <p:cNvSpPr/>
          <p:nvPr/>
        </p:nvSpPr>
        <p:spPr>
          <a:xfrm>
            <a:off x="7571232"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Resiliencia: sitios 24 h</a:t>
            </a:r>
            <a:endParaRPr lang="es-CL" sz="1400" noProof="0"/>
          </a:p>
        </p:txBody>
      </p:sp>
      <p:sp>
        <p:nvSpPr>
          <p:cNvPr id="1994" name="Google Shape;1994;hc7cc306779174be_4_957"/>
          <p:cNvSpPr/>
          <p:nvPr/>
        </p:nvSpPr>
        <p:spPr>
          <a:xfrm>
            <a:off x="7571232" y="585215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Migración y despliegue</a:t>
            </a:r>
            <a:endParaRPr lang="es-CL" sz="1400" noProof="0"/>
          </a:p>
        </p:txBody>
      </p:sp>
      <p:sp>
        <p:nvSpPr>
          <p:cNvPr id="1995" name="Google Shape;1995;hc7cc306779174be_4_957"/>
          <p:cNvSpPr/>
          <p:nvPr/>
        </p:nvSpPr>
        <p:spPr>
          <a:xfrm>
            <a:off x="7571232" y="649224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Intrusión por un tercero</a:t>
            </a:r>
            <a:endParaRPr lang="es-CL" sz="1400" noProof="0"/>
          </a:p>
        </p:txBody>
      </p:sp>
      <p:cxnSp>
        <p:nvCxnSpPr>
          <p:cNvPr id="1996" name="Google Shape;1996;hc7cc306779174be_4_957"/>
          <p:cNvCxnSpPr/>
          <p:nvPr/>
        </p:nvCxnSpPr>
        <p:spPr>
          <a:xfrm>
            <a:off x="10725912"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1997" name="Google Shape;1997;hc7cc306779174be_4_957"/>
          <p:cNvSpPr/>
          <p:nvPr/>
        </p:nvSpPr>
        <p:spPr>
          <a:xfrm>
            <a:off x="10899648" y="3246120"/>
            <a:ext cx="3154800" cy="567000"/>
          </a:xfrm>
          <a:prstGeom prst="roundRect">
            <a:avLst>
              <a:gd name="adj" fmla="val 20000"/>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Terreno</a:t>
            </a:r>
            <a:endParaRPr lang="es-CL" sz="1400" noProof="0"/>
          </a:p>
        </p:txBody>
      </p:sp>
      <p:sp>
        <p:nvSpPr>
          <p:cNvPr id="1998" name="Google Shape;1998;hc7cc306779174be_4_957"/>
          <p:cNvSpPr/>
          <p:nvPr/>
        </p:nvSpPr>
        <p:spPr>
          <a:xfrm>
            <a:off x="10899648"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14 h sin señal</a:t>
            </a:r>
            <a:endParaRPr lang="es-CL" sz="1400" noProof="0"/>
          </a:p>
        </p:txBody>
      </p:sp>
      <p:sp>
        <p:nvSpPr>
          <p:cNvPr id="1999" name="Google Shape;1999;hc7cc306779174be_4_957"/>
          <p:cNvSpPr/>
          <p:nvPr/>
        </p:nvSpPr>
        <p:spPr>
          <a:xfrm>
            <a:off x="10899648"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−22 °C con guantes</a:t>
            </a:r>
            <a:endParaRPr lang="es-CL" sz="1400" noProof="0"/>
          </a:p>
        </p:txBody>
      </p:sp>
      <p:sp>
        <p:nvSpPr>
          <p:cNvPr id="2000" name="Google Shape;2000;hc7cc306779174be_4_957"/>
          <p:cNvSpPr/>
          <p:nvPr/>
        </p:nvSpPr>
        <p:spPr>
          <a:xfrm>
            <a:off x="10899648" y="5212079"/>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Lluvia · &gt; 34 °C · una mano</a:t>
            </a:r>
            <a:endParaRPr lang="es-CL" sz="1400" noProof="0"/>
          </a:p>
        </p:txBody>
      </p:sp>
      <p:cxnSp>
        <p:nvCxnSpPr>
          <p:cNvPr id="2001" name="Google Shape;2001;hc7cc306779174be_4_957"/>
          <p:cNvCxnSpPr/>
          <p:nvPr/>
        </p:nvCxnSpPr>
        <p:spPr>
          <a:xfrm>
            <a:off x="14054328" y="3529584"/>
            <a:ext cx="174000" cy="0"/>
          </a:xfrm>
          <a:prstGeom prst="straightConnector1">
            <a:avLst/>
          </a:prstGeom>
          <a:noFill/>
          <a:ln w="38100" cap="flat" cmpd="sng">
            <a:solidFill>
              <a:srgbClr val="9A9A9A"/>
            </a:solidFill>
            <a:prstDash val="solid"/>
            <a:round/>
            <a:headEnd type="none" w="sm" len="sm"/>
            <a:tailEnd type="triangle" w="med" len="med"/>
          </a:ln>
          <a:effectLst>
            <a:outerShdw blurRad="80000" dist="40000" dir="5400000" rotWithShape="0">
              <a:srgbClr val="000000">
                <a:alpha val="38040"/>
              </a:srgbClr>
            </a:outerShdw>
          </a:effectLst>
        </p:spPr>
      </p:cxnSp>
      <p:sp>
        <p:nvSpPr>
          <p:cNvPr id="2002" name="Google Shape;2002;hc7cc306779174be_4_957"/>
          <p:cNvSpPr/>
          <p:nvPr/>
        </p:nvSpPr>
        <p:spPr>
          <a:xfrm>
            <a:off x="14228064" y="3246120"/>
            <a:ext cx="3154800" cy="567000"/>
          </a:xfrm>
          <a:prstGeom prst="roundRect">
            <a:avLst>
              <a:gd name="adj" fmla="val 20000"/>
            </a:avLst>
          </a:prstGeom>
          <a:solidFill>
            <a:srgbClr val="B84A0F"/>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Producción</a:t>
            </a:r>
            <a:endParaRPr lang="es-CL" sz="1400" noProof="0"/>
          </a:p>
        </p:txBody>
      </p:sp>
      <p:sp>
        <p:nvSpPr>
          <p:cNvPr id="2003" name="Google Shape;2003;hc7cc306779174be_4_957"/>
          <p:cNvSpPr/>
          <p:nvPr/>
        </p:nvSpPr>
        <p:spPr>
          <a:xfrm>
            <a:off x="14228064" y="393192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Recuperación: RTO ≤ 4 h</a:t>
            </a:r>
            <a:endParaRPr lang="es-CL" sz="1400" noProof="0"/>
          </a:p>
        </p:txBody>
      </p:sp>
      <p:sp>
        <p:nvSpPr>
          <p:cNvPr id="2004" name="Google Shape;2004;hc7cc306779174be_4_957"/>
          <p:cNvSpPr/>
          <p:nvPr/>
        </p:nvSpPr>
        <p:spPr>
          <a:xfrm>
            <a:off x="14228064" y="4572000"/>
            <a:ext cx="3154800" cy="548400"/>
          </a:xfrm>
          <a:prstGeom prst="roundRect">
            <a:avLst>
              <a:gd name="adj" fmla="val 15000"/>
            </a:avLst>
          </a:prstGeom>
          <a:solidFill>
            <a:srgbClr val="F4F4F4"/>
          </a:solidFill>
          <a:ln>
            <a:noFill/>
          </a:ln>
        </p:spPr>
        <p:txBody>
          <a:bodyPr spcFirstLastPara="1" wrap="square" lIns="54850" tIns="45700" rIns="54850" bIns="45700" anchor="ctr" anchorCtr="0">
            <a:noAutofit/>
          </a:bodyPr>
          <a:lstStyle/>
          <a:p>
            <a:pPr marL="0" marR="0" lvl="0" indent="0" algn="ctr" rtl="0">
              <a:spcBef>
                <a:spcPts val="0"/>
              </a:spcBef>
              <a:spcAft>
                <a:spcPts val="0"/>
              </a:spcAft>
              <a:buNone/>
            </a:pPr>
            <a:r>
              <a:rPr lang="es-CL" sz="1600" b="1" noProof="0">
                <a:solidFill>
                  <a:srgbClr val="111111"/>
                </a:solidFill>
                <a:latin typeface="Inter SemiBold"/>
                <a:ea typeface="Inter SemiBold"/>
                <a:cs typeface="Inter SemiBold"/>
                <a:sym typeface="Inter SemiBold"/>
              </a:rPr>
              <a:t>Marcha blanca: indicadores diarios</a:t>
            </a:r>
            <a:endParaRPr lang="es-CL" sz="1400" noProof="0"/>
          </a:p>
        </p:txBody>
      </p:sp>
      <p:sp>
        <p:nvSpPr>
          <p:cNvPr id="2005" name="Google Shape;2005;hc7cc306779174be_4_957"/>
          <p:cNvSpPr/>
          <p:nvPr/>
        </p:nvSpPr>
        <p:spPr>
          <a:xfrm>
            <a:off x="91440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1.316 casos</a:t>
            </a:r>
            <a:endParaRPr lang="es-CL" sz="1400" noProof="0"/>
          </a:p>
          <a:p>
            <a:pPr marL="0" marR="0" lvl="0" indent="0" algn="l" rtl="0">
              <a:spcBef>
                <a:spcPts val="0"/>
              </a:spcBef>
              <a:spcAft>
                <a:spcPts val="0"/>
              </a:spcAft>
              <a:buNone/>
            </a:pPr>
            <a:r>
              <a:rPr lang="es-CL" sz="1600" b="0" noProof="0">
                <a:solidFill>
                  <a:srgbClr val="3C3C3C"/>
                </a:solidFill>
                <a:latin typeface="Inter"/>
                <a:ea typeface="Inter"/>
                <a:cs typeface="Inter"/>
                <a:sym typeface="Inter"/>
              </a:rPr>
              <a:t>80 % automatizados</a:t>
            </a:r>
            <a:endParaRPr lang="es-CL" sz="1400" noProof="0"/>
          </a:p>
        </p:txBody>
      </p:sp>
      <p:sp>
        <p:nvSpPr>
          <p:cNvPr id="2006" name="Google Shape;2006;hc7cc306779174be_4_957"/>
          <p:cNvSpPr/>
          <p:nvPr/>
        </p:nvSpPr>
        <p:spPr>
          <a:xfrm>
            <a:off x="507492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21,99 TPS</a:t>
            </a:r>
            <a:endParaRPr lang="es-CL" sz="1400" noProof="0"/>
          </a:p>
          <a:p>
            <a:pPr marL="0" marR="0" lvl="0" indent="0" algn="l" rtl="0">
              <a:spcBef>
                <a:spcPts val="0"/>
              </a:spcBef>
              <a:spcAft>
                <a:spcPts val="0"/>
              </a:spcAft>
              <a:buNone/>
            </a:pPr>
            <a:r>
              <a:rPr lang="es-CL" sz="1600" b="0" noProof="0">
                <a:solidFill>
                  <a:srgbClr val="3C3C3C"/>
                </a:solidFill>
                <a:latin typeface="Inter"/>
                <a:ea typeface="Inter"/>
                <a:cs typeface="Inter"/>
                <a:sym typeface="Inter"/>
              </a:rPr>
              <a:t>carga = 1,5 × </a:t>
            </a:r>
            <a:r>
              <a:rPr lang="es-CL" sz="1600" b="0" noProof="0" err="1">
                <a:solidFill>
                  <a:srgbClr val="3C3C3C"/>
                </a:solidFill>
                <a:latin typeface="Inter"/>
                <a:ea typeface="Inter"/>
                <a:cs typeface="Inter"/>
                <a:sym typeface="Inter"/>
              </a:rPr>
              <a:t>peak</a:t>
            </a:r>
            <a:r>
              <a:rPr lang="es-CL" sz="1600" b="0" noProof="0">
                <a:solidFill>
                  <a:srgbClr val="3C3C3C"/>
                </a:solidFill>
                <a:latin typeface="Inter"/>
                <a:ea typeface="Inter"/>
                <a:cs typeface="Inter"/>
                <a:sym typeface="Inter"/>
              </a:rPr>
              <a:t> de septiembre</a:t>
            </a:r>
            <a:endParaRPr lang="es-CL" sz="1400" noProof="0"/>
          </a:p>
        </p:txBody>
      </p:sp>
      <p:sp>
        <p:nvSpPr>
          <p:cNvPr id="2007" name="Google Shape;2007;hc7cc306779174be_4_957"/>
          <p:cNvSpPr/>
          <p:nvPr/>
        </p:nvSpPr>
        <p:spPr>
          <a:xfrm>
            <a:off x="9235440"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≈4,4 h</a:t>
            </a:r>
          </a:p>
          <a:p>
            <a:pPr marL="0" marR="0" lvl="0" indent="0" algn="l" rtl="0">
              <a:spcBef>
                <a:spcPts val="0"/>
              </a:spcBef>
              <a:spcAft>
                <a:spcPts val="0"/>
              </a:spcAft>
              <a:buNone/>
            </a:pPr>
            <a:r>
              <a:rPr lang="es-CL" sz="1600" b="0" noProof="0">
                <a:solidFill>
                  <a:srgbClr val="3C3C3C"/>
                </a:solidFill>
                <a:latin typeface="Inter"/>
                <a:ea typeface="Inter"/>
                <a:cs typeface="Inter"/>
                <a:sym typeface="Inter"/>
              </a:rPr>
              <a:t>regresión automatizada con 2 ejecutores</a:t>
            </a:r>
            <a:endParaRPr lang="es-CL" sz="1400" noProof="0"/>
          </a:p>
        </p:txBody>
      </p:sp>
      <p:sp>
        <p:nvSpPr>
          <p:cNvPr id="2008" name="Google Shape;2008;hc7cc306779174be_4_957"/>
          <p:cNvSpPr/>
          <p:nvPr/>
        </p:nvSpPr>
        <p:spPr>
          <a:xfrm>
            <a:off x="13395959" y="7315200"/>
            <a:ext cx="3977400" cy="1005600"/>
          </a:xfrm>
          <a:prstGeom prst="roundRect">
            <a:avLst>
              <a:gd name="adj" fmla="val 10000"/>
            </a:avLst>
          </a:prstGeom>
          <a:solidFill>
            <a:srgbClr val="FFFFFF"/>
          </a:solidFill>
          <a:ln w="38100" cap="flat" cmpd="sng">
            <a:solidFill>
              <a:srgbClr val="E8641B"/>
            </a:solidFill>
            <a:prstDash val="solid"/>
            <a:round/>
            <a:headEnd type="none" w="sm" len="sm"/>
            <a:tailEnd type="none" w="sm" len="sm"/>
          </a:ln>
        </p:spPr>
        <p:txBody>
          <a:bodyPr spcFirstLastPara="1" wrap="square" lIns="201150" tIns="45700" rIns="201150" bIns="45700" anchor="ctr" anchorCtr="0">
            <a:noAutofit/>
          </a:bodyPr>
          <a:lstStyle/>
          <a:p>
            <a:pPr marL="0" marR="0" lvl="0" indent="0" algn="l" rtl="0">
              <a:spcBef>
                <a:spcPts val="0"/>
              </a:spcBef>
              <a:spcAft>
                <a:spcPts val="0"/>
              </a:spcAft>
              <a:buNone/>
            </a:pPr>
            <a:r>
              <a:rPr lang="es-CL" sz="2200" b="1" noProof="0">
                <a:solidFill>
                  <a:srgbClr val="E8641B"/>
                </a:solidFill>
                <a:latin typeface="Inter SemiBold"/>
                <a:ea typeface="Inter SemiBold"/>
                <a:cs typeface="Inter SemiBold"/>
                <a:sym typeface="Inter SemiBold"/>
              </a:rPr>
              <a:t>0 datos reales</a:t>
            </a:r>
            <a:endParaRPr lang="es-CL" sz="1400" noProof="0"/>
          </a:p>
          <a:p>
            <a:pPr marL="0" marR="0" lvl="0" indent="0" algn="l" rtl="0">
              <a:spcBef>
                <a:spcPts val="0"/>
              </a:spcBef>
              <a:spcAft>
                <a:spcPts val="0"/>
              </a:spcAft>
              <a:buNone/>
            </a:pPr>
            <a:r>
              <a:rPr lang="es-CL" sz="1600" b="0" noProof="0">
                <a:solidFill>
                  <a:srgbClr val="3C3C3C"/>
                </a:solidFill>
                <a:latin typeface="Inter"/>
                <a:ea typeface="Inter"/>
                <a:cs typeface="Inter"/>
                <a:sym typeface="Inter"/>
              </a:rPr>
              <a:t>en pruebas sin anonimizar</a:t>
            </a:r>
            <a:endParaRPr lang="es-CL" sz="1400" noProof="0"/>
          </a:p>
        </p:txBody>
      </p:sp>
      <p:sp>
        <p:nvSpPr>
          <p:cNvPr id="200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2013"/>
        <p:cNvGrpSpPr/>
        <p:nvPr/>
      </p:nvGrpSpPr>
      <p:grpSpPr>
        <a:xfrm>
          <a:off x="0" y="0"/>
          <a:ext cx="0" cy="0"/>
          <a:chOff x="0" y="0"/>
          <a:chExt cx="0" cy="0"/>
        </a:xfrm>
      </p:grpSpPr>
      <p:sp>
        <p:nvSpPr>
          <p:cNvPr id="2014"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2015"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2016"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2017"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2018" name="!!title"/>
          <p:cNvSpPr txBox="1"/>
          <p:nvPr/>
        </p:nvSpPr>
        <p:spPr>
          <a:xfrm>
            <a:off x="1435608" y="2743200"/>
            <a:ext cx="7772400" cy="17373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400" b="1" noProof="0">
                <a:solidFill>
                  <a:srgbClr val="111111"/>
                </a:solidFill>
                <a:latin typeface="Inter SemiBold"/>
                <a:ea typeface="Inter SemiBold"/>
                <a:cs typeface="Inter SemiBold"/>
                <a:sym typeface="Inter SemiBold"/>
              </a:rPr>
              <a:t>Trazabilidad y mejora</a:t>
            </a:r>
            <a:endParaRPr lang="es-CL" sz="1400" noProof="0"/>
          </a:p>
        </p:txBody>
      </p:sp>
      <p:sp>
        <p:nvSpPr>
          <p:cNvPr id="2019" name="Google Shape;2019;hc7cc306779174be_4_1072"/>
          <p:cNvSpPr txBox="1"/>
          <p:nvPr/>
        </p:nvSpPr>
        <p:spPr>
          <a:xfrm>
            <a:off x="9418320" y="457200"/>
            <a:ext cx="8138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DE EXTREMO A EXTREMO · EJEMPLO: RETIRO EN &lt; 2 H</a:t>
            </a:r>
            <a:endParaRPr lang="es-CL" sz="1400" noProof="0"/>
          </a:p>
        </p:txBody>
      </p:sp>
      <p:sp>
        <p:nvSpPr>
          <p:cNvPr id="2020" name="Google Shape;2020;hc7cc306779174be_4_1072"/>
          <p:cNvSpPr/>
          <p:nvPr/>
        </p:nvSpPr>
        <p:spPr>
          <a:xfrm>
            <a:off x="9418320" y="868680"/>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Origen</a:t>
            </a:r>
            <a:endParaRPr lang="es-CL" sz="1400" noProof="0"/>
          </a:p>
        </p:txBody>
      </p:sp>
      <p:sp>
        <p:nvSpPr>
          <p:cNvPr id="2021" name="Google Shape;2021;hc7cc306779174be_4_1072"/>
          <p:cNvSpPr/>
          <p:nvPr/>
        </p:nvSpPr>
        <p:spPr>
          <a:xfrm>
            <a:off x="11932920" y="868680"/>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Retiro sanitario en &lt; 2 h</a:t>
            </a:r>
            <a:endParaRPr lang="es-CL" sz="1400" noProof="0"/>
          </a:p>
        </p:txBody>
      </p:sp>
      <p:cxnSp>
        <p:nvCxnSpPr>
          <p:cNvPr id="2022" name="Google Shape;2022;hc7cc306779174be_4_1072"/>
          <p:cNvCxnSpPr/>
          <p:nvPr/>
        </p:nvCxnSpPr>
        <p:spPr>
          <a:xfrm>
            <a:off x="10607040" y="1618488"/>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3" name="Google Shape;2023;hc7cc306779174be_4_1072"/>
          <p:cNvSpPr/>
          <p:nvPr/>
        </p:nvSpPr>
        <p:spPr>
          <a:xfrm>
            <a:off x="9418320" y="1856232"/>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Requisito</a:t>
            </a:r>
            <a:endParaRPr lang="es-CL" sz="1400" noProof="0"/>
          </a:p>
        </p:txBody>
      </p:sp>
      <p:sp>
        <p:nvSpPr>
          <p:cNvPr id="2024" name="Google Shape;2024;hc7cc306779174be_4_1072"/>
          <p:cNvSpPr/>
          <p:nvPr/>
        </p:nvSpPr>
        <p:spPr>
          <a:xfrm>
            <a:off x="11932920" y="1856232"/>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RF-09.01 trazabilidad</a:t>
            </a:r>
            <a:endParaRPr lang="es-CL" sz="1400" noProof="0"/>
          </a:p>
        </p:txBody>
      </p:sp>
      <p:cxnSp>
        <p:nvCxnSpPr>
          <p:cNvPr id="2025" name="Google Shape;2025;hc7cc306779174be_4_1072"/>
          <p:cNvCxnSpPr/>
          <p:nvPr/>
        </p:nvCxnSpPr>
        <p:spPr>
          <a:xfrm>
            <a:off x="10607040" y="2606040"/>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6" name="Google Shape;2026;hc7cc306779174be_4_1072"/>
          <p:cNvSpPr/>
          <p:nvPr/>
        </p:nvSpPr>
        <p:spPr>
          <a:xfrm>
            <a:off x="9418320" y="2843784"/>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Componente</a:t>
            </a:r>
            <a:endParaRPr lang="es-CL" sz="1400" noProof="0"/>
          </a:p>
        </p:txBody>
      </p:sp>
      <p:sp>
        <p:nvSpPr>
          <p:cNvPr id="2027" name="Google Shape;2027;hc7cc306779174be_4_1072"/>
          <p:cNvSpPr/>
          <p:nvPr/>
        </p:nvSpPr>
        <p:spPr>
          <a:xfrm>
            <a:off x="11932920" y="2843784"/>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M9 Calidad y trazabilidad</a:t>
            </a:r>
            <a:endParaRPr lang="es-CL" sz="1400" noProof="0"/>
          </a:p>
        </p:txBody>
      </p:sp>
      <p:cxnSp>
        <p:nvCxnSpPr>
          <p:cNvPr id="2028" name="Google Shape;2028;hc7cc306779174be_4_1072"/>
          <p:cNvCxnSpPr/>
          <p:nvPr/>
        </p:nvCxnSpPr>
        <p:spPr>
          <a:xfrm>
            <a:off x="10607040" y="3593592"/>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29" name="Google Shape;2029;hc7cc306779174be_4_1072"/>
          <p:cNvSpPr/>
          <p:nvPr/>
        </p:nvSpPr>
        <p:spPr>
          <a:xfrm>
            <a:off x="9418320" y="3831336"/>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Paquete EDT</a:t>
            </a:r>
            <a:endParaRPr lang="es-CL" sz="1400" noProof="0"/>
          </a:p>
        </p:txBody>
      </p:sp>
      <p:sp>
        <p:nvSpPr>
          <p:cNvPr id="2030" name="Google Shape;2030;hc7cc306779174be_4_1072"/>
          <p:cNvSpPr/>
          <p:nvPr/>
        </p:nvSpPr>
        <p:spPr>
          <a:xfrm>
            <a:off x="11932920" y="3831336"/>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3.4.4 Cadena de frío y retiro</a:t>
            </a:r>
            <a:endParaRPr lang="es-CL" sz="1400" noProof="0"/>
          </a:p>
        </p:txBody>
      </p:sp>
      <p:cxnSp>
        <p:nvCxnSpPr>
          <p:cNvPr id="2031" name="Google Shape;2031;hc7cc306779174be_4_1072"/>
          <p:cNvCxnSpPr/>
          <p:nvPr/>
        </p:nvCxnSpPr>
        <p:spPr>
          <a:xfrm>
            <a:off x="10607040" y="4581144"/>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2" name="Google Shape;2032;hc7cc306779174be_4_1072"/>
          <p:cNvSpPr/>
          <p:nvPr/>
        </p:nvSpPr>
        <p:spPr>
          <a:xfrm>
            <a:off x="9418320" y="4818888"/>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Prueba</a:t>
            </a:r>
            <a:endParaRPr lang="es-CL" sz="1400" noProof="0"/>
          </a:p>
        </p:txBody>
      </p:sp>
      <p:sp>
        <p:nvSpPr>
          <p:cNvPr id="2033" name="Google Shape;2033;hc7cc306779174be_4_1072"/>
          <p:cNvSpPr/>
          <p:nvPr/>
        </p:nvSpPr>
        <p:spPr>
          <a:xfrm>
            <a:off x="11932920" y="4818888"/>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Simulacro de retiro</a:t>
            </a:r>
            <a:endParaRPr lang="es-CL" sz="1400" noProof="0"/>
          </a:p>
        </p:txBody>
      </p:sp>
      <p:cxnSp>
        <p:nvCxnSpPr>
          <p:cNvPr id="2034" name="Google Shape;2034;hc7cc306779174be_4_1072"/>
          <p:cNvCxnSpPr/>
          <p:nvPr/>
        </p:nvCxnSpPr>
        <p:spPr>
          <a:xfrm>
            <a:off x="10607040" y="5568696"/>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5" name="Google Shape;2035;hc7cc306779174be_4_1072"/>
          <p:cNvSpPr/>
          <p:nvPr/>
        </p:nvSpPr>
        <p:spPr>
          <a:xfrm>
            <a:off x="9418320" y="5806440"/>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Código</a:t>
            </a:r>
            <a:endParaRPr lang="es-CL" sz="1400" noProof="0"/>
          </a:p>
        </p:txBody>
      </p:sp>
      <p:sp>
        <p:nvSpPr>
          <p:cNvPr id="2036" name="Google Shape;2036;hc7cc306779174be_4_1072"/>
          <p:cNvSpPr/>
          <p:nvPr/>
        </p:nvSpPr>
        <p:spPr>
          <a:xfrm>
            <a:off x="11932920" y="5806440"/>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Fusión con el ID del requisito</a:t>
            </a:r>
            <a:endParaRPr lang="es-CL" sz="1400" noProof="0"/>
          </a:p>
        </p:txBody>
      </p:sp>
      <p:cxnSp>
        <p:nvCxnSpPr>
          <p:cNvPr id="2037" name="Google Shape;2037;hc7cc306779174be_4_1072"/>
          <p:cNvCxnSpPr/>
          <p:nvPr/>
        </p:nvCxnSpPr>
        <p:spPr>
          <a:xfrm>
            <a:off x="10607040" y="6556248"/>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38" name="Google Shape;2038;hc7cc306779174be_4_1072"/>
          <p:cNvSpPr/>
          <p:nvPr/>
        </p:nvSpPr>
        <p:spPr>
          <a:xfrm>
            <a:off x="9418320" y="6793992"/>
            <a:ext cx="2377200" cy="750000"/>
          </a:xfrm>
          <a:prstGeom prst="roundRect">
            <a:avLst>
              <a:gd name="adj" fmla="val 20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Despliegue</a:t>
            </a:r>
            <a:endParaRPr lang="es-CL" sz="1400" noProof="0"/>
          </a:p>
        </p:txBody>
      </p:sp>
      <p:sp>
        <p:nvSpPr>
          <p:cNvPr id="2039" name="Google Shape;2039;hc7cc306779174be_4_1072"/>
          <p:cNvSpPr/>
          <p:nvPr/>
        </p:nvSpPr>
        <p:spPr>
          <a:xfrm>
            <a:off x="11932920" y="6793992"/>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err="1">
                <a:solidFill>
                  <a:srgbClr val="111111"/>
                </a:solidFill>
                <a:latin typeface="Inter SemiBold"/>
                <a:ea typeface="Inter SemiBold"/>
                <a:cs typeface="Inter SemiBold"/>
                <a:sym typeface="Inter SemiBold"/>
              </a:rPr>
              <a:t>Digest</a:t>
            </a:r>
            <a:r>
              <a:rPr lang="es-CL" sz="1800" b="1" noProof="0">
                <a:solidFill>
                  <a:srgbClr val="111111"/>
                </a:solidFill>
                <a:latin typeface="Inter SemiBold"/>
                <a:ea typeface="Inter SemiBold"/>
                <a:cs typeface="Inter SemiBold"/>
                <a:sym typeface="Inter SemiBold"/>
              </a:rPr>
              <a:t> de la imagen firmada</a:t>
            </a:r>
            <a:endParaRPr lang="es-CL" sz="1400" noProof="0"/>
          </a:p>
        </p:txBody>
      </p:sp>
      <p:cxnSp>
        <p:nvCxnSpPr>
          <p:cNvPr id="2040" name="Google Shape;2040;hc7cc306779174be_4_1072"/>
          <p:cNvCxnSpPr/>
          <p:nvPr/>
        </p:nvCxnSpPr>
        <p:spPr>
          <a:xfrm>
            <a:off x="10607040" y="7543800"/>
            <a:ext cx="0" cy="237600"/>
          </a:xfrm>
          <a:prstGeom prst="straightConnector1">
            <a:avLst/>
          </a:prstGeom>
          <a:noFill/>
          <a:ln w="50800" cap="flat" cmpd="sng">
            <a:solidFill>
              <a:srgbClr val="E8641B"/>
            </a:solidFill>
            <a:prstDash val="solid"/>
            <a:round/>
            <a:headEnd type="none" w="sm" len="sm"/>
            <a:tailEnd type="triangle" w="med" len="med"/>
          </a:ln>
          <a:effectLst>
            <a:outerShdw blurRad="80000" dist="40000" dir="5400000" rotWithShape="0">
              <a:srgbClr val="000000">
                <a:alpha val="38040"/>
              </a:srgbClr>
            </a:outerShdw>
          </a:effectLst>
        </p:spPr>
      </p:cxnSp>
      <p:sp>
        <p:nvSpPr>
          <p:cNvPr id="2041" name="Google Shape;2041;hc7cc306779174be_4_1072"/>
          <p:cNvSpPr/>
          <p:nvPr/>
        </p:nvSpPr>
        <p:spPr>
          <a:xfrm>
            <a:off x="9418320" y="7781544"/>
            <a:ext cx="2377200" cy="750000"/>
          </a:xfrm>
          <a:prstGeom prst="roundRect">
            <a:avLst>
              <a:gd name="adj" fmla="val 20000"/>
            </a:avLst>
          </a:prstGeom>
          <a:solidFill>
            <a:srgbClr val="E8641B"/>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600" b="1" noProof="0">
                <a:solidFill>
                  <a:srgbClr val="FFFFFF"/>
                </a:solidFill>
                <a:latin typeface="Inter SemiBold"/>
                <a:ea typeface="Inter SemiBold"/>
                <a:cs typeface="Inter SemiBold"/>
                <a:sym typeface="Inter SemiBold"/>
              </a:rPr>
              <a:t>Aceptación</a:t>
            </a:r>
            <a:endParaRPr lang="es-CL" sz="1400" noProof="0"/>
          </a:p>
        </p:txBody>
      </p:sp>
      <p:sp>
        <p:nvSpPr>
          <p:cNvPr id="2042" name="Google Shape;2042;hc7cc306779174be_4_1072"/>
          <p:cNvSpPr/>
          <p:nvPr/>
        </p:nvSpPr>
        <p:spPr>
          <a:xfrm>
            <a:off x="11932920" y="7781544"/>
            <a:ext cx="5669400" cy="750000"/>
          </a:xfrm>
          <a:prstGeom prst="roundRect">
            <a:avLst>
              <a:gd name="adj" fmla="val 15000"/>
            </a:avLst>
          </a:prstGeom>
          <a:solidFill>
            <a:srgbClr val="F4F4F4"/>
          </a:solidFill>
          <a:ln>
            <a:noFill/>
          </a:ln>
        </p:spPr>
        <p:txBody>
          <a:bodyPr spcFirstLastPara="1" wrap="square" lIns="228600" tIns="45700" rIns="228600" bIns="45700" anchor="ctr" anchorCtr="0">
            <a:noAutofit/>
          </a:bodyPr>
          <a:lstStyle/>
          <a:p>
            <a:pPr marL="0" marR="0" lvl="0" indent="0" algn="l" rtl="0">
              <a:spcBef>
                <a:spcPts val="0"/>
              </a:spcBef>
              <a:spcAft>
                <a:spcPts val="0"/>
              </a:spcAft>
              <a:buNone/>
            </a:pPr>
            <a:r>
              <a:rPr lang="es-CL" sz="1800" b="1" noProof="0">
                <a:solidFill>
                  <a:srgbClr val="111111"/>
                </a:solidFill>
                <a:latin typeface="Inter SemiBold"/>
                <a:ea typeface="Inter SemiBold"/>
                <a:cs typeface="Inter SemiBold"/>
                <a:sym typeface="Inter SemiBold"/>
              </a:rPr>
              <a:t>Acta del H7</a:t>
            </a:r>
            <a:endParaRPr lang="es-CL" sz="1400" noProof="0"/>
          </a:p>
        </p:txBody>
      </p:sp>
      <p:sp>
        <p:nvSpPr>
          <p:cNvPr id="2043" name="Google Shape;2043;hc7cc306779174be_4_1072"/>
          <p:cNvSpPr txBox="1"/>
          <p:nvPr/>
        </p:nvSpPr>
        <p:spPr>
          <a:xfrm>
            <a:off x="1435608" y="4572000"/>
            <a:ext cx="7589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MEJORA CONTINUA · PDCA</a:t>
            </a:r>
            <a:endParaRPr lang="es-CL" sz="1400" noProof="0"/>
          </a:p>
        </p:txBody>
      </p:sp>
      <p:sp>
        <p:nvSpPr>
          <p:cNvPr id="2044" name="Google Shape;2044;hc7cc306779174be_4_1072"/>
          <p:cNvSpPr/>
          <p:nvPr/>
        </p:nvSpPr>
        <p:spPr>
          <a:xfrm>
            <a:off x="1435608" y="4937760"/>
            <a:ext cx="2011800" cy="960000"/>
          </a:xfrm>
          <a:prstGeom prst="roundRect">
            <a:avLst>
              <a:gd name="adj" fmla="val 12000"/>
            </a:avLst>
          </a:prstGeom>
          <a:solidFill>
            <a:srgbClr val="E8641B"/>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Planificar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causa raíz y dueño</a:t>
            </a:r>
            <a:endParaRPr lang="es-CL" sz="1400" noProof="0"/>
          </a:p>
        </p:txBody>
      </p:sp>
      <p:sp>
        <p:nvSpPr>
          <p:cNvPr id="2045" name="Google Shape;2045;hc7cc306779174be_4_1072"/>
          <p:cNvSpPr/>
          <p:nvPr/>
        </p:nvSpPr>
        <p:spPr>
          <a:xfrm>
            <a:off x="3584448" y="4937760"/>
            <a:ext cx="2011800" cy="960000"/>
          </a:xfrm>
          <a:prstGeom prst="roundRect">
            <a:avLst>
              <a:gd name="adj" fmla="val 12000"/>
            </a:avLst>
          </a:prstGeom>
          <a:solidFill>
            <a:srgbClr val="3C3C3C"/>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Hacer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corregir proceso</a:t>
            </a:r>
            <a:endParaRPr lang="es-CL" sz="1400" noProof="0"/>
          </a:p>
        </p:txBody>
      </p:sp>
      <p:sp>
        <p:nvSpPr>
          <p:cNvPr id="2046" name="Google Shape;2046;hc7cc306779174be_4_1072"/>
          <p:cNvSpPr/>
          <p:nvPr/>
        </p:nvSpPr>
        <p:spPr>
          <a:xfrm>
            <a:off x="1435608" y="6035040"/>
            <a:ext cx="2011800" cy="960000"/>
          </a:xfrm>
          <a:prstGeom prst="roundRect">
            <a:avLst>
              <a:gd name="adj" fmla="val 12000"/>
            </a:avLst>
          </a:prstGeom>
          <a:solidFill>
            <a:srgbClr val="3C3C3C"/>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Actuar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cerrar o escalar</a:t>
            </a:r>
            <a:endParaRPr lang="es-CL" sz="1400" noProof="0"/>
          </a:p>
        </p:txBody>
      </p:sp>
      <p:sp>
        <p:nvSpPr>
          <p:cNvPr id="2047" name="Google Shape;2047;hc7cc306779174be_4_1072"/>
          <p:cNvSpPr/>
          <p:nvPr/>
        </p:nvSpPr>
        <p:spPr>
          <a:xfrm>
            <a:off x="3584448" y="6035040"/>
            <a:ext cx="2011800" cy="960000"/>
          </a:xfrm>
          <a:prstGeom prst="roundRect">
            <a:avLst>
              <a:gd name="adj" fmla="val 12000"/>
            </a:avLst>
          </a:prstGeom>
          <a:solidFill>
            <a:srgbClr val="111111"/>
          </a:solidFill>
          <a:ln>
            <a:noFill/>
          </a:ln>
        </p:spPr>
        <p:txBody>
          <a:bodyPr spcFirstLastPara="1" wrap="square" lIns="45700" tIns="45700" rIns="4570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Verificar</a:t>
            </a:r>
            <a:endParaRPr lang="es-CL" sz="1400" noProof="0"/>
          </a:p>
          <a:p>
            <a:pPr marL="0" marR="0" lvl="0" indent="0" algn="ctr" rtl="0">
              <a:spcBef>
                <a:spcPts val="0"/>
              </a:spcBef>
              <a:spcAft>
                <a:spcPts val="0"/>
              </a:spcAft>
              <a:buNone/>
            </a:pPr>
            <a:r>
              <a:rPr lang="es-CL" sz="1400" b="0" noProof="0">
                <a:solidFill>
                  <a:srgbClr val="FFFFFF"/>
                </a:solidFill>
                <a:latin typeface="Inter"/>
                <a:ea typeface="Inter"/>
                <a:cs typeface="Inter"/>
                <a:sym typeface="Inter"/>
              </a:rPr>
              <a:t>mismo criterio</a:t>
            </a:r>
            <a:endParaRPr lang="es-CL" sz="1400" noProof="0"/>
          </a:p>
        </p:txBody>
      </p:sp>
      <p:sp>
        <p:nvSpPr>
          <p:cNvPr id="2048" name="Google Shape;2048;hc7cc306779174be_4_1072"/>
          <p:cNvSpPr txBox="1"/>
          <p:nvPr/>
        </p:nvSpPr>
        <p:spPr>
          <a:xfrm>
            <a:off x="1435608" y="7086600"/>
            <a:ext cx="42060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Diagramas de control · Pareto · causa raíz</a:t>
            </a:r>
            <a:endParaRPr lang="es-CL" sz="1400" noProof="0"/>
          </a:p>
        </p:txBody>
      </p:sp>
      <p:sp>
        <p:nvSpPr>
          <p:cNvPr id="2049" name="Google Shape;2049;hc7cc306779174be_4_1072"/>
          <p:cNvSpPr txBox="1"/>
          <p:nvPr/>
        </p:nvSpPr>
        <p:spPr>
          <a:xfrm>
            <a:off x="5943600" y="4506873"/>
            <a:ext cx="3109200" cy="430887"/>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ESFUERZO PROGRAMADO DE PREVENCIÓN Y EVALUACIÓN</a:t>
            </a:r>
            <a:endParaRPr lang="es-CL" noProof="0"/>
          </a:p>
        </p:txBody>
      </p:sp>
      <p:sp>
        <p:nvSpPr>
          <p:cNvPr id="2050" name="Google Shape;2050;hc7cc306779174be_4_1072"/>
          <p:cNvSpPr txBox="1"/>
          <p:nvPr/>
        </p:nvSpPr>
        <p:spPr>
          <a:xfrm>
            <a:off x="5943600" y="4937760"/>
            <a:ext cx="3109200" cy="4617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3000" b="1" noProof="0">
                <a:solidFill>
                  <a:srgbClr val="E8641B"/>
                </a:solidFill>
                <a:latin typeface="Inter SemiBold"/>
                <a:ea typeface="Inter SemiBold"/>
                <a:cs typeface="Inter SemiBold"/>
                <a:sym typeface="Inter SemiBold"/>
              </a:rPr>
              <a:t>11.136 HH</a:t>
            </a:r>
            <a:endParaRPr lang="es-CL" sz="1400" noProof="0"/>
          </a:p>
        </p:txBody>
      </p:sp>
      <p:sp>
        <p:nvSpPr>
          <p:cNvPr id="2051" name="Google Shape;2051;hc7cc306779174be_4_1072"/>
          <p:cNvSpPr txBox="1"/>
          <p:nvPr/>
        </p:nvSpPr>
        <p:spPr>
          <a:xfrm>
            <a:off x="5943600" y="553212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606060"/>
                </a:solidFill>
                <a:latin typeface="Inter"/>
                <a:ea typeface="Inter"/>
                <a:cs typeface="Inter"/>
                <a:sym typeface="Inter"/>
              </a:rPr>
              <a:t>5,1 % del total</a:t>
            </a:r>
            <a:endParaRPr lang="es-CL" sz="1400" noProof="0"/>
          </a:p>
        </p:txBody>
      </p:sp>
      <p:sp>
        <p:nvSpPr>
          <p:cNvPr id="2052" name="Google Shape;2052;hc7cc306779174be_4_1072"/>
          <p:cNvSpPr/>
          <p:nvPr/>
        </p:nvSpPr>
        <p:spPr>
          <a:xfrm>
            <a:off x="5943600" y="6035040"/>
            <a:ext cx="1108800" cy="457200"/>
          </a:xfrm>
          <a:prstGeom prst="rect">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2053" name="Google Shape;2053;hc7cc306779174be_4_1072"/>
          <p:cNvSpPr/>
          <p:nvPr/>
        </p:nvSpPr>
        <p:spPr>
          <a:xfrm>
            <a:off x="7052584" y="6035040"/>
            <a:ext cx="1816800" cy="457200"/>
          </a:xfrm>
          <a:prstGeom prst="rect">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dk1"/>
              </a:solidFill>
              <a:latin typeface="Inter"/>
              <a:ea typeface="Inter"/>
              <a:cs typeface="Inter"/>
              <a:sym typeface="Inter"/>
            </a:endParaRPr>
          </a:p>
        </p:txBody>
      </p:sp>
      <p:sp>
        <p:nvSpPr>
          <p:cNvPr id="2054" name="Google Shape;2054;hc7cc306779174be_4_1072"/>
          <p:cNvSpPr txBox="1"/>
          <p:nvPr/>
        </p:nvSpPr>
        <p:spPr>
          <a:xfrm>
            <a:off x="5943600" y="658368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F29A5E"/>
                </a:solidFill>
                <a:latin typeface="Inter"/>
                <a:ea typeface="Inter"/>
                <a:cs typeface="Inter"/>
                <a:sym typeface="Inter"/>
              </a:rPr>
              <a:t>■ </a:t>
            </a:r>
            <a:r>
              <a:rPr lang="es-CL" sz="1600" b="0" noProof="0">
                <a:solidFill>
                  <a:srgbClr val="3C3C3C"/>
                </a:solidFill>
                <a:latin typeface="Inter"/>
                <a:ea typeface="Inter"/>
                <a:cs typeface="Inter"/>
                <a:sym typeface="Inter"/>
              </a:rPr>
              <a:t>Prevención 37,9 %</a:t>
            </a:r>
            <a:endParaRPr lang="es-CL" sz="1400" noProof="0"/>
          </a:p>
        </p:txBody>
      </p:sp>
      <p:sp>
        <p:nvSpPr>
          <p:cNvPr id="2055" name="Google Shape;2055;hc7cc306779174be_4_1072"/>
          <p:cNvSpPr txBox="1"/>
          <p:nvPr/>
        </p:nvSpPr>
        <p:spPr>
          <a:xfrm>
            <a:off x="5943600" y="6949440"/>
            <a:ext cx="3109200" cy="246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600" b="0" noProof="0">
                <a:solidFill>
                  <a:srgbClr val="111111"/>
                </a:solidFill>
                <a:latin typeface="Inter"/>
                <a:ea typeface="Inter"/>
                <a:cs typeface="Inter"/>
                <a:sym typeface="Inter"/>
              </a:rPr>
              <a:t>■ </a:t>
            </a:r>
            <a:r>
              <a:rPr lang="es-CL" sz="1600" b="0" noProof="0">
                <a:solidFill>
                  <a:srgbClr val="3C3C3C"/>
                </a:solidFill>
                <a:latin typeface="Inter"/>
                <a:ea typeface="Inter"/>
                <a:cs typeface="Inter"/>
                <a:sym typeface="Inter"/>
              </a:rPr>
              <a:t>Evaluación 62,1 %</a:t>
            </a:r>
            <a:endParaRPr lang="es-CL" sz="1400" noProof="0"/>
          </a:p>
        </p:txBody>
      </p:sp>
      <p:sp>
        <p:nvSpPr>
          <p:cNvPr id="205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1767"/>
        <p:cNvGrpSpPr/>
        <p:nvPr/>
      </p:nvGrpSpPr>
      <p:grpSpPr>
        <a:xfrm>
          <a:off x="0" y="0"/>
          <a:ext cx="0" cy="0"/>
          <a:chOff x="0" y="0"/>
          <a:chExt cx="0" cy="0"/>
        </a:xfrm>
      </p:grpSpPr>
      <p:sp>
        <p:nvSpPr>
          <p:cNvPr id="1768" name="!!deco_394992b8_1"/>
          <p:cNvSpPr/>
          <p:nvPr/>
        </p:nvSpPr>
        <p:spPr>
          <a:xfrm>
            <a:off x="249822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1769" name="!!deco_f2aa00f8_1"/>
          <p:cNvSpPr/>
          <p:nvPr/>
        </p:nvSpPr>
        <p:spPr>
          <a:xfrm>
            <a:off x="-1142265" y="8434217"/>
            <a:ext cx="3290311" cy="3290311"/>
          </a:xfrm>
          <a:custGeom>
            <a:avLst/>
            <a:gdLst/>
            <a:ahLst/>
            <a:cxnLst/>
            <a:rect l="l" t="t" r="r" b="b"/>
            <a:pathLst>
              <a:path w="3290311" h="3290311">
                <a:moveTo>
                  <a:pt x="0" y="0"/>
                </a:moveTo>
                <a:lnTo>
                  <a:pt x="3290311" y="0"/>
                </a:lnTo>
                <a:lnTo>
                  <a:pt x="3290311" y="3290311"/>
                </a:lnTo>
                <a:lnTo>
                  <a:pt x="0" y="3290311"/>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770" name="!!deco_dce8b6c9_1"/>
          <p:cNvSpPr/>
          <p:nvPr/>
        </p:nvSpPr>
        <p:spPr>
          <a:xfrm>
            <a:off x="12959547" y="3602090"/>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1771" name="!!deco_13b10c14_1"/>
          <p:cNvSpPr/>
          <p:nvPr/>
        </p:nvSpPr>
        <p:spPr>
          <a:xfrm>
            <a:off x="-4972526" y="-2876909"/>
            <a:ext cx="11109212" cy="5554606"/>
          </a:xfrm>
          <a:custGeom>
            <a:avLst/>
            <a:gdLst/>
            <a:ahLst/>
            <a:cxnLst/>
            <a:rect l="l" t="t" r="r" b="b"/>
            <a:pathLst>
              <a:path w="11109212" h="5554606">
                <a:moveTo>
                  <a:pt x="0" y="0"/>
                </a:moveTo>
                <a:lnTo>
                  <a:pt x="11109213" y="0"/>
                </a:lnTo>
                <a:lnTo>
                  <a:pt x="11109213" y="5554606"/>
                </a:lnTo>
                <a:lnTo>
                  <a:pt x="0" y="5554606"/>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a:lstStyle/>
          <a:p>
            <a:endParaRPr lang="es-CL" noProof="0"/>
          </a:p>
        </p:txBody>
      </p:sp>
      <p:sp>
        <p:nvSpPr>
          <p:cNvPr id="1772" name="!!title"/>
          <p:cNvSpPr txBox="1"/>
          <p:nvPr/>
        </p:nvSpPr>
        <p:spPr>
          <a:xfrm>
            <a:off x="1435608" y="2788920"/>
            <a:ext cx="7772400" cy="144060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200" b="1" noProof="0">
                <a:solidFill>
                  <a:srgbClr val="111111"/>
                </a:solidFill>
                <a:latin typeface="Inter SemiBold"/>
                <a:ea typeface="Inter SemiBold"/>
                <a:cs typeface="Inter SemiBold"/>
                <a:sym typeface="Inter SemiBold"/>
              </a:rPr>
              <a:t>RBS: de dónde vienen los riesgos</a:t>
            </a:r>
            <a:endParaRPr lang="es-CL" noProof="0"/>
          </a:p>
        </p:txBody>
      </p:sp>
      <p:sp>
        <p:nvSpPr>
          <p:cNvPr id="1773" name="Google Shape;1773;hc7cc306779174be_6_2"/>
          <p:cNvSpPr txBox="1"/>
          <p:nvPr/>
        </p:nvSpPr>
        <p:spPr>
          <a:xfrm>
            <a:off x="1435608" y="4846320"/>
            <a:ext cx="7589400" cy="3693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400" b="0" noProof="0">
                <a:solidFill>
                  <a:srgbClr val="3C3C3C"/>
                </a:solidFill>
                <a:latin typeface="Inter"/>
                <a:ea typeface="Inter"/>
                <a:cs typeface="Inter"/>
                <a:sym typeface="Inter"/>
              </a:rPr>
              <a:t>7 ramas · 45 riesgos · ISO 31000</a:t>
            </a:r>
            <a:endParaRPr lang="es-CL" noProof="0"/>
          </a:p>
        </p:txBody>
      </p:sp>
      <p:sp>
        <p:nvSpPr>
          <p:cNvPr id="1774" name="Google Shape;1774;hc7cc306779174be_6_2"/>
          <p:cNvSpPr/>
          <p:nvPr/>
        </p:nvSpPr>
        <p:spPr>
          <a:xfrm>
            <a:off x="1435608" y="5760720"/>
            <a:ext cx="325200" cy="502800"/>
          </a:xfrm>
          <a:prstGeom prst="rect">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5" name="Google Shape;1775;hc7cc306779174be_6_2"/>
          <p:cNvSpPr/>
          <p:nvPr/>
        </p:nvSpPr>
        <p:spPr>
          <a:xfrm>
            <a:off x="1760728" y="5760720"/>
            <a:ext cx="3738900" cy="502800"/>
          </a:xfrm>
          <a:prstGeom prst="rect">
            <a:avLst/>
          </a:prstGeom>
          <a:solidFill>
            <a:srgbClr val="E8641B"/>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6" name="Google Shape;1776;hc7cc306779174be_6_2"/>
          <p:cNvSpPr/>
          <p:nvPr/>
        </p:nvSpPr>
        <p:spPr>
          <a:xfrm>
            <a:off x="5499608" y="5760720"/>
            <a:ext cx="3088500" cy="502800"/>
          </a:xfrm>
          <a:prstGeom prst="rect">
            <a:avLst/>
          </a:prstGeom>
          <a:solidFill>
            <a:srgbClr val="F29A5E"/>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7" name="Google Shape;1777;hc7cc306779174be_6_2"/>
          <p:cNvSpPr/>
          <p:nvPr/>
        </p:nvSpPr>
        <p:spPr>
          <a:xfrm>
            <a:off x="8588248" y="5760720"/>
            <a:ext cx="162600" cy="502800"/>
          </a:xfrm>
          <a:prstGeom prst="rect">
            <a:avLst/>
          </a:prstGeom>
          <a:solidFill>
            <a:srgbClr val="C7C7C7"/>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78" name="Google Shape;1778;hc7cc306779174be_6_2"/>
          <p:cNvSpPr txBox="1"/>
          <p:nvPr/>
        </p:nvSpPr>
        <p:spPr>
          <a:xfrm>
            <a:off x="1435608" y="6400800"/>
            <a:ext cx="7589400" cy="27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800" b="0" noProof="0">
                <a:solidFill>
                  <a:srgbClr val="3C3C3C"/>
                </a:solidFill>
                <a:latin typeface="Inter"/>
                <a:ea typeface="Inter"/>
                <a:cs typeface="Inter"/>
                <a:sym typeface="Inter"/>
              </a:rPr>
              <a:t>2 críticos · 23 altos · 19 medios · 1 bajo</a:t>
            </a:r>
            <a:endParaRPr lang="es-CL" noProof="0"/>
          </a:p>
        </p:txBody>
      </p:sp>
      <p:sp>
        <p:nvSpPr>
          <p:cNvPr id="1779" name="Google Shape;1779;hc7cc306779174be_6_2"/>
          <p:cNvSpPr/>
          <p:nvPr/>
        </p:nvSpPr>
        <p:spPr>
          <a:xfrm>
            <a:off x="9326880" y="914400"/>
            <a:ext cx="1737300" cy="7370100"/>
          </a:xfrm>
          <a:prstGeom prst="roundRect">
            <a:avLst>
              <a:gd name="adj" fmla="val 8000"/>
            </a:avLst>
          </a:prstGeom>
          <a:solidFill>
            <a:srgbClr val="111111"/>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r>
              <a:rPr lang="es-CL" sz="4400" b="1" noProof="0">
                <a:solidFill>
                  <a:srgbClr val="FFFFFF"/>
                </a:solidFill>
                <a:latin typeface="Inter SemiBold"/>
                <a:ea typeface="Inter SemiBold"/>
                <a:cs typeface="Inter SemiBold"/>
                <a:sym typeface="Inter SemiBold"/>
              </a:rPr>
              <a:t>45</a:t>
            </a:r>
            <a:endParaRPr lang="es-CL" noProof="0"/>
          </a:p>
          <a:p>
            <a:pPr marL="0" marR="0" lvl="0" indent="0" algn="ctr" rtl="0">
              <a:spcBef>
                <a:spcPts val="0"/>
              </a:spcBef>
              <a:spcAft>
                <a:spcPts val="0"/>
              </a:spcAft>
              <a:buNone/>
            </a:pPr>
            <a:r>
              <a:rPr lang="es-CL" sz="1700" b="0" noProof="0">
                <a:solidFill>
                  <a:srgbClr val="C7C7C7"/>
                </a:solidFill>
                <a:latin typeface="Inter"/>
                <a:ea typeface="Inter"/>
                <a:cs typeface="Inter"/>
                <a:sym typeface="Inter"/>
              </a:rPr>
              <a:t>riesgos</a:t>
            </a:r>
            <a:endParaRPr lang="es-CL" noProof="0"/>
          </a:p>
        </p:txBody>
      </p:sp>
      <p:cxnSp>
        <p:nvCxnSpPr>
          <p:cNvPr id="1780" name="Google Shape;1780;hc7cc306779174be_6_2"/>
          <p:cNvCxnSpPr/>
          <p:nvPr/>
        </p:nvCxnSpPr>
        <p:spPr>
          <a:xfrm>
            <a:off x="11064240" y="1362456"/>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81" name="Google Shape;1781;hc7cc306779174be_6_2"/>
          <p:cNvSpPr/>
          <p:nvPr/>
        </p:nvSpPr>
        <p:spPr>
          <a:xfrm>
            <a:off x="11430000" y="914400"/>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82" name="!!rama1"/>
          <p:cNvSpPr/>
          <p:nvPr/>
        </p:nvSpPr>
        <p:spPr>
          <a:xfrm>
            <a:off x="11567160" y="1042416"/>
            <a:ext cx="640200" cy="640200"/>
          </a:xfrm>
          <a:prstGeom prst="ellipse">
            <a:avLst/>
          </a:prstGeom>
          <a:solidFill>
            <a:srgbClr val="E8641B"/>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14</a:t>
            </a:r>
            <a:endParaRPr lang="es-CL" noProof="0"/>
          </a:p>
        </p:txBody>
      </p:sp>
      <p:sp>
        <p:nvSpPr>
          <p:cNvPr id="1783" name="Google Shape;1783;hc7cc306779174be_6_2"/>
          <p:cNvSpPr txBox="1"/>
          <p:nvPr/>
        </p:nvSpPr>
        <p:spPr>
          <a:xfrm>
            <a:off x="12390120" y="987552"/>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1 · Solución y tecnología</a:t>
            </a:r>
            <a:endParaRPr lang="es-CL" noProof="0"/>
          </a:p>
        </p:txBody>
      </p:sp>
      <p:sp>
        <p:nvSpPr>
          <p:cNvPr id="1784" name="Google Shape;1784;hc7cc306779174be_6_2"/>
          <p:cNvSpPr txBox="1"/>
          <p:nvPr/>
        </p:nvSpPr>
        <p:spPr>
          <a:xfrm>
            <a:off x="12390120" y="1389888"/>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R-012 Retiro · R-015 RTO/RPO</a:t>
            </a:r>
            <a:endParaRPr lang="es-CL" noProof="0"/>
          </a:p>
        </p:txBody>
      </p:sp>
      <p:cxnSp>
        <p:nvCxnSpPr>
          <p:cNvPr id="1785" name="Google Shape;1785;hc7cc306779174be_6_2"/>
          <p:cNvCxnSpPr/>
          <p:nvPr/>
        </p:nvCxnSpPr>
        <p:spPr>
          <a:xfrm>
            <a:off x="11064240" y="2441448"/>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86" name="Google Shape;1786;hc7cc306779174be_6_2"/>
          <p:cNvSpPr/>
          <p:nvPr/>
        </p:nvSpPr>
        <p:spPr>
          <a:xfrm>
            <a:off x="11430000" y="1993391"/>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87" name="!!rama2"/>
          <p:cNvSpPr/>
          <p:nvPr/>
        </p:nvSpPr>
        <p:spPr>
          <a:xfrm>
            <a:off x="11567160" y="2121408"/>
            <a:ext cx="640200" cy="640200"/>
          </a:xfrm>
          <a:prstGeom prst="ellipse">
            <a:avLst/>
          </a:prstGeom>
          <a:solidFill>
            <a:srgbClr val="111111"/>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7</a:t>
            </a:r>
            <a:endParaRPr lang="es-CL" noProof="0"/>
          </a:p>
        </p:txBody>
      </p:sp>
      <p:sp>
        <p:nvSpPr>
          <p:cNvPr id="1788" name="Google Shape;1788;hc7cc306779174be_6_2"/>
          <p:cNvSpPr txBox="1"/>
          <p:nvPr/>
        </p:nvSpPr>
        <p:spPr>
          <a:xfrm>
            <a:off x="12390120" y="2066543"/>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2 · Integración y legado</a:t>
            </a:r>
            <a:endParaRPr lang="es-CL" noProof="0"/>
          </a:p>
        </p:txBody>
      </p:sp>
      <p:sp>
        <p:nvSpPr>
          <p:cNvPr id="1789" name="Google Shape;1789;hc7cc306779174be_6_2"/>
          <p:cNvSpPr txBox="1"/>
          <p:nvPr/>
        </p:nvSpPr>
        <p:spPr>
          <a:xfrm>
            <a:off x="12390120" y="2468879"/>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R-001 Interfaces ERP · R-003 WMS</a:t>
            </a:r>
            <a:endParaRPr lang="es-CL" noProof="0"/>
          </a:p>
        </p:txBody>
      </p:sp>
      <p:cxnSp>
        <p:nvCxnSpPr>
          <p:cNvPr id="1790" name="Google Shape;1790;hc7cc306779174be_6_2"/>
          <p:cNvCxnSpPr/>
          <p:nvPr/>
        </p:nvCxnSpPr>
        <p:spPr>
          <a:xfrm>
            <a:off x="11064240" y="3520439"/>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91" name="Google Shape;1791;hc7cc306779174be_6_2"/>
          <p:cNvSpPr/>
          <p:nvPr/>
        </p:nvSpPr>
        <p:spPr>
          <a:xfrm>
            <a:off x="11430000" y="3072384"/>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92" name="!!rama3"/>
          <p:cNvSpPr/>
          <p:nvPr/>
        </p:nvSpPr>
        <p:spPr>
          <a:xfrm>
            <a:off x="11567160" y="3200400"/>
            <a:ext cx="640200" cy="640200"/>
          </a:xfrm>
          <a:prstGeom prst="ellipse">
            <a:avLst/>
          </a:prstGeom>
          <a:solidFill>
            <a:srgbClr val="F29A5E"/>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8</a:t>
            </a:r>
            <a:endParaRPr lang="es-CL" noProof="0"/>
          </a:p>
        </p:txBody>
      </p:sp>
      <p:sp>
        <p:nvSpPr>
          <p:cNvPr id="1793" name="Google Shape;1793;hc7cc306779174be_6_2"/>
          <p:cNvSpPr txBox="1"/>
          <p:nvPr/>
        </p:nvSpPr>
        <p:spPr>
          <a:xfrm>
            <a:off x="12390120" y="3145536"/>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3 · Operación del cliente</a:t>
            </a:r>
            <a:endParaRPr lang="es-CL" noProof="0"/>
          </a:p>
        </p:txBody>
      </p:sp>
      <p:sp>
        <p:nvSpPr>
          <p:cNvPr id="1794" name="Google Shape;1794;hc7cc306779174be_6_2"/>
          <p:cNvSpPr txBox="1"/>
          <p:nvPr/>
        </p:nvSpPr>
        <p:spPr>
          <a:xfrm>
            <a:off x="12390120" y="3547872"/>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R-006 Enlaces · R-014 Sala y energía</a:t>
            </a:r>
            <a:endParaRPr lang="es-CL" noProof="0"/>
          </a:p>
        </p:txBody>
      </p:sp>
      <p:cxnSp>
        <p:nvCxnSpPr>
          <p:cNvPr id="1795" name="Google Shape;1795;hc7cc306779174be_6_2"/>
          <p:cNvCxnSpPr/>
          <p:nvPr/>
        </p:nvCxnSpPr>
        <p:spPr>
          <a:xfrm>
            <a:off x="11064240" y="4599432"/>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796" name="Google Shape;1796;hc7cc306779174be_6_2"/>
          <p:cNvSpPr/>
          <p:nvPr/>
        </p:nvSpPr>
        <p:spPr>
          <a:xfrm>
            <a:off x="11430000" y="4151376"/>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797" name="Google Shape;1797;hc7cc306779174be_6_2"/>
          <p:cNvSpPr/>
          <p:nvPr/>
        </p:nvSpPr>
        <p:spPr>
          <a:xfrm>
            <a:off x="11567160" y="4279392"/>
            <a:ext cx="640200" cy="640200"/>
          </a:xfrm>
          <a:prstGeom prst="ellipse">
            <a:avLst/>
          </a:prstGeom>
          <a:solidFill>
            <a:srgbClr val="3C3C3C"/>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7</a:t>
            </a:r>
            <a:endParaRPr lang="es-CL" noProof="0"/>
          </a:p>
        </p:txBody>
      </p:sp>
      <p:sp>
        <p:nvSpPr>
          <p:cNvPr id="1798" name="Google Shape;1798;hc7cc306779174be_6_2"/>
          <p:cNvSpPr txBox="1"/>
          <p:nvPr/>
        </p:nvSpPr>
        <p:spPr>
          <a:xfrm>
            <a:off x="12390120" y="4224528"/>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4 · Personas y adopción</a:t>
            </a:r>
            <a:endParaRPr lang="es-CL" noProof="0"/>
          </a:p>
        </p:txBody>
      </p:sp>
      <p:sp>
        <p:nvSpPr>
          <p:cNvPr id="1799" name="Google Shape;1799;hc7cc306779174be_6_2"/>
          <p:cNvSpPr txBox="1"/>
          <p:nvPr/>
        </p:nvSpPr>
        <p:spPr>
          <a:xfrm>
            <a:off x="12390120" y="4626864"/>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R-017 Sindicato · R-021 Rutas</a:t>
            </a:r>
            <a:endParaRPr lang="es-CL" noProof="0"/>
          </a:p>
        </p:txBody>
      </p:sp>
      <p:cxnSp>
        <p:nvCxnSpPr>
          <p:cNvPr id="1800" name="Google Shape;1800;hc7cc306779174be_6_2"/>
          <p:cNvCxnSpPr/>
          <p:nvPr/>
        </p:nvCxnSpPr>
        <p:spPr>
          <a:xfrm>
            <a:off x="11064240" y="5678424"/>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01" name="Google Shape;1801;hc7cc306779174be_6_2"/>
          <p:cNvSpPr/>
          <p:nvPr/>
        </p:nvSpPr>
        <p:spPr>
          <a:xfrm>
            <a:off x="11430000" y="5230368"/>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802" name="!!rama5"/>
          <p:cNvSpPr/>
          <p:nvPr/>
        </p:nvSpPr>
        <p:spPr>
          <a:xfrm>
            <a:off x="11567160" y="5358383"/>
            <a:ext cx="640200" cy="640200"/>
          </a:xfrm>
          <a:prstGeom prst="ellipse">
            <a:avLst/>
          </a:prstGeom>
          <a:solidFill>
            <a:srgbClr val="606060"/>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4</a:t>
            </a:r>
            <a:endParaRPr lang="es-CL" noProof="0"/>
          </a:p>
        </p:txBody>
      </p:sp>
      <p:sp>
        <p:nvSpPr>
          <p:cNvPr id="1803" name="Google Shape;1803;hc7cc306779174be_6_2"/>
          <p:cNvSpPr txBox="1"/>
          <p:nvPr/>
        </p:nvSpPr>
        <p:spPr>
          <a:xfrm>
            <a:off x="12390120" y="5303520"/>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5 · Contrato y licitación</a:t>
            </a:r>
            <a:endParaRPr lang="es-CL" noProof="0"/>
          </a:p>
        </p:txBody>
      </p:sp>
      <p:sp>
        <p:nvSpPr>
          <p:cNvPr id="1804" name="Google Shape;1804;hc7cc306779174be_6_2"/>
          <p:cNvSpPr txBox="1"/>
          <p:nvPr/>
        </p:nvSpPr>
        <p:spPr>
          <a:xfrm>
            <a:off x="12390120" y="5705856"/>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R-026 Aceptación · R-027 Alcance</a:t>
            </a:r>
            <a:endParaRPr lang="es-CL" noProof="0"/>
          </a:p>
        </p:txBody>
      </p:sp>
      <p:cxnSp>
        <p:nvCxnSpPr>
          <p:cNvPr id="1805" name="Google Shape;1805;hc7cc306779174be_6_2"/>
          <p:cNvCxnSpPr/>
          <p:nvPr/>
        </p:nvCxnSpPr>
        <p:spPr>
          <a:xfrm>
            <a:off x="11064240" y="6757416"/>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06" name="Google Shape;1806;hc7cc306779174be_6_2"/>
          <p:cNvSpPr/>
          <p:nvPr/>
        </p:nvSpPr>
        <p:spPr>
          <a:xfrm>
            <a:off x="11430000" y="6309359"/>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807" name="!!rama6"/>
          <p:cNvSpPr/>
          <p:nvPr/>
        </p:nvSpPr>
        <p:spPr>
          <a:xfrm>
            <a:off x="11567160" y="6437375"/>
            <a:ext cx="640200" cy="640200"/>
          </a:xfrm>
          <a:prstGeom prst="ellipse">
            <a:avLst/>
          </a:prstGeom>
          <a:solidFill>
            <a:srgbClr val="9A9A9A"/>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2</a:t>
            </a:r>
            <a:endParaRPr lang="es-CL" noProof="0"/>
          </a:p>
        </p:txBody>
      </p:sp>
      <p:sp>
        <p:nvSpPr>
          <p:cNvPr id="1808" name="Google Shape;1808;hc7cc306779174be_6_2"/>
          <p:cNvSpPr txBox="1"/>
          <p:nvPr/>
        </p:nvSpPr>
        <p:spPr>
          <a:xfrm>
            <a:off x="12390120" y="6382512"/>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6 · Regulatorio y externo</a:t>
            </a:r>
            <a:endParaRPr lang="es-CL" noProof="0"/>
          </a:p>
        </p:txBody>
      </p:sp>
      <p:sp>
        <p:nvSpPr>
          <p:cNvPr id="1809" name="Google Shape;1809;hc7cc306779174be_6_2"/>
          <p:cNvSpPr txBox="1"/>
          <p:nvPr/>
        </p:nvSpPr>
        <p:spPr>
          <a:xfrm>
            <a:off x="12390120" y="6784848"/>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R-029 Evidencia · R-042 Normativa</a:t>
            </a:r>
            <a:endParaRPr lang="es-CL" noProof="0"/>
          </a:p>
        </p:txBody>
      </p:sp>
      <p:cxnSp>
        <p:nvCxnSpPr>
          <p:cNvPr id="1810" name="Google Shape;1810;hc7cc306779174be_6_2"/>
          <p:cNvCxnSpPr/>
          <p:nvPr/>
        </p:nvCxnSpPr>
        <p:spPr>
          <a:xfrm>
            <a:off x="11064240" y="7836408"/>
            <a:ext cx="365700" cy="0"/>
          </a:xfrm>
          <a:prstGeom prst="straightConnector1">
            <a:avLst/>
          </a:prstGeom>
          <a:noFill/>
          <a:ln w="19050" cap="flat" cmpd="sng">
            <a:solidFill>
              <a:srgbClr val="9A9A9A"/>
            </a:solidFill>
            <a:prstDash val="solid"/>
            <a:round/>
            <a:headEnd type="none" w="sm" len="sm"/>
            <a:tailEnd type="none" w="sm" len="sm"/>
          </a:ln>
          <a:effectLst>
            <a:outerShdw blurRad="40000" dist="20000" dir="5400000" rotWithShape="0">
              <a:srgbClr val="000000">
                <a:alpha val="38040"/>
              </a:srgbClr>
            </a:outerShdw>
          </a:effectLst>
        </p:spPr>
      </p:cxnSp>
      <p:sp>
        <p:nvSpPr>
          <p:cNvPr id="1811" name="Google Shape;1811;hc7cc306779174be_6_2"/>
          <p:cNvSpPr/>
          <p:nvPr/>
        </p:nvSpPr>
        <p:spPr>
          <a:xfrm>
            <a:off x="11430000" y="7388352"/>
            <a:ext cx="6309300" cy="896100"/>
          </a:xfrm>
          <a:prstGeom prst="roundRect">
            <a:avLst>
              <a:gd name="adj" fmla="val 10000"/>
            </a:avLst>
          </a:prstGeom>
          <a:solidFill>
            <a:srgbClr val="F4F4F4"/>
          </a:solidFill>
          <a:ln>
            <a:noFill/>
          </a:ln>
        </p:spPr>
        <p:txBody>
          <a:bodyPr spcFirstLastPara="1" wrap="square" lIns="137150" tIns="45700" rIns="137150" bIns="45700" anchor="ctr" anchorCtr="0">
            <a:noAutofit/>
          </a:bodyPr>
          <a:lstStyle/>
          <a:p>
            <a:pPr marL="0" marR="0" lvl="0" indent="0" algn="ctr" rtl="0">
              <a:spcBef>
                <a:spcPts val="0"/>
              </a:spcBef>
              <a:spcAft>
                <a:spcPts val="0"/>
              </a:spcAft>
              <a:buNone/>
            </a:pPr>
            <a:endParaRPr lang="es-CL" sz="1800" noProof="0">
              <a:solidFill>
                <a:schemeClr val="lt1"/>
              </a:solidFill>
              <a:latin typeface="Inter"/>
              <a:ea typeface="Inter"/>
              <a:cs typeface="Inter"/>
              <a:sym typeface="Inter"/>
            </a:endParaRPr>
          </a:p>
        </p:txBody>
      </p:sp>
      <p:sp>
        <p:nvSpPr>
          <p:cNvPr id="1812" name="Google Shape;1812;hc7cc306779174be_6_2"/>
          <p:cNvSpPr/>
          <p:nvPr/>
        </p:nvSpPr>
        <p:spPr>
          <a:xfrm>
            <a:off x="11567160" y="7516368"/>
            <a:ext cx="640200" cy="640200"/>
          </a:xfrm>
          <a:prstGeom prst="ellipse">
            <a:avLst/>
          </a:prstGeom>
          <a:solidFill>
            <a:srgbClr val="B84A0F"/>
          </a:solidFill>
          <a:ln>
            <a:noFill/>
          </a:ln>
        </p:spPr>
        <p:txBody>
          <a:bodyPr spcFirstLastPara="1" wrap="square" lIns="0" tIns="45700" rIns="0" bIns="45700" anchor="ctr" anchorCtr="0">
            <a:noAutofit/>
          </a:bodyPr>
          <a:lstStyle/>
          <a:p>
            <a:pPr marL="0" marR="0" lvl="0" indent="0" algn="ctr" rtl="0">
              <a:spcBef>
                <a:spcPts val="0"/>
              </a:spcBef>
              <a:spcAft>
                <a:spcPts val="0"/>
              </a:spcAft>
              <a:buNone/>
            </a:pPr>
            <a:r>
              <a:rPr lang="es-CL" sz="1800" b="1" noProof="0">
                <a:solidFill>
                  <a:srgbClr val="FFFFFF"/>
                </a:solidFill>
                <a:latin typeface="Inter SemiBold"/>
                <a:ea typeface="Inter SemiBold"/>
                <a:cs typeface="Inter SemiBold"/>
                <a:sym typeface="Inter SemiBold"/>
              </a:rPr>
              <a:t>3</a:t>
            </a:r>
            <a:endParaRPr lang="es-CL" noProof="0"/>
          </a:p>
        </p:txBody>
      </p:sp>
      <p:sp>
        <p:nvSpPr>
          <p:cNvPr id="1813" name="Google Shape;1813;hc7cc306779174be_6_2"/>
          <p:cNvSpPr txBox="1"/>
          <p:nvPr/>
        </p:nvSpPr>
        <p:spPr>
          <a:xfrm>
            <a:off x="12390120" y="7461504"/>
            <a:ext cx="5303400" cy="2616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1" noProof="0">
                <a:solidFill>
                  <a:srgbClr val="111111"/>
                </a:solidFill>
                <a:latin typeface="Inter SemiBold"/>
                <a:ea typeface="Inter SemiBold"/>
                <a:cs typeface="Inter SemiBold"/>
                <a:sym typeface="Inter SemiBold"/>
              </a:rPr>
              <a:t>7 · Empresa proveedora</a:t>
            </a:r>
            <a:endParaRPr lang="es-CL" noProof="0"/>
          </a:p>
        </p:txBody>
      </p:sp>
      <p:sp>
        <p:nvSpPr>
          <p:cNvPr id="1814" name="Google Shape;1814;hc7cc306779174be_6_2"/>
          <p:cNvSpPr txBox="1"/>
          <p:nvPr/>
        </p:nvSpPr>
        <p:spPr>
          <a:xfrm>
            <a:off x="12390120" y="7863840"/>
            <a:ext cx="5303400" cy="2154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0" noProof="0">
                <a:solidFill>
                  <a:srgbClr val="606060"/>
                </a:solidFill>
                <a:latin typeface="Inter"/>
                <a:ea typeface="Inter"/>
                <a:cs typeface="Inter"/>
                <a:sym typeface="Inter"/>
              </a:rPr>
              <a:t>R-025 Dotación · R-034 Mesa y NOC</a:t>
            </a:r>
            <a:endParaRPr lang="es-CL" noProof="0"/>
          </a:p>
        </p:txBody>
      </p:sp>
      <p:sp>
        <p:nvSpPr>
          <p:cNvPr id="1815"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1757"/>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1764"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1765"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1766" name="Connector 1765"/>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7" name="Connector 1766"/>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1768" name="Connector 1767"/>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69"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1</a:t>
            </a:r>
          </a:p>
          <a:p>
            <a:pPr algn="l"/>
            <a:r>
              <a:rPr lang="es-CL" sz="1500" b="1" noProof="0">
                <a:solidFill>
                  <a:srgbClr val="111111"/>
                </a:solidFill>
                <a:latin typeface="Inter SemiBold"/>
              </a:rPr>
              <a:t>Solución y tecnología</a:t>
            </a:r>
          </a:p>
        </p:txBody>
      </p:sp>
      <p:sp>
        <p:nvSpPr>
          <p:cNvPr id="1770"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14 riesgos</a:t>
            </a:r>
          </a:p>
        </p:txBody>
      </p:sp>
      <p:sp>
        <p:nvSpPr>
          <p:cNvPr id="1771" name="Oval 1770"/>
          <p:cNvSpPr/>
          <p:nvPr/>
        </p:nvSpPr>
        <p:spPr>
          <a:xfrm>
            <a:off x="96012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2" name="Oval 1771"/>
          <p:cNvSpPr/>
          <p:nvPr/>
        </p:nvSpPr>
        <p:spPr>
          <a:xfrm>
            <a:off x="125272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3" name="Oval 1772"/>
          <p:cNvSpPr/>
          <p:nvPr/>
        </p:nvSpPr>
        <p:spPr>
          <a:xfrm>
            <a:off x="15453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4" name="Oval 1773"/>
          <p:cNvSpPr/>
          <p:nvPr/>
        </p:nvSpPr>
        <p:spPr>
          <a:xfrm>
            <a:off x="183794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5" name="Oval 1774"/>
          <p:cNvSpPr/>
          <p:nvPr/>
        </p:nvSpPr>
        <p:spPr>
          <a:xfrm>
            <a:off x="213055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6" name="Oval 1775"/>
          <p:cNvSpPr/>
          <p:nvPr/>
        </p:nvSpPr>
        <p:spPr>
          <a:xfrm>
            <a:off x="242316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7" name="Oval 1776"/>
          <p:cNvSpPr/>
          <p:nvPr/>
        </p:nvSpPr>
        <p:spPr>
          <a:xfrm>
            <a:off x="2715768" y="4846320"/>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8" name="Oval 1777"/>
          <p:cNvSpPr/>
          <p:nvPr/>
        </p:nvSpPr>
        <p:spPr>
          <a:xfrm>
            <a:off x="960120"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79" name="Oval 1778"/>
          <p:cNvSpPr/>
          <p:nvPr/>
        </p:nvSpPr>
        <p:spPr>
          <a:xfrm>
            <a:off x="1252728" y="5138928"/>
            <a:ext cx="219456" cy="219456"/>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0" name="Oval 1779"/>
          <p:cNvSpPr/>
          <p:nvPr/>
        </p:nvSpPr>
        <p:spPr>
          <a:xfrm>
            <a:off x="1545336"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1" name="Oval 1780"/>
          <p:cNvSpPr/>
          <p:nvPr/>
        </p:nvSpPr>
        <p:spPr>
          <a:xfrm>
            <a:off x="1837943"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2" name="Oval 1781"/>
          <p:cNvSpPr/>
          <p:nvPr/>
        </p:nvSpPr>
        <p:spPr>
          <a:xfrm>
            <a:off x="2130552"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3" name="Oval 1782"/>
          <p:cNvSpPr/>
          <p:nvPr/>
        </p:nvSpPr>
        <p:spPr>
          <a:xfrm>
            <a:off x="2423160" y="5138928"/>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4" name="Oval 1783"/>
          <p:cNvSpPr/>
          <p:nvPr/>
        </p:nvSpPr>
        <p:spPr>
          <a:xfrm>
            <a:off x="2715768" y="5138928"/>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785" name="Connector 1784"/>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86"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2</a:t>
            </a:r>
          </a:p>
          <a:p>
            <a:pPr algn="l"/>
            <a:r>
              <a:rPr lang="es-CL" sz="1500" b="1" noProof="0">
                <a:solidFill>
                  <a:srgbClr val="111111"/>
                </a:solidFill>
                <a:latin typeface="Inter SemiBold"/>
              </a:rPr>
              <a:t>Integración y legado</a:t>
            </a:r>
          </a:p>
        </p:txBody>
      </p:sp>
      <p:sp>
        <p:nvSpPr>
          <p:cNvPr id="1787"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7 riesgos</a:t>
            </a:r>
          </a:p>
        </p:txBody>
      </p:sp>
      <p:sp>
        <p:nvSpPr>
          <p:cNvPr id="1788" name="Oval 1787"/>
          <p:cNvSpPr/>
          <p:nvPr/>
        </p:nvSpPr>
        <p:spPr>
          <a:xfrm>
            <a:off x="33571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89" name="Oval 1788"/>
          <p:cNvSpPr/>
          <p:nvPr/>
        </p:nvSpPr>
        <p:spPr>
          <a:xfrm>
            <a:off x="36497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0" name="Oval 1789"/>
          <p:cNvSpPr/>
          <p:nvPr/>
        </p:nvSpPr>
        <p:spPr>
          <a:xfrm>
            <a:off x="394237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1" name="Oval 1790"/>
          <p:cNvSpPr/>
          <p:nvPr/>
        </p:nvSpPr>
        <p:spPr>
          <a:xfrm>
            <a:off x="423497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2" name="Oval 1791"/>
          <p:cNvSpPr/>
          <p:nvPr/>
        </p:nvSpPr>
        <p:spPr>
          <a:xfrm>
            <a:off x="452758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3" name="Oval 1792"/>
          <p:cNvSpPr/>
          <p:nvPr/>
        </p:nvSpPr>
        <p:spPr>
          <a:xfrm>
            <a:off x="4820194"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4" name="Oval 1793"/>
          <p:cNvSpPr/>
          <p:nvPr/>
        </p:nvSpPr>
        <p:spPr>
          <a:xfrm>
            <a:off x="511280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795" name="Connector 1794"/>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796"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3</a:t>
            </a:r>
          </a:p>
          <a:p>
            <a:pPr algn="l"/>
            <a:r>
              <a:rPr lang="es-CL" sz="1500" b="1" noProof="0">
                <a:solidFill>
                  <a:srgbClr val="111111"/>
                </a:solidFill>
                <a:latin typeface="Inter SemiBold"/>
              </a:rPr>
              <a:t>Operación del cliente</a:t>
            </a:r>
          </a:p>
        </p:txBody>
      </p:sp>
      <p:sp>
        <p:nvSpPr>
          <p:cNvPr id="1797"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8 riesgos</a:t>
            </a:r>
          </a:p>
        </p:txBody>
      </p:sp>
      <p:sp>
        <p:nvSpPr>
          <p:cNvPr id="1798" name="Oval 1797"/>
          <p:cNvSpPr/>
          <p:nvPr/>
        </p:nvSpPr>
        <p:spPr>
          <a:xfrm>
            <a:off x="575418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799" name="Oval 1798"/>
          <p:cNvSpPr/>
          <p:nvPr/>
        </p:nvSpPr>
        <p:spPr>
          <a:xfrm>
            <a:off x="6046796"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0" name="Oval 1799"/>
          <p:cNvSpPr/>
          <p:nvPr/>
        </p:nvSpPr>
        <p:spPr>
          <a:xfrm>
            <a:off x="633940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1" name="Oval 1800"/>
          <p:cNvSpPr/>
          <p:nvPr/>
        </p:nvSpPr>
        <p:spPr>
          <a:xfrm>
            <a:off x="663201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2" name="Oval 1801"/>
          <p:cNvSpPr/>
          <p:nvPr/>
        </p:nvSpPr>
        <p:spPr>
          <a:xfrm>
            <a:off x="692462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3" name="Oval 1802"/>
          <p:cNvSpPr/>
          <p:nvPr/>
        </p:nvSpPr>
        <p:spPr>
          <a:xfrm>
            <a:off x="7217228"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4" name="Oval 1803"/>
          <p:cNvSpPr/>
          <p:nvPr/>
        </p:nvSpPr>
        <p:spPr>
          <a:xfrm>
            <a:off x="750983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05" name="Oval 1804"/>
          <p:cNvSpPr/>
          <p:nvPr/>
        </p:nvSpPr>
        <p:spPr>
          <a:xfrm>
            <a:off x="5754188" y="5138928"/>
            <a:ext cx="219456" cy="219456"/>
          </a:xfrm>
          <a:prstGeom prst="ellipse">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06" name="Connector 1805"/>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07"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4</a:t>
            </a:r>
          </a:p>
          <a:p>
            <a:pPr algn="l"/>
            <a:r>
              <a:rPr lang="es-CL" sz="1500" b="1" noProof="0">
                <a:solidFill>
                  <a:srgbClr val="111111"/>
                </a:solidFill>
                <a:latin typeface="Inter SemiBold"/>
              </a:rPr>
              <a:t>Personas y adopción</a:t>
            </a:r>
          </a:p>
        </p:txBody>
      </p:sp>
      <p:sp>
        <p:nvSpPr>
          <p:cNvPr id="1808"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7 riesgos</a:t>
            </a:r>
          </a:p>
        </p:txBody>
      </p:sp>
      <p:sp>
        <p:nvSpPr>
          <p:cNvPr id="1809" name="Oval 1808"/>
          <p:cNvSpPr/>
          <p:nvPr/>
        </p:nvSpPr>
        <p:spPr>
          <a:xfrm>
            <a:off x="8151222"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0" name="Oval 1809"/>
          <p:cNvSpPr/>
          <p:nvPr/>
        </p:nvSpPr>
        <p:spPr>
          <a:xfrm>
            <a:off x="8443830"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1" name="Oval 1810"/>
          <p:cNvSpPr/>
          <p:nvPr/>
        </p:nvSpPr>
        <p:spPr>
          <a:xfrm>
            <a:off x="8736438"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2" name="Oval 1811"/>
          <p:cNvSpPr/>
          <p:nvPr/>
        </p:nvSpPr>
        <p:spPr>
          <a:xfrm>
            <a:off x="9029046"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3" name="Oval 1812"/>
          <p:cNvSpPr/>
          <p:nvPr/>
        </p:nvSpPr>
        <p:spPr>
          <a:xfrm>
            <a:off x="9321654"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4" name="Oval 1813"/>
          <p:cNvSpPr/>
          <p:nvPr/>
        </p:nvSpPr>
        <p:spPr>
          <a:xfrm>
            <a:off x="9614262"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15" name="Oval 1814"/>
          <p:cNvSpPr/>
          <p:nvPr/>
        </p:nvSpPr>
        <p:spPr>
          <a:xfrm>
            <a:off x="9906870"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16" name="Connector 1815"/>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17"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5</a:t>
            </a:r>
          </a:p>
          <a:p>
            <a:pPr algn="l"/>
            <a:r>
              <a:rPr lang="es-CL" sz="1500" b="1" noProof="0">
                <a:solidFill>
                  <a:srgbClr val="111111"/>
                </a:solidFill>
                <a:latin typeface="Inter SemiBold"/>
              </a:rPr>
              <a:t>Contrato y licitación</a:t>
            </a:r>
          </a:p>
        </p:txBody>
      </p:sp>
      <p:sp>
        <p:nvSpPr>
          <p:cNvPr id="1818"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4 riesgos</a:t>
            </a:r>
          </a:p>
        </p:txBody>
      </p:sp>
      <p:sp>
        <p:nvSpPr>
          <p:cNvPr id="1819" name="Oval 1818"/>
          <p:cNvSpPr/>
          <p:nvPr/>
        </p:nvSpPr>
        <p:spPr>
          <a:xfrm>
            <a:off x="10548257"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0" name="Oval 1819"/>
          <p:cNvSpPr/>
          <p:nvPr/>
        </p:nvSpPr>
        <p:spPr>
          <a:xfrm>
            <a:off x="10840865"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1" name="Oval 1820"/>
          <p:cNvSpPr/>
          <p:nvPr/>
        </p:nvSpPr>
        <p:spPr>
          <a:xfrm>
            <a:off x="1113347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2" name="Oval 1821"/>
          <p:cNvSpPr/>
          <p:nvPr/>
        </p:nvSpPr>
        <p:spPr>
          <a:xfrm>
            <a:off x="11426081"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23" name="Connector 1822"/>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4"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6</a:t>
            </a:r>
          </a:p>
          <a:p>
            <a:pPr algn="l"/>
            <a:r>
              <a:rPr lang="es-CL" sz="1500" b="1" noProof="0">
                <a:solidFill>
                  <a:srgbClr val="111111"/>
                </a:solidFill>
                <a:latin typeface="Inter SemiBold"/>
              </a:rPr>
              <a:t>Regulatorio y externo</a:t>
            </a:r>
          </a:p>
        </p:txBody>
      </p:sp>
      <p:sp>
        <p:nvSpPr>
          <p:cNvPr id="1825"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2 riesgos</a:t>
            </a:r>
          </a:p>
        </p:txBody>
      </p:sp>
      <p:sp>
        <p:nvSpPr>
          <p:cNvPr id="1826" name="Oval 1825"/>
          <p:cNvSpPr/>
          <p:nvPr/>
        </p:nvSpPr>
        <p:spPr>
          <a:xfrm>
            <a:off x="1294529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27" name="Oval 1826"/>
          <p:cNvSpPr/>
          <p:nvPr/>
        </p:nvSpPr>
        <p:spPr>
          <a:xfrm>
            <a:off x="13237899"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cxnSp>
        <p:nvCxnSpPr>
          <p:cNvPr id="1828" name="Connector 1827"/>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1829"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E8641B"/>
                </a:solidFill>
                <a:latin typeface="Inter SemiBold"/>
              </a:rPr>
              <a:t>Rama 7</a:t>
            </a:r>
          </a:p>
          <a:p>
            <a:pPr algn="l"/>
            <a:r>
              <a:rPr lang="es-CL" sz="1500" b="1" noProof="0">
                <a:solidFill>
                  <a:srgbClr val="111111"/>
                </a:solidFill>
                <a:latin typeface="Inter SemiBold"/>
              </a:rPr>
              <a:t>Empresa proveedora</a:t>
            </a:r>
          </a:p>
        </p:txBody>
      </p:sp>
      <p:sp>
        <p:nvSpPr>
          <p:cNvPr id="1830"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606060"/>
                </a:solidFill>
                <a:latin typeface="Inter SemiBold"/>
              </a:rPr>
              <a:t>3 riesgos</a:t>
            </a:r>
          </a:p>
        </p:txBody>
      </p:sp>
      <p:sp>
        <p:nvSpPr>
          <p:cNvPr id="1831" name="Oval 1830"/>
          <p:cNvSpPr/>
          <p:nvPr/>
        </p:nvSpPr>
        <p:spPr>
          <a:xfrm>
            <a:off x="15342325"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2" name="Oval 1831"/>
          <p:cNvSpPr/>
          <p:nvPr/>
        </p:nvSpPr>
        <p:spPr>
          <a:xfrm>
            <a:off x="15634933" y="4846320"/>
            <a:ext cx="219456" cy="219456"/>
          </a:xfrm>
          <a:prstGeom prst="ellipse">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3" name="Oval 1832"/>
          <p:cNvSpPr/>
          <p:nvPr/>
        </p:nvSpPr>
        <p:spPr>
          <a:xfrm>
            <a:off x="15927541" y="4846320"/>
            <a:ext cx="219456" cy="219456"/>
          </a:xfrm>
          <a:prstGeom prst="ellipse">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4" name="TextBox 1833"/>
          <p:cNvSpPr txBox="1"/>
          <p:nvPr/>
        </p:nvSpPr>
        <p:spPr>
          <a:xfrm>
            <a:off x="822960" y="5943600"/>
            <a:ext cx="16642080" cy="365760"/>
          </a:xfrm>
          <a:prstGeom prst="rect">
            <a:avLst/>
          </a:prstGeom>
          <a:noFill/>
        </p:spPr>
        <p:txBody>
          <a:bodyPr wrap="square" lIns="0" tIns="0" rIns="0" bIns="0" anchor="t">
            <a:spAutoFit/>
          </a:bodyPr>
          <a:lstStyle/>
          <a:p>
            <a:pPr algn="ctr"/>
            <a:r>
              <a:rPr lang="es-CL" sz="1400" b="0" noProof="0">
                <a:solidFill>
                  <a:srgbClr val="606060"/>
                </a:solidFill>
                <a:latin typeface="Inter"/>
              </a:rPr>
              <a:t>Cada punto es un riesgo, coloreado por zona</a:t>
            </a:r>
          </a:p>
        </p:txBody>
      </p:sp>
      <p:sp>
        <p:nvSpPr>
          <p:cNvPr id="1835" name="Rounded Rectangle 1834"/>
          <p:cNvSpPr/>
          <p:nvPr/>
        </p:nvSpPr>
        <p:spPr>
          <a:xfrm>
            <a:off x="3291840" y="6812280"/>
            <a:ext cx="11704320" cy="1463040"/>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2400" b="1" noProof="0">
                <a:solidFill>
                  <a:srgbClr val="111111"/>
                </a:solidFill>
                <a:latin typeface="Inter SemiBold"/>
              </a:rPr>
              <a:t>7 ramas · 45 riesgos</a:t>
            </a:r>
          </a:p>
          <a:p>
            <a:pPr algn="ctr"/>
            <a:r>
              <a:rPr lang="es-CL" sz="1500" b="0" noProof="0">
                <a:solidFill>
                  <a:srgbClr val="606060"/>
                </a:solidFill>
                <a:latin typeface="Inter"/>
              </a:rPr>
              <a:t>2 críticos · 23 altos · 19 medios · 1 bajo · todos con respuesta, responsable y disparador</a:t>
            </a:r>
          </a:p>
        </p:txBody>
      </p:sp>
      <p:sp>
        <p:nvSpPr>
          <p:cNvPr id="1836" name="TextBox 1835"/>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1837"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39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1</a:t>
            </a:r>
          </a:p>
          <a:p>
            <a:pPr algn="l"/>
            <a:r>
              <a:rPr lang="es-CL" sz="1700" b="1" noProof="0">
                <a:solidFill>
                  <a:srgbClr val="FFFFFF"/>
                </a:solidFill>
                <a:latin typeface="Inter SemiBold"/>
              </a:rPr>
              <a:t>Solución y tecnología</a:t>
            </a:r>
          </a:p>
        </p:txBody>
      </p:sp>
      <p:sp>
        <p:nvSpPr>
          <p:cNvPr id="795" name="!!brn1"/>
          <p:cNvSpPr txBox="1"/>
          <p:nvPr/>
        </p:nvSpPr>
        <p:spPr>
          <a:xfrm>
            <a:off x="960120"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1 · SOLUCIÓN Y TECNOLOGÍA · 14 RIESGOS</a:t>
            </a:r>
          </a:p>
        </p:txBody>
      </p:sp>
      <p:sp>
        <p:nvSpPr>
          <p:cNvPr id="815" name="Rounded Rectangle 814"/>
          <p:cNvSpPr/>
          <p:nvPr/>
        </p:nvSpPr>
        <p:spPr>
          <a:xfrm>
            <a:off x="822960"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R-005</a:t>
            </a:r>
            <a:r>
              <a:rPr lang="es-CL" sz="1300" b="0" noProof="0">
                <a:solidFill>
                  <a:srgbClr val="111111"/>
                </a:solidFill>
                <a:latin typeface="Inter"/>
              </a:rPr>
              <a:t>  · Alta</a:t>
            </a:r>
          </a:p>
          <a:p>
            <a:pPr algn="l"/>
            <a:r>
              <a:rPr lang="es-CL" sz="1600" b="1" noProof="0">
                <a:solidFill>
                  <a:srgbClr val="111111"/>
                </a:solidFill>
                <a:latin typeface="Inter SemiBold"/>
              </a:rPr>
              <a:t>Duplicados tras reconexión</a:t>
            </a:r>
          </a:p>
        </p:txBody>
      </p:sp>
      <p:sp>
        <p:nvSpPr>
          <p:cNvPr id="816" name="Rounded Rectangle 815"/>
          <p:cNvSpPr/>
          <p:nvPr/>
        </p:nvSpPr>
        <p:spPr>
          <a:xfrm>
            <a:off x="4178807"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R-008</a:t>
            </a:r>
            <a:r>
              <a:rPr lang="es-CL" sz="1300" b="0" noProof="0">
                <a:solidFill>
                  <a:srgbClr val="111111"/>
                </a:solidFill>
                <a:latin typeface="Inter"/>
              </a:rPr>
              <a:t>  · Media</a:t>
            </a:r>
          </a:p>
          <a:p>
            <a:pPr algn="l"/>
            <a:r>
              <a:rPr lang="es-CL" sz="1600" b="1" noProof="0">
                <a:solidFill>
                  <a:srgbClr val="111111"/>
                </a:solidFill>
                <a:latin typeface="Inter SemiBold"/>
              </a:rPr>
              <a:t>Turno sin señal o batería</a:t>
            </a:r>
          </a:p>
        </p:txBody>
      </p:sp>
      <p:sp>
        <p:nvSpPr>
          <p:cNvPr id="817" name="Rounded Rectangle 816"/>
          <p:cNvSpPr/>
          <p:nvPr/>
        </p:nvSpPr>
        <p:spPr>
          <a:xfrm>
            <a:off x="7534655"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R-009</a:t>
            </a:r>
            <a:r>
              <a:rPr lang="es-CL" sz="1300" b="0" noProof="0">
                <a:solidFill>
                  <a:srgbClr val="111111"/>
                </a:solidFill>
                <a:latin typeface="Inter"/>
              </a:rPr>
              <a:t>  · Media</a:t>
            </a:r>
          </a:p>
          <a:p>
            <a:pPr algn="l"/>
            <a:r>
              <a:rPr lang="es-CL" sz="1600" b="1" noProof="0">
                <a:solidFill>
                  <a:srgbClr val="111111"/>
                </a:solidFill>
                <a:latin typeface="Inter SemiBold"/>
              </a:rPr>
              <a:t>Relevo local en corte</a:t>
            </a:r>
          </a:p>
        </p:txBody>
      </p:sp>
      <p:sp>
        <p:nvSpPr>
          <p:cNvPr id="818" name="Rounded Rectangle 817"/>
          <p:cNvSpPr/>
          <p:nvPr/>
        </p:nvSpPr>
        <p:spPr>
          <a:xfrm>
            <a:off x="10890503" y="5669280"/>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R-010</a:t>
            </a:r>
            <a:r>
              <a:rPr lang="es-CL" sz="1300" b="0" noProof="0">
                <a:solidFill>
                  <a:srgbClr val="111111"/>
                </a:solidFill>
                <a:latin typeface="Inter"/>
              </a:rPr>
              <a:t>  · Media</a:t>
            </a:r>
          </a:p>
          <a:p>
            <a:pPr algn="l"/>
            <a:r>
              <a:rPr lang="es-CL" sz="1600" b="1" noProof="0">
                <a:solidFill>
                  <a:srgbClr val="111111"/>
                </a:solidFill>
                <a:latin typeface="Inter SemiBold"/>
              </a:rPr>
              <a:t>Terminales a −22 °C</a:t>
            </a:r>
          </a:p>
        </p:txBody>
      </p:sp>
      <p:sp>
        <p:nvSpPr>
          <p:cNvPr id="819" name="Rounded Rectangle 818"/>
          <p:cNvSpPr/>
          <p:nvPr/>
        </p:nvSpPr>
        <p:spPr>
          <a:xfrm>
            <a:off x="14246351" y="5669280"/>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R-004</a:t>
            </a:r>
            <a:r>
              <a:rPr lang="es-CL" sz="1300" b="0" noProof="0">
                <a:solidFill>
                  <a:srgbClr val="111111"/>
                </a:solidFill>
                <a:latin typeface="Inter"/>
              </a:rPr>
              <a:t>  · Alta</a:t>
            </a:r>
          </a:p>
          <a:p>
            <a:pPr algn="l"/>
            <a:r>
              <a:rPr lang="es-CL" sz="1600" b="1" noProof="0">
                <a:solidFill>
                  <a:srgbClr val="111111"/>
                </a:solidFill>
                <a:latin typeface="Inter SemiBold"/>
              </a:rPr>
              <a:t>Maestros e historia</a:t>
            </a:r>
          </a:p>
        </p:txBody>
      </p:sp>
      <p:sp>
        <p:nvSpPr>
          <p:cNvPr id="820" name="Rounded Rectangle 819"/>
          <p:cNvSpPr/>
          <p:nvPr/>
        </p:nvSpPr>
        <p:spPr>
          <a:xfrm>
            <a:off x="822960"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R-011</a:t>
            </a:r>
            <a:r>
              <a:rPr lang="es-CL" sz="1300" b="0" noProof="0">
                <a:solidFill>
                  <a:srgbClr val="111111"/>
                </a:solidFill>
                <a:latin typeface="Inter"/>
              </a:rPr>
              <a:t>  · Alta</a:t>
            </a:r>
          </a:p>
          <a:p>
            <a:pPr algn="l"/>
            <a:r>
              <a:rPr lang="es-CL" sz="1600" b="1" noProof="0">
                <a:solidFill>
                  <a:srgbClr val="111111"/>
                </a:solidFill>
                <a:latin typeface="Inter SemiBold"/>
              </a:rPr>
              <a:t>Regla o sensor térmico</a:t>
            </a:r>
          </a:p>
        </p:txBody>
      </p:sp>
      <p:sp>
        <p:nvSpPr>
          <p:cNvPr id="821" name="Rounded Rectangle 820"/>
          <p:cNvSpPr/>
          <p:nvPr/>
        </p:nvSpPr>
        <p:spPr>
          <a:xfrm>
            <a:off x="4178807"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FFFFFF"/>
                </a:solidFill>
                <a:latin typeface="Inter SemiBold"/>
              </a:rPr>
              <a:t>R-012</a:t>
            </a:r>
            <a:r>
              <a:rPr lang="es-CL" sz="1300" b="0" noProof="0">
                <a:solidFill>
                  <a:srgbClr val="FFFFFF"/>
                </a:solidFill>
                <a:latin typeface="Inter"/>
              </a:rPr>
              <a:t>  · Crítica</a:t>
            </a:r>
          </a:p>
          <a:p>
            <a:pPr algn="l"/>
            <a:r>
              <a:rPr lang="es-CL" sz="1600" b="1" noProof="0">
                <a:solidFill>
                  <a:srgbClr val="FFFFFF"/>
                </a:solidFill>
                <a:latin typeface="Inter SemiBold"/>
              </a:rPr>
              <a:t>Retiro sin trazabilidad</a:t>
            </a:r>
          </a:p>
        </p:txBody>
      </p:sp>
      <p:sp>
        <p:nvSpPr>
          <p:cNvPr id="822" name="Rounded Rectangle 821"/>
          <p:cNvSpPr/>
          <p:nvPr/>
        </p:nvSpPr>
        <p:spPr>
          <a:xfrm>
            <a:off x="7534655"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R-013</a:t>
            </a:r>
            <a:r>
              <a:rPr lang="es-CL" sz="1300" b="0" noProof="0">
                <a:solidFill>
                  <a:srgbClr val="111111"/>
                </a:solidFill>
                <a:latin typeface="Inter"/>
              </a:rPr>
              <a:t>  · Alta</a:t>
            </a:r>
          </a:p>
          <a:p>
            <a:pPr algn="l"/>
            <a:r>
              <a:rPr lang="es-CL" sz="1600" b="1" noProof="0">
                <a:solidFill>
                  <a:srgbClr val="111111"/>
                </a:solidFill>
                <a:latin typeface="Inter SemiBold"/>
              </a:rPr>
              <a:t>Peak sin capacidad</a:t>
            </a:r>
          </a:p>
        </p:txBody>
      </p:sp>
      <p:sp>
        <p:nvSpPr>
          <p:cNvPr id="823" name="Rounded Rectangle 822"/>
          <p:cNvSpPr/>
          <p:nvPr/>
        </p:nvSpPr>
        <p:spPr>
          <a:xfrm>
            <a:off x="10890503" y="6693408"/>
            <a:ext cx="3218687" cy="896112"/>
          </a:xfrm>
          <a:prstGeom prst="roundRect">
            <a:avLst>
              <a:gd name="adj" fmla="val 12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FFFFFF"/>
                </a:solidFill>
                <a:latin typeface="Inter SemiBold"/>
              </a:rPr>
              <a:t>R-015</a:t>
            </a:r>
            <a:r>
              <a:rPr lang="es-CL" sz="1300" b="0" noProof="0">
                <a:solidFill>
                  <a:srgbClr val="FFFFFF"/>
                </a:solidFill>
                <a:latin typeface="Inter"/>
              </a:rPr>
              <a:t>  · Crítica</a:t>
            </a:r>
          </a:p>
          <a:p>
            <a:pPr algn="l"/>
            <a:r>
              <a:rPr lang="es-CL" sz="1600" b="1" noProof="0">
                <a:solidFill>
                  <a:srgbClr val="FFFFFF"/>
                </a:solidFill>
                <a:latin typeface="Inter SemiBold"/>
              </a:rPr>
              <a:t>RTO/RPO excedidos</a:t>
            </a:r>
          </a:p>
        </p:txBody>
      </p:sp>
      <p:sp>
        <p:nvSpPr>
          <p:cNvPr id="824" name="Rounded Rectangle 823"/>
          <p:cNvSpPr/>
          <p:nvPr/>
        </p:nvSpPr>
        <p:spPr>
          <a:xfrm>
            <a:off x="14246351" y="6693408"/>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R-016</a:t>
            </a:r>
            <a:r>
              <a:rPr lang="es-CL" sz="1300" b="0" noProof="0">
                <a:solidFill>
                  <a:srgbClr val="111111"/>
                </a:solidFill>
                <a:latin typeface="Inter"/>
              </a:rPr>
              <a:t>  · Alta</a:t>
            </a:r>
          </a:p>
          <a:p>
            <a:pPr algn="l"/>
            <a:r>
              <a:rPr lang="es-CL" sz="1600" b="1" noProof="0">
                <a:solidFill>
                  <a:srgbClr val="111111"/>
                </a:solidFill>
                <a:latin typeface="Inter SemiBold"/>
              </a:rPr>
              <a:t>Uso indebido de privilegios</a:t>
            </a:r>
          </a:p>
        </p:txBody>
      </p:sp>
      <p:sp>
        <p:nvSpPr>
          <p:cNvPr id="825" name="Rounded Rectangle 824"/>
          <p:cNvSpPr/>
          <p:nvPr/>
        </p:nvSpPr>
        <p:spPr>
          <a:xfrm>
            <a:off x="822960"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R-032</a:t>
            </a:r>
            <a:r>
              <a:rPr lang="es-CL" sz="1300" b="0" noProof="0">
                <a:solidFill>
                  <a:srgbClr val="111111"/>
                </a:solidFill>
                <a:latin typeface="Inter"/>
              </a:rPr>
              <a:t>  · Media</a:t>
            </a:r>
          </a:p>
          <a:p>
            <a:pPr algn="l"/>
            <a:r>
              <a:rPr lang="es-CL" sz="1600" b="1" noProof="0">
                <a:solidFill>
                  <a:srgbClr val="111111"/>
                </a:solidFill>
                <a:latin typeface="Inter SemiBold"/>
              </a:rPr>
              <a:t>Bloqueo de nube o terceros</a:t>
            </a:r>
          </a:p>
        </p:txBody>
      </p:sp>
      <p:sp>
        <p:nvSpPr>
          <p:cNvPr id="826" name="Rounded Rectangle 825"/>
          <p:cNvSpPr/>
          <p:nvPr/>
        </p:nvSpPr>
        <p:spPr>
          <a:xfrm>
            <a:off x="4178807"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R-033</a:t>
            </a:r>
            <a:r>
              <a:rPr lang="es-CL" sz="1300" b="0" noProof="0">
                <a:solidFill>
                  <a:srgbClr val="111111"/>
                </a:solidFill>
                <a:latin typeface="Inter"/>
              </a:rPr>
              <a:t>  · Media</a:t>
            </a:r>
          </a:p>
          <a:p>
            <a:pPr algn="l"/>
            <a:r>
              <a:rPr lang="es-CL" sz="1600" b="1" noProof="0">
                <a:solidFill>
                  <a:srgbClr val="111111"/>
                </a:solidFill>
                <a:latin typeface="Inter SemiBold"/>
              </a:rPr>
              <a:t>Fin de soporte</a:t>
            </a:r>
          </a:p>
        </p:txBody>
      </p:sp>
      <p:sp>
        <p:nvSpPr>
          <p:cNvPr id="827" name="Rounded Rectangle 826"/>
          <p:cNvSpPr/>
          <p:nvPr/>
        </p:nvSpPr>
        <p:spPr>
          <a:xfrm>
            <a:off x="7534655" y="7717536"/>
            <a:ext cx="3218687"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R-037</a:t>
            </a:r>
            <a:r>
              <a:rPr lang="es-CL" sz="1300" b="0" noProof="0">
                <a:solidFill>
                  <a:srgbClr val="111111"/>
                </a:solidFill>
                <a:latin typeface="Inter"/>
              </a:rPr>
              <a:t>  · Media</a:t>
            </a:r>
          </a:p>
          <a:p>
            <a:pPr algn="l"/>
            <a:r>
              <a:rPr lang="es-CL" sz="1600" b="1" noProof="0">
                <a:solidFill>
                  <a:srgbClr val="111111"/>
                </a:solidFill>
                <a:latin typeface="Inter SemiBold"/>
              </a:rPr>
              <a:t>INN-02 no reproduce</a:t>
            </a:r>
          </a:p>
        </p:txBody>
      </p:sp>
      <p:sp>
        <p:nvSpPr>
          <p:cNvPr id="828" name="Rounded Rectangle 827"/>
          <p:cNvSpPr/>
          <p:nvPr/>
        </p:nvSpPr>
        <p:spPr>
          <a:xfrm>
            <a:off x="10890503" y="7717536"/>
            <a:ext cx="3218687"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R-038</a:t>
            </a:r>
            <a:r>
              <a:rPr lang="es-CL" sz="1300" b="0" noProof="0">
                <a:solidFill>
                  <a:srgbClr val="111111"/>
                </a:solidFill>
                <a:latin typeface="Inter"/>
              </a:rPr>
              <a:t>  · Alta</a:t>
            </a:r>
          </a:p>
          <a:p>
            <a:pPr algn="l"/>
            <a:r>
              <a:rPr lang="es-CL" sz="1600" b="1" noProof="0">
                <a:solidFill>
                  <a:srgbClr val="111111"/>
                </a:solidFill>
                <a:latin typeface="Inter SemiBold"/>
              </a:rPr>
              <a:t>INN-03 vida útil</a:t>
            </a:r>
          </a:p>
        </p:txBody>
      </p:sp>
      <p:sp>
        <p:nvSpPr>
          <p:cNvPr id="829" name="TextBox 828"/>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3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2</a:t>
            </a:r>
          </a:p>
          <a:p>
            <a:pPr algn="l"/>
            <a:r>
              <a:rPr lang="es-CL" sz="1700" b="1" noProof="0">
                <a:solidFill>
                  <a:srgbClr val="FFFFFF"/>
                </a:solidFill>
                <a:latin typeface="Inter SemiBold"/>
              </a:rPr>
              <a:t>Integración y legado</a:t>
            </a:r>
          </a:p>
        </p:txBody>
      </p:sp>
      <p:sp>
        <p:nvSpPr>
          <p:cNvPr id="798" name="!!brn2"/>
          <p:cNvSpPr txBox="1"/>
          <p:nvPr/>
        </p:nvSpPr>
        <p:spPr>
          <a:xfrm>
            <a:off x="3357154"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2 · INTEGRACIÓN Y LEGADO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R-001</a:t>
            </a:r>
            <a:r>
              <a:rPr lang="es-CL" sz="1300" b="0" noProof="0">
                <a:solidFill>
                  <a:srgbClr val="111111"/>
                </a:solidFill>
                <a:latin typeface="Inter"/>
              </a:rPr>
              <a:t>  · Alta</a:t>
            </a:r>
          </a:p>
          <a:p>
            <a:pPr algn="l"/>
            <a:r>
              <a:rPr lang="es-CL" sz="1600" b="1" noProof="0">
                <a:solidFill>
                  <a:srgbClr val="111111"/>
                </a:solidFill>
                <a:latin typeface="Inter SemiBold"/>
              </a:rPr>
              <a:t>Interfaces del ERP</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R-002</a:t>
            </a:r>
            <a:r>
              <a:rPr lang="es-CL" sz="1300" b="0" noProof="0">
                <a:solidFill>
                  <a:srgbClr val="111111"/>
                </a:solidFill>
                <a:latin typeface="Inter"/>
              </a:rPr>
              <a:t>  · Media</a:t>
            </a:r>
          </a:p>
          <a:p>
            <a:pPr algn="l"/>
            <a:r>
              <a:rPr lang="es-CL" sz="1600" b="1" noProof="0">
                <a:solidFill>
                  <a:srgbClr val="111111"/>
                </a:solidFill>
                <a:latin typeface="Inter SemiBold"/>
              </a:rPr>
              <a:t>Telemetría del tercero</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R-003</a:t>
            </a:r>
            <a:r>
              <a:rPr lang="es-CL" sz="1300" b="0" noProof="0">
                <a:solidFill>
                  <a:srgbClr val="111111"/>
                </a:solidFill>
                <a:latin typeface="Inter"/>
              </a:rPr>
              <a:t>  · Alta</a:t>
            </a:r>
          </a:p>
          <a:p>
            <a:pPr algn="l"/>
            <a:r>
              <a:rPr lang="es-CL" sz="1600" b="1" noProof="0">
                <a:solidFill>
                  <a:srgbClr val="111111"/>
                </a:solidFill>
                <a:latin typeface="Inter SemiBold"/>
              </a:rPr>
              <a:t>Convivencia del WMS</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R-030</a:t>
            </a:r>
            <a:r>
              <a:rPr lang="es-CL" sz="1300" b="0" noProof="0">
                <a:solidFill>
                  <a:srgbClr val="111111"/>
                </a:solidFill>
                <a:latin typeface="Inter"/>
              </a:rPr>
              <a:t>  · Alta</a:t>
            </a:r>
          </a:p>
          <a:p>
            <a:pPr algn="l"/>
            <a:r>
              <a:rPr lang="es-CL" sz="1600" b="1" noProof="0">
                <a:solidFill>
                  <a:srgbClr val="111111"/>
                </a:solidFill>
                <a:latin typeface="Inter SemiBold"/>
              </a:rPr>
              <a:t>Certificación EDI</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R-031</a:t>
            </a:r>
            <a:r>
              <a:rPr lang="es-CL" sz="1300" b="0" noProof="0">
                <a:solidFill>
                  <a:srgbClr val="111111"/>
                </a:solidFill>
                <a:latin typeface="Inter"/>
              </a:rPr>
              <a:t>  · Media</a:t>
            </a:r>
          </a:p>
          <a:p>
            <a:pPr algn="l"/>
            <a:r>
              <a:rPr lang="es-CL" sz="1600" b="1" noProof="0">
                <a:solidFill>
                  <a:srgbClr val="111111"/>
                </a:solidFill>
                <a:latin typeface="Inter SemiBold"/>
              </a:rPr>
              <a:t>Avisos confusos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R-043</a:t>
            </a:r>
            <a:r>
              <a:rPr lang="es-CL" sz="1300" b="0" noProof="0">
                <a:solidFill>
                  <a:srgbClr val="111111"/>
                </a:solidFill>
                <a:latin typeface="Inter"/>
              </a:rPr>
              <a:t>  · Media</a:t>
            </a:r>
          </a:p>
          <a:p>
            <a:pPr algn="l"/>
            <a:r>
              <a:rPr lang="es-CL" sz="1600" b="1" noProof="0">
                <a:solidFill>
                  <a:srgbClr val="111111"/>
                </a:solidFill>
                <a:latin typeface="Inter SemiBold"/>
              </a:rPr>
              <a:t>Pago con doble cargo</a:t>
            </a:r>
          </a:p>
        </p:txBody>
      </p:sp>
      <p:sp>
        <p:nvSpPr>
          <p:cNvPr id="821" name="Rounded Rectangle 820"/>
          <p:cNvSpPr/>
          <p:nvPr/>
        </p:nvSpPr>
        <p:spPr>
          <a:xfrm>
            <a:off x="921258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R-045</a:t>
            </a:r>
            <a:r>
              <a:rPr lang="es-CL" sz="1300" b="0" noProof="0">
                <a:solidFill>
                  <a:srgbClr val="111111"/>
                </a:solidFill>
                <a:latin typeface="Inter"/>
              </a:rPr>
              <a:t>  · Alta</a:t>
            </a:r>
          </a:p>
          <a:p>
            <a:pPr algn="l"/>
            <a:r>
              <a:rPr lang="es-CL" sz="1600" b="1" noProof="0">
                <a:solidFill>
                  <a:srgbClr val="111111"/>
                </a:solidFill>
                <a:latin typeface="Inter SemiBold"/>
              </a:rPr>
              <a:t>Mapa no realista</a:t>
            </a:r>
          </a:p>
        </p:txBody>
      </p:sp>
      <p:sp>
        <p:nvSpPr>
          <p:cNvPr id="822" name="TextBox 821"/>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41</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3</a:t>
            </a:r>
          </a:p>
          <a:p>
            <a:pPr algn="l"/>
            <a:r>
              <a:rPr lang="es-CL" sz="1700" b="1" noProof="0">
                <a:solidFill>
                  <a:srgbClr val="FFFFFF"/>
                </a:solidFill>
                <a:latin typeface="Inter SemiBold"/>
              </a:rPr>
              <a:t>Operación del cliente</a:t>
            </a:r>
          </a:p>
        </p:txBody>
      </p:sp>
      <p:sp>
        <p:nvSpPr>
          <p:cNvPr id="801" name="!!brn3"/>
          <p:cNvSpPr txBox="1"/>
          <p:nvPr/>
        </p:nvSpPr>
        <p:spPr>
          <a:xfrm>
            <a:off x="5754188"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3 · OPERACIÓN DEL CLIENTE · 8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R-006</a:t>
            </a:r>
            <a:r>
              <a:rPr lang="es-CL" sz="1300" b="0" noProof="0">
                <a:solidFill>
                  <a:srgbClr val="111111"/>
                </a:solidFill>
                <a:latin typeface="Inter"/>
              </a:rPr>
              <a:t>  · Alta</a:t>
            </a:r>
          </a:p>
          <a:p>
            <a:pPr algn="l"/>
            <a:r>
              <a:rPr lang="es-CL" sz="1600" b="1" noProof="0">
                <a:solidFill>
                  <a:srgbClr val="111111"/>
                </a:solidFill>
                <a:latin typeface="Inter SemiBold"/>
              </a:rPr>
              <a:t>Enlaces de Concepción</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R-007</a:t>
            </a:r>
            <a:r>
              <a:rPr lang="es-CL" sz="1300" b="0" noProof="0">
                <a:solidFill>
                  <a:srgbClr val="111111"/>
                </a:solidFill>
                <a:latin typeface="Inter"/>
              </a:rPr>
              <a:t>  · Alta</a:t>
            </a:r>
          </a:p>
          <a:p>
            <a:pPr algn="l"/>
            <a:r>
              <a:rPr lang="es-CL" sz="1600" b="1" noProof="0">
                <a:solidFill>
                  <a:srgbClr val="111111"/>
                </a:solidFill>
                <a:latin typeface="Inter SemiBold"/>
              </a:rPr>
              <a:t>Cross-</a:t>
            </a:r>
            <a:r>
              <a:rPr lang="es-CL" sz="1600" b="1" noProof="0" err="1">
                <a:solidFill>
                  <a:srgbClr val="111111"/>
                </a:solidFill>
                <a:latin typeface="Inter SemiBold"/>
              </a:rPr>
              <a:t>docking</a:t>
            </a:r>
            <a:r>
              <a:rPr lang="es-CL" sz="1600" b="1" noProof="0">
                <a:solidFill>
                  <a:srgbClr val="111111"/>
                </a:solidFill>
                <a:latin typeface="Inter SemiBold"/>
              </a:rPr>
              <a:t> sin enlace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R-014</a:t>
            </a:r>
            <a:r>
              <a:rPr lang="es-CL" sz="1300" b="0" noProof="0">
                <a:solidFill>
                  <a:srgbClr val="111111"/>
                </a:solidFill>
                <a:latin typeface="Inter"/>
              </a:rPr>
              <a:t>  · Alta</a:t>
            </a:r>
          </a:p>
          <a:p>
            <a:pPr algn="l"/>
            <a:r>
              <a:rPr lang="es-CL" sz="1600" b="1" noProof="0">
                <a:solidFill>
                  <a:srgbClr val="111111"/>
                </a:solidFill>
                <a:latin typeface="Inter SemiBold"/>
              </a:rPr>
              <a:t>Sala y energía</a:t>
            </a:r>
          </a:p>
        </p:txBody>
      </p:sp>
      <p:sp>
        <p:nvSpPr>
          <p:cNvPr id="818" name="Rounded Rectangle 817"/>
          <p:cNvSpPr/>
          <p:nvPr/>
        </p:nvSpPr>
        <p:spPr>
          <a:xfrm>
            <a:off x="1340739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R-022</a:t>
            </a:r>
            <a:r>
              <a:rPr lang="es-CL" sz="1300" b="0" noProof="0">
                <a:solidFill>
                  <a:srgbClr val="111111"/>
                </a:solidFill>
                <a:latin typeface="Inter"/>
              </a:rPr>
              <a:t>  · Alta</a:t>
            </a:r>
          </a:p>
          <a:p>
            <a:pPr algn="l"/>
            <a:r>
              <a:rPr lang="es-CL" sz="1600" b="1" noProof="0">
                <a:solidFill>
                  <a:srgbClr val="111111"/>
                </a:solidFill>
                <a:latin typeface="Inter SemiBold"/>
              </a:rPr>
              <a:t>Contrapartes tardías</a:t>
            </a:r>
          </a:p>
        </p:txBody>
      </p:sp>
      <p:sp>
        <p:nvSpPr>
          <p:cNvPr id="819" name="Rounded Rectangle 818"/>
          <p:cNvSpPr/>
          <p:nvPr/>
        </p:nvSpPr>
        <p:spPr>
          <a:xfrm>
            <a:off x="82296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R-023</a:t>
            </a:r>
            <a:r>
              <a:rPr lang="es-CL" sz="1300" b="0" noProof="0">
                <a:solidFill>
                  <a:srgbClr val="111111"/>
                </a:solidFill>
                <a:latin typeface="Inter"/>
              </a:rPr>
              <a:t>  · Media</a:t>
            </a:r>
          </a:p>
          <a:p>
            <a:pPr algn="l"/>
            <a:r>
              <a:rPr lang="es-CL" sz="1600" b="1" noProof="0">
                <a:solidFill>
                  <a:srgbClr val="111111"/>
                </a:solidFill>
                <a:latin typeface="Inter SemiBold"/>
              </a:rPr>
              <a:t>Choque con congelamientos</a:t>
            </a:r>
          </a:p>
        </p:txBody>
      </p:sp>
      <p:sp>
        <p:nvSpPr>
          <p:cNvPr id="820" name="Rounded Rectangle 819"/>
          <p:cNvSpPr/>
          <p:nvPr/>
        </p:nvSpPr>
        <p:spPr>
          <a:xfrm>
            <a:off x="501777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R-024</a:t>
            </a:r>
            <a:r>
              <a:rPr lang="es-CL" sz="1300" b="0" noProof="0">
                <a:solidFill>
                  <a:srgbClr val="111111"/>
                </a:solidFill>
                <a:latin typeface="Inter"/>
              </a:rPr>
              <a:t>  · Alta</a:t>
            </a:r>
          </a:p>
          <a:p>
            <a:pPr algn="l"/>
            <a:r>
              <a:rPr lang="es-CL" sz="1600" b="1" noProof="0">
                <a:solidFill>
                  <a:srgbClr val="111111"/>
                </a:solidFill>
                <a:latin typeface="Inter SemiBold"/>
              </a:rPr>
              <a:t>Terreno o instalación tarde</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R-028</a:t>
            </a:r>
            <a:r>
              <a:rPr lang="es-CL" sz="1300" b="0" noProof="0">
                <a:solidFill>
                  <a:srgbClr val="111111"/>
                </a:solidFill>
                <a:latin typeface="Inter"/>
              </a:rPr>
              <a:t>  · Media</a:t>
            </a:r>
          </a:p>
          <a:p>
            <a:pPr algn="l"/>
            <a:r>
              <a:rPr lang="es-CL" sz="1600" b="1" noProof="0">
                <a:solidFill>
                  <a:srgbClr val="111111"/>
                </a:solidFill>
                <a:latin typeface="Inter SemiBold"/>
              </a:rPr>
              <a:t>Rendición insuficiente</a:t>
            </a:r>
          </a:p>
        </p:txBody>
      </p:sp>
      <p:sp>
        <p:nvSpPr>
          <p:cNvPr id="822" name="Rounded Rectangle 821"/>
          <p:cNvSpPr/>
          <p:nvPr/>
        </p:nvSpPr>
        <p:spPr>
          <a:xfrm>
            <a:off x="13407390" y="6693408"/>
            <a:ext cx="4057650" cy="896112"/>
          </a:xfrm>
          <a:prstGeom prst="roundRect">
            <a:avLst>
              <a:gd name="adj" fmla="val 12000"/>
            </a:avLst>
          </a:prstGeom>
          <a:solidFill>
            <a:srgbClr val="FFFFFF"/>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R-044</a:t>
            </a:r>
            <a:r>
              <a:rPr lang="es-CL" sz="1300" b="0" noProof="0">
                <a:solidFill>
                  <a:srgbClr val="111111"/>
                </a:solidFill>
                <a:latin typeface="Inter"/>
              </a:rPr>
              <a:t>  · Baja</a:t>
            </a:r>
          </a:p>
          <a:p>
            <a:pPr algn="l"/>
            <a:r>
              <a:rPr lang="es-CL" sz="1600" b="1" noProof="0">
                <a:solidFill>
                  <a:srgbClr val="111111"/>
                </a:solidFill>
                <a:latin typeface="Inter SemiBold"/>
              </a:rPr>
              <a:t>Envases y custodia</a:t>
            </a:r>
          </a:p>
        </p:txBody>
      </p:sp>
      <p:sp>
        <p:nvSpPr>
          <p:cNvPr id="823" name="TextBox 822"/>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4"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42</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4</a:t>
            </a:r>
          </a:p>
          <a:p>
            <a:pPr algn="l"/>
            <a:r>
              <a:rPr lang="es-CL" sz="1700" b="1" noProof="0">
                <a:solidFill>
                  <a:srgbClr val="FFFFFF"/>
                </a:solidFill>
                <a:latin typeface="Inter SemiBold"/>
              </a:rPr>
              <a:t>Personas y adopción</a:t>
            </a:r>
          </a:p>
        </p:txBody>
      </p:sp>
      <p:sp>
        <p:nvSpPr>
          <p:cNvPr id="804" name="!!brn4"/>
          <p:cNvSpPr txBox="1"/>
          <p:nvPr/>
        </p:nvSpPr>
        <p:spPr>
          <a:xfrm>
            <a:off x="8151222"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4 · PERSONAS Y ADOPCIÓN · 7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R-017</a:t>
            </a:r>
            <a:r>
              <a:rPr lang="es-CL" sz="1300" b="0" noProof="0">
                <a:solidFill>
                  <a:srgbClr val="111111"/>
                </a:solidFill>
                <a:latin typeface="Inter"/>
              </a:rPr>
              <a:t>  · Alta</a:t>
            </a:r>
          </a:p>
          <a:p>
            <a:pPr algn="l"/>
            <a:r>
              <a:rPr lang="es-CL" sz="1600" b="1" noProof="0">
                <a:solidFill>
                  <a:srgbClr val="111111"/>
                </a:solidFill>
                <a:latin typeface="Inter SemiBold"/>
              </a:rPr>
              <a:t>Objeción sindical</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R-018</a:t>
            </a:r>
            <a:r>
              <a:rPr lang="es-CL" sz="1300" b="0" noProof="0">
                <a:solidFill>
                  <a:srgbClr val="111111"/>
                </a:solidFill>
                <a:latin typeface="Inter"/>
              </a:rPr>
              <a:t>  · Alta</a:t>
            </a:r>
          </a:p>
          <a:p>
            <a:pPr algn="l"/>
            <a:r>
              <a:rPr lang="es-CL" sz="1600" b="1" noProof="0">
                <a:solidFill>
                  <a:srgbClr val="111111"/>
                </a:solidFill>
                <a:latin typeface="Inter SemiBold"/>
              </a:rPr>
              <a:t>Conductores rotativos</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R-019</a:t>
            </a:r>
            <a:r>
              <a:rPr lang="es-CL" sz="1300" b="0" noProof="0">
                <a:solidFill>
                  <a:srgbClr val="111111"/>
                </a:solidFill>
                <a:latin typeface="Inter"/>
              </a:rPr>
              <a:t>  · Media</a:t>
            </a:r>
          </a:p>
          <a:p>
            <a:pPr algn="l"/>
            <a:r>
              <a:rPr lang="es-CL" sz="1600" b="1" noProof="0">
                <a:solidFill>
                  <a:srgbClr val="111111"/>
                </a:solidFill>
                <a:latin typeface="Inter SemiBold"/>
              </a:rPr>
              <a:t>Bodega nocturna</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R-020</a:t>
            </a:r>
            <a:r>
              <a:rPr lang="es-CL" sz="1300" b="0" noProof="0">
                <a:solidFill>
                  <a:srgbClr val="111111"/>
                </a:solidFill>
                <a:latin typeface="Inter"/>
              </a:rPr>
              <a:t>  · Media</a:t>
            </a:r>
          </a:p>
          <a:p>
            <a:pPr algn="l"/>
            <a:r>
              <a:rPr lang="es-CL" sz="1600" b="1" noProof="0">
                <a:solidFill>
                  <a:srgbClr val="111111"/>
                </a:solidFill>
                <a:latin typeface="Inter SemiBold"/>
              </a:rPr>
              <a:t>Capacitación interrumpe</a:t>
            </a:r>
          </a:p>
        </p:txBody>
      </p:sp>
      <p:sp>
        <p:nvSpPr>
          <p:cNvPr id="819" name="Rounded Rectangle 818"/>
          <p:cNvSpPr/>
          <p:nvPr/>
        </p:nvSpPr>
        <p:spPr>
          <a:xfrm>
            <a:off x="822960" y="6693408"/>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R-021</a:t>
            </a:r>
            <a:r>
              <a:rPr lang="es-CL" sz="1300" b="0" noProof="0">
                <a:solidFill>
                  <a:srgbClr val="111111"/>
                </a:solidFill>
                <a:latin typeface="Inter"/>
              </a:rPr>
              <a:t>  · Alta</a:t>
            </a:r>
          </a:p>
          <a:p>
            <a:pPr algn="l"/>
            <a:r>
              <a:rPr lang="es-CL" sz="1600" b="1" noProof="0">
                <a:solidFill>
                  <a:srgbClr val="111111"/>
                </a:solidFill>
                <a:latin typeface="Inter SemiBold"/>
              </a:rPr>
              <a:t>Conocimiento de rutas</a:t>
            </a:r>
          </a:p>
        </p:txBody>
      </p:sp>
      <p:sp>
        <p:nvSpPr>
          <p:cNvPr id="820" name="Rounded Rectangle 819"/>
          <p:cNvSpPr/>
          <p:nvPr/>
        </p:nvSpPr>
        <p:spPr>
          <a:xfrm>
            <a:off x="501777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R-036</a:t>
            </a:r>
            <a:r>
              <a:rPr lang="es-CL" sz="1300" b="0" noProof="0">
                <a:solidFill>
                  <a:srgbClr val="111111"/>
                </a:solidFill>
                <a:latin typeface="Inter"/>
              </a:rPr>
              <a:t>  · Media</a:t>
            </a:r>
          </a:p>
          <a:p>
            <a:pPr algn="l"/>
            <a:r>
              <a:rPr lang="es-CL" sz="1600" b="1" noProof="0">
                <a:solidFill>
                  <a:srgbClr val="111111"/>
                </a:solidFill>
                <a:latin typeface="Inter SemiBold"/>
              </a:rPr>
              <a:t>INN-01 sin confirmación</a:t>
            </a:r>
          </a:p>
        </p:txBody>
      </p:sp>
      <p:sp>
        <p:nvSpPr>
          <p:cNvPr id="821" name="Rounded Rectangle 820"/>
          <p:cNvSpPr/>
          <p:nvPr/>
        </p:nvSpPr>
        <p:spPr>
          <a:xfrm>
            <a:off x="9212580" y="6693408"/>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R-040</a:t>
            </a:r>
            <a:r>
              <a:rPr lang="es-CL" sz="1300" b="0" noProof="0">
                <a:solidFill>
                  <a:srgbClr val="111111"/>
                </a:solidFill>
                <a:latin typeface="Inter"/>
              </a:rPr>
              <a:t>  · Media</a:t>
            </a:r>
          </a:p>
          <a:p>
            <a:pPr algn="l"/>
            <a:r>
              <a:rPr lang="es-CL" sz="1600" b="1" noProof="0">
                <a:solidFill>
                  <a:srgbClr val="111111"/>
                </a:solidFill>
                <a:latin typeface="Inter SemiBold"/>
              </a:rPr>
              <a:t>INN-05 hoja confusa</a:t>
            </a:r>
          </a:p>
        </p:txBody>
      </p:sp>
      <p:sp>
        <p:nvSpPr>
          <p:cNvPr id="822" name="TextBox 821"/>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43</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5</a:t>
            </a:r>
          </a:p>
          <a:p>
            <a:pPr algn="l"/>
            <a:r>
              <a:rPr lang="es-CL" sz="1700" b="1" noProof="0">
                <a:solidFill>
                  <a:srgbClr val="FFFFFF"/>
                </a:solidFill>
                <a:latin typeface="Inter SemiBold"/>
              </a:rPr>
              <a:t>Contrato y licitación</a:t>
            </a:r>
          </a:p>
        </p:txBody>
      </p:sp>
      <p:sp>
        <p:nvSpPr>
          <p:cNvPr id="807" name="!!brn5"/>
          <p:cNvSpPr txBox="1"/>
          <p:nvPr/>
        </p:nvSpPr>
        <p:spPr>
          <a:xfrm>
            <a:off x="10548257"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5 · CONTRATO Y LICITACIÓN · 4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R-026</a:t>
            </a:r>
            <a:r>
              <a:rPr lang="es-CL" sz="1300" b="0" noProof="0">
                <a:solidFill>
                  <a:srgbClr val="111111"/>
                </a:solidFill>
                <a:latin typeface="Inter"/>
              </a:rPr>
              <a:t>  · Alta</a:t>
            </a:r>
          </a:p>
          <a:p>
            <a:pPr algn="l"/>
            <a:r>
              <a:rPr lang="es-CL" sz="1600" b="1" noProof="0">
                <a:solidFill>
                  <a:srgbClr val="111111"/>
                </a:solidFill>
                <a:latin typeface="Inter SemiBold"/>
              </a:rPr>
              <a:t>Marcha blanca sin aceptación</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R-027</a:t>
            </a:r>
            <a:r>
              <a:rPr lang="es-CL" sz="1300" b="0" noProof="0">
                <a:solidFill>
                  <a:srgbClr val="111111"/>
                </a:solidFill>
                <a:latin typeface="Inter"/>
              </a:rPr>
              <a:t>  · Media</a:t>
            </a:r>
          </a:p>
          <a:p>
            <a:pPr algn="l"/>
            <a:r>
              <a:rPr lang="es-CL" sz="1600" b="1" noProof="0">
                <a:solidFill>
                  <a:srgbClr val="111111"/>
                </a:solidFill>
                <a:latin typeface="Inter SemiBold"/>
              </a:rPr>
              <a:t>Alcance sin aprobación</a:t>
            </a:r>
          </a:p>
        </p:txBody>
      </p:sp>
      <p:sp>
        <p:nvSpPr>
          <p:cNvPr id="817" name="Rounded Rectangle 816"/>
          <p:cNvSpPr/>
          <p:nvPr/>
        </p:nvSpPr>
        <p:spPr>
          <a:xfrm>
            <a:off x="921258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R-039</a:t>
            </a:r>
            <a:r>
              <a:rPr lang="es-CL" sz="1300" b="0" noProof="0">
                <a:solidFill>
                  <a:srgbClr val="111111"/>
                </a:solidFill>
                <a:latin typeface="Inter"/>
              </a:rPr>
              <a:t>  · Media</a:t>
            </a:r>
          </a:p>
          <a:p>
            <a:pPr algn="l"/>
            <a:r>
              <a:rPr lang="es-CL" sz="1600" b="1" noProof="0">
                <a:solidFill>
                  <a:srgbClr val="111111"/>
                </a:solidFill>
                <a:latin typeface="Inter SemiBold"/>
              </a:rPr>
              <a:t>INN-04 costo de servir</a:t>
            </a:r>
          </a:p>
        </p:txBody>
      </p:sp>
      <p:sp>
        <p:nvSpPr>
          <p:cNvPr id="818" name="Rounded Rectangle 817"/>
          <p:cNvSpPr/>
          <p:nvPr/>
        </p:nvSpPr>
        <p:spPr>
          <a:xfrm>
            <a:off x="1340739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R-041</a:t>
            </a:r>
            <a:r>
              <a:rPr lang="es-CL" sz="1300" b="0" noProof="0">
                <a:solidFill>
                  <a:srgbClr val="111111"/>
                </a:solidFill>
                <a:latin typeface="Inter"/>
              </a:rPr>
              <a:t>  · Media</a:t>
            </a:r>
          </a:p>
          <a:p>
            <a:pPr algn="l"/>
            <a:r>
              <a:rPr lang="es-CL" sz="1600" b="1" noProof="0">
                <a:solidFill>
                  <a:srgbClr val="111111"/>
                </a:solidFill>
                <a:latin typeface="Inter SemiBold"/>
              </a:rPr>
              <a:t>Salida incompleta</a:t>
            </a:r>
          </a:p>
        </p:txBody>
      </p:sp>
      <p:sp>
        <p:nvSpPr>
          <p:cNvPr id="819" name="TextBox 818"/>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2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44</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6</a:t>
            </a:r>
          </a:p>
          <a:p>
            <a:pPr algn="l"/>
            <a:r>
              <a:rPr lang="es-CL" sz="1700" b="1" noProof="0">
                <a:solidFill>
                  <a:srgbClr val="FFFFFF"/>
                </a:solidFill>
                <a:latin typeface="Inter SemiBold"/>
              </a:rPr>
              <a:t>Regulatorio y externo</a:t>
            </a:r>
          </a:p>
        </p:txBody>
      </p:sp>
      <p:sp>
        <p:nvSpPr>
          <p:cNvPr id="810" name="!!brn6"/>
          <p:cNvSpPr txBox="1"/>
          <p:nvPr/>
        </p:nvSpPr>
        <p:spPr>
          <a:xfrm>
            <a:off x="12945291"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2 riesgos</a:t>
            </a:r>
          </a:p>
        </p:txBody>
      </p:sp>
      <p:cxnSp>
        <p:nvCxnSpPr>
          <p:cNvPr id="811" name="Connector 810"/>
          <p:cNvCxnSpPr/>
          <p:nvPr/>
        </p:nvCxnSpPr>
        <p:spPr>
          <a:xfrm>
            <a:off x="16335102"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7</a:t>
            </a:r>
          </a:p>
          <a:p>
            <a:pPr algn="l"/>
            <a:r>
              <a:rPr lang="es-CL" sz="1500" b="1" noProof="0">
                <a:solidFill>
                  <a:srgbClr val="C7C7C7"/>
                </a:solidFill>
                <a:latin typeface="Inter SemiBold"/>
              </a:rPr>
              <a:t>Empresa proveedora</a:t>
            </a:r>
          </a:p>
        </p:txBody>
      </p:sp>
      <p:sp>
        <p:nvSpPr>
          <p:cNvPr id="813" name="!!brn7"/>
          <p:cNvSpPr txBox="1"/>
          <p:nvPr/>
        </p:nvSpPr>
        <p:spPr>
          <a:xfrm>
            <a:off x="15342325"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6 · REGULATORIO Y EXTERNO · 2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R-029</a:t>
            </a:r>
            <a:r>
              <a:rPr lang="es-CL" sz="1300" b="0" noProof="0">
                <a:solidFill>
                  <a:srgbClr val="111111"/>
                </a:solidFill>
                <a:latin typeface="Inter"/>
              </a:rPr>
              <a:t>  · Alta</a:t>
            </a:r>
          </a:p>
          <a:p>
            <a:pPr algn="l"/>
            <a:r>
              <a:rPr lang="es-CL" sz="1600" b="1" noProof="0">
                <a:solidFill>
                  <a:srgbClr val="111111"/>
                </a:solidFill>
                <a:latin typeface="Inter SemiBold"/>
              </a:rPr>
              <a:t>POD sin evidencia</a:t>
            </a:r>
          </a:p>
        </p:txBody>
      </p:sp>
      <p:sp>
        <p:nvSpPr>
          <p:cNvPr id="816" name="Rounded Rectangle 815"/>
          <p:cNvSpPr/>
          <p:nvPr/>
        </p:nvSpPr>
        <p:spPr>
          <a:xfrm>
            <a:off x="501777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R-042</a:t>
            </a:r>
            <a:r>
              <a:rPr lang="es-CL" sz="1300" b="0" noProof="0">
                <a:solidFill>
                  <a:srgbClr val="111111"/>
                </a:solidFill>
                <a:latin typeface="Inter"/>
              </a:rPr>
              <a:t>  · Alta</a:t>
            </a:r>
          </a:p>
          <a:p>
            <a:pPr algn="l"/>
            <a:r>
              <a:rPr lang="es-CL" sz="1600" b="1" noProof="0">
                <a:solidFill>
                  <a:srgbClr val="111111"/>
                </a:solidFill>
                <a:latin typeface="Inter SemiBold"/>
              </a:rPr>
              <a:t>Cambio normativo</a:t>
            </a:r>
          </a:p>
        </p:txBody>
      </p:sp>
      <p:sp>
        <p:nvSpPr>
          <p:cNvPr id="817" name="TextBox 816"/>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18"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 name="!!deco_dce8b6c9_1"/>
          <p:cNvSpPr/>
          <p:nvPr/>
        </p:nvSpPr>
        <p:spPr>
          <a:xfrm>
            <a:off x="-2254297" y="8863496"/>
            <a:ext cx="10236981" cy="10236981"/>
          </a:xfrm>
          <a:custGeom>
            <a:avLst/>
            <a:gdLst/>
            <a:ahLst/>
            <a:cxnLst/>
            <a:rect l="l" t="t" r="r" b="b"/>
            <a:pathLst>
              <a:path w="10236981" h="10236981">
                <a:moveTo>
                  <a:pt x="0" y="0"/>
                </a:moveTo>
                <a:lnTo>
                  <a:pt x="10236981" y="0"/>
                </a:lnTo>
                <a:lnTo>
                  <a:pt x="10236981"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787" name="!!deco_1438196a_1"/>
          <p:cNvSpPr/>
          <p:nvPr/>
        </p:nvSpPr>
        <p:spPr>
          <a:xfrm>
            <a:off x="14951973"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5" name="!!deco_1438196a_2"/>
          <p:cNvSpPr/>
          <p:nvPr/>
        </p:nvSpPr>
        <p:spPr>
          <a:xfrm>
            <a:off x="-778247" y="-1478543"/>
            <a:ext cx="4114800" cy="4114800"/>
          </a:xfrm>
          <a:custGeom>
            <a:avLst/>
            <a:gdLst/>
            <a:ahLst/>
            <a:cxnLst/>
            <a:rect l="l" t="t" r="r" b="b"/>
            <a:pathLst>
              <a:path w="4114800" h="4114800">
                <a:moveTo>
                  <a:pt x="0" y="0"/>
                </a:moveTo>
                <a:lnTo>
                  <a:pt x="4114800" y="0"/>
                </a:lnTo>
                <a:lnTo>
                  <a:pt x="4114800" y="4114800"/>
                </a:lnTo>
                <a:lnTo>
                  <a:pt x="0" y="4114800"/>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789" name="!!title"/>
          <p:cNvSpPr txBox="1"/>
          <p:nvPr/>
        </p:nvSpPr>
        <p:spPr>
          <a:xfrm>
            <a:off x="3200400" y="685800"/>
            <a:ext cx="11887200" cy="640080"/>
          </a:xfrm>
          <a:prstGeom prst="rect">
            <a:avLst/>
          </a:prstGeom>
          <a:noFill/>
        </p:spPr>
        <p:txBody>
          <a:bodyPr wrap="square" lIns="0" tIns="0" rIns="0" bIns="0" anchor="t">
            <a:spAutoFit/>
          </a:bodyPr>
          <a:lstStyle/>
          <a:p>
            <a:pPr algn="ctr"/>
            <a:r>
              <a:rPr lang="es-CL" sz="3600" b="1" noProof="0">
                <a:solidFill>
                  <a:srgbClr val="111111"/>
                </a:solidFill>
                <a:latin typeface="Inter SemiBold"/>
              </a:rPr>
              <a:t>RBS: así se clasifican los riesgos</a:t>
            </a:r>
          </a:p>
        </p:txBody>
      </p:sp>
      <p:sp>
        <p:nvSpPr>
          <p:cNvPr id="790" name="!!rbsroot"/>
          <p:cNvSpPr/>
          <p:nvPr/>
        </p:nvSpPr>
        <p:spPr>
          <a:xfrm>
            <a:off x="6309360" y="1463040"/>
            <a:ext cx="5669280" cy="685800"/>
          </a:xfrm>
          <a:prstGeom prst="roundRect">
            <a:avLst>
              <a:gd name="adj" fmla="val 15000"/>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s-CL" sz="1600" b="1" noProof="0">
                <a:solidFill>
                  <a:srgbClr val="FFFFFF"/>
                </a:solidFill>
                <a:latin typeface="Inter SemiBold"/>
              </a:rPr>
              <a:t>Riesgos del proyecto · 45 · reserva 2.058,5 HH</a:t>
            </a:r>
          </a:p>
        </p:txBody>
      </p:sp>
      <p:cxnSp>
        <p:nvCxnSpPr>
          <p:cNvPr id="791" name="Connector 790"/>
          <p:cNvCxnSpPr/>
          <p:nvPr/>
        </p:nvCxnSpPr>
        <p:spPr>
          <a:xfrm>
            <a:off x="9144000" y="2148840"/>
            <a:ext cx="0" cy="64008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2" name="Connector 791"/>
          <p:cNvCxnSpPr/>
          <p:nvPr/>
        </p:nvCxnSpPr>
        <p:spPr>
          <a:xfrm>
            <a:off x="1952897" y="2788920"/>
            <a:ext cx="14382205" cy="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cxnSp>
        <p:nvCxnSpPr>
          <p:cNvPr id="793" name="Connector 792"/>
          <p:cNvCxnSpPr/>
          <p:nvPr/>
        </p:nvCxnSpPr>
        <p:spPr>
          <a:xfrm>
            <a:off x="1952897"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4" name="!!br1"/>
          <p:cNvSpPr/>
          <p:nvPr/>
        </p:nvSpPr>
        <p:spPr>
          <a:xfrm>
            <a:off x="822960"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1</a:t>
            </a:r>
          </a:p>
          <a:p>
            <a:pPr algn="l"/>
            <a:r>
              <a:rPr lang="es-CL" sz="1500" b="1" noProof="0">
                <a:solidFill>
                  <a:srgbClr val="C7C7C7"/>
                </a:solidFill>
                <a:latin typeface="Inter SemiBold"/>
              </a:rPr>
              <a:t>Solución y tecnología</a:t>
            </a:r>
          </a:p>
        </p:txBody>
      </p:sp>
      <p:sp>
        <p:nvSpPr>
          <p:cNvPr id="795" name="!!brn1"/>
          <p:cNvSpPr txBox="1"/>
          <p:nvPr/>
        </p:nvSpPr>
        <p:spPr>
          <a:xfrm>
            <a:off x="960120"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14 riesgos</a:t>
            </a:r>
          </a:p>
        </p:txBody>
      </p:sp>
      <p:cxnSp>
        <p:nvCxnSpPr>
          <p:cNvPr id="796" name="Connector 795"/>
          <p:cNvCxnSpPr/>
          <p:nvPr/>
        </p:nvCxnSpPr>
        <p:spPr>
          <a:xfrm>
            <a:off x="4349931"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797" name="!!br2"/>
          <p:cNvSpPr/>
          <p:nvPr/>
        </p:nvSpPr>
        <p:spPr>
          <a:xfrm>
            <a:off x="3219994"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2</a:t>
            </a:r>
          </a:p>
          <a:p>
            <a:pPr algn="l"/>
            <a:r>
              <a:rPr lang="es-CL" sz="1500" b="1" noProof="0">
                <a:solidFill>
                  <a:srgbClr val="C7C7C7"/>
                </a:solidFill>
                <a:latin typeface="Inter SemiBold"/>
              </a:rPr>
              <a:t>Integración y legado</a:t>
            </a:r>
          </a:p>
        </p:txBody>
      </p:sp>
      <p:sp>
        <p:nvSpPr>
          <p:cNvPr id="798" name="!!brn2"/>
          <p:cNvSpPr txBox="1"/>
          <p:nvPr/>
        </p:nvSpPr>
        <p:spPr>
          <a:xfrm>
            <a:off x="3357154"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799" name="Connector 798"/>
          <p:cNvCxnSpPr/>
          <p:nvPr/>
        </p:nvCxnSpPr>
        <p:spPr>
          <a:xfrm>
            <a:off x="6746965"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0" name="!!br3"/>
          <p:cNvSpPr/>
          <p:nvPr/>
        </p:nvSpPr>
        <p:spPr>
          <a:xfrm>
            <a:off x="5617028"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3</a:t>
            </a:r>
          </a:p>
          <a:p>
            <a:pPr algn="l"/>
            <a:r>
              <a:rPr lang="es-CL" sz="1500" b="1" noProof="0">
                <a:solidFill>
                  <a:srgbClr val="C7C7C7"/>
                </a:solidFill>
                <a:latin typeface="Inter SemiBold"/>
              </a:rPr>
              <a:t>Operación del cliente</a:t>
            </a:r>
          </a:p>
        </p:txBody>
      </p:sp>
      <p:sp>
        <p:nvSpPr>
          <p:cNvPr id="801" name="!!brn3"/>
          <p:cNvSpPr txBox="1"/>
          <p:nvPr/>
        </p:nvSpPr>
        <p:spPr>
          <a:xfrm>
            <a:off x="5754188"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8 riesgos</a:t>
            </a:r>
          </a:p>
        </p:txBody>
      </p:sp>
      <p:cxnSp>
        <p:nvCxnSpPr>
          <p:cNvPr id="802" name="Connector 801"/>
          <p:cNvCxnSpPr/>
          <p:nvPr/>
        </p:nvCxnSpPr>
        <p:spPr>
          <a:xfrm>
            <a:off x="9144000"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3" name="!!br4"/>
          <p:cNvSpPr/>
          <p:nvPr/>
        </p:nvSpPr>
        <p:spPr>
          <a:xfrm>
            <a:off x="8014062"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4</a:t>
            </a:r>
          </a:p>
          <a:p>
            <a:pPr algn="l"/>
            <a:r>
              <a:rPr lang="es-CL" sz="1500" b="1" noProof="0">
                <a:solidFill>
                  <a:srgbClr val="C7C7C7"/>
                </a:solidFill>
                <a:latin typeface="Inter SemiBold"/>
              </a:rPr>
              <a:t>Personas y adopción</a:t>
            </a:r>
          </a:p>
        </p:txBody>
      </p:sp>
      <p:sp>
        <p:nvSpPr>
          <p:cNvPr id="804" name="!!brn4"/>
          <p:cNvSpPr txBox="1"/>
          <p:nvPr/>
        </p:nvSpPr>
        <p:spPr>
          <a:xfrm>
            <a:off x="8151222"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7 riesgos</a:t>
            </a:r>
          </a:p>
        </p:txBody>
      </p:sp>
      <p:cxnSp>
        <p:nvCxnSpPr>
          <p:cNvPr id="805" name="Connector 804"/>
          <p:cNvCxnSpPr/>
          <p:nvPr/>
        </p:nvCxnSpPr>
        <p:spPr>
          <a:xfrm>
            <a:off x="11541034"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6" name="!!br5"/>
          <p:cNvSpPr/>
          <p:nvPr/>
        </p:nvSpPr>
        <p:spPr>
          <a:xfrm>
            <a:off x="10411097"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5</a:t>
            </a:r>
          </a:p>
          <a:p>
            <a:pPr algn="l"/>
            <a:r>
              <a:rPr lang="es-CL" sz="1500" b="1" noProof="0">
                <a:solidFill>
                  <a:srgbClr val="C7C7C7"/>
                </a:solidFill>
                <a:latin typeface="Inter SemiBold"/>
              </a:rPr>
              <a:t>Contrato y licitación</a:t>
            </a:r>
          </a:p>
        </p:txBody>
      </p:sp>
      <p:sp>
        <p:nvSpPr>
          <p:cNvPr id="807" name="!!brn5"/>
          <p:cNvSpPr txBox="1"/>
          <p:nvPr/>
        </p:nvSpPr>
        <p:spPr>
          <a:xfrm>
            <a:off x="10548257"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4 riesgos</a:t>
            </a:r>
          </a:p>
        </p:txBody>
      </p:sp>
      <p:cxnSp>
        <p:nvCxnSpPr>
          <p:cNvPr id="808" name="Connector 807"/>
          <p:cNvCxnSpPr/>
          <p:nvPr/>
        </p:nvCxnSpPr>
        <p:spPr>
          <a:xfrm>
            <a:off x="13938068" y="2788920"/>
            <a:ext cx="0" cy="32004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09" name="!!br6"/>
          <p:cNvSpPr/>
          <p:nvPr/>
        </p:nvSpPr>
        <p:spPr>
          <a:xfrm>
            <a:off x="12808131" y="3108960"/>
            <a:ext cx="2259874" cy="1554480"/>
          </a:xfrm>
          <a:prstGeom prst="roundRect">
            <a:avLst>
              <a:gd name="adj" fmla="val 8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C7C7C7"/>
                </a:solidFill>
                <a:latin typeface="Inter SemiBold"/>
              </a:rPr>
              <a:t>Rama 6</a:t>
            </a:r>
          </a:p>
          <a:p>
            <a:pPr algn="l"/>
            <a:r>
              <a:rPr lang="es-CL" sz="1500" b="1" noProof="0">
                <a:solidFill>
                  <a:srgbClr val="C7C7C7"/>
                </a:solidFill>
                <a:latin typeface="Inter SemiBold"/>
              </a:rPr>
              <a:t>Regulatorio y externo</a:t>
            </a:r>
          </a:p>
        </p:txBody>
      </p:sp>
      <p:sp>
        <p:nvSpPr>
          <p:cNvPr id="810" name="!!brn6"/>
          <p:cNvSpPr txBox="1"/>
          <p:nvPr/>
        </p:nvSpPr>
        <p:spPr>
          <a:xfrm>
            <a:off x="12945291" y="4206239"/>
            <a:ext cx="1985554" cy="320040"/>
          </a:xfrm>
          <a:prstGeom prst="rect">
            <a:avLst/>
          </a:prstGeom>
          <a:noFill/>
        </p:spPr>
        <p:txBody>
          <a:bodyPr wrap="square" lIns="0" tIns="0" rIns="0" bIns="0" anchor="t">
            <a:spAutoFit/>
          </a:bodyPr>
          <a:lstStyle/>
          <a:p>
            <a:pPr algn="l"/>
            <a:r>
              <a:rPr lang="es-CL" sz="1300" b="1" noProof="0">
                <a:solidFill>
                  <a:srgbClr val="C7C7C7"/>
                </a:solidFill>
                <a:latin typeface="Inter SemiBold"/>
              </a:rPr>
              <a:t>2 riesgos</a:t>
            </a:r>
          </a:p>
        </p:txBody>
      </p:sp>
      <p:cxnSp>
        <p:nvCxnSpPr>
          <p:cNvPr id="811" name="Connector 810"/>
          <p:cNvCxnSpPr/>
          <p:nvPr/>
        </p:nvCxnSpPr>
        <p:spPr>
          <a:xfrm>
            <a:off x="16335102" y="2788920"/>
            <a:ext cx="0" cy="228600"/>
          </a:xfrm>
          <a:prstGeom prst="line">
            <a:avLst/>
          </a:prstGeom>
          <a:ln w="19050">
            <a:solidFill>
              <a:srgbClr val="9A9A9A"/>
            </a:solidFill>
          </a:ln>
        </p:spPr>
        <p:style>
          <a:lnRef idx="2">
            <a:schemeClr val="accent1"/>
          </a:lnRef>
          <a:fillRef idx="0">
            <a:schemeClr val="accent1"/>
          </a:fillRef>
          <a:effectRef idx="1">
            <a:schemeClr val="accent1"/>
          </a:effectRef>
          <a:fontRef idx="minor">
            <a:schemeClr val="tx1"/>
          </a:fontRef>
        </p:style>
      </p:cxnSp>
      <p:sp>
        <p:nvSpPr>
          <p:cNvPr id="812" name="!!br7"/>
          <p:cNvSpPr/>
          <p:nvPr/>
        </p:nvSpPr>
        <p:spPr>
          <a:xfrm>
            <a:off x="15205165" y="3017520"/>
            <a:ext cx="2259874" cy="1874519"/>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tIns="101600" rIns="137160" rtlCol="0" anchor="t"/>
          <a:lstStyle/>
          <a:p>
            <a:pPr algn="l"/>
            <a:r>
              <a:rPr lang="es-CL" sz="1300" b="1" noProof="0">
                <a:solidFill>
                  <a:srgbClr val="FFFFFF"/>
                </a:solidFill>
                <a:latin typeface="Inter SemiBold"/>
              </a:rPr>
              <a:t>Rama 7</a:t>
            </a:r>
          </a:p>
          <a:p>
            <a:pPr algn="l"/>
            <a:r>
              <a:rPr lang="es-CL" sz="1700" b="1" noProof="0">
                <a:solidFill>
                  <a:srgbClr val="FFFFFF"/>
                </a:solidFill>
                <a:latin typeface="Inter SemiBold"/>
              </a:rPr>
              <a:t>Empresa proveedora</a:t>
            </a:r>
          </a:p>
        </p:txBody>
      </p:sp>
      <p:sp>
        <p:nvSpPr>
          <p:cNvPr id="813" name="!!brn7"/>
          <p:cNvSpPr txBox="1"/>
          <p:nvPr/>
        </p:nvSpPr>
        <p:spPr>
          <a:xfrm>
            <a:off x="15342325" y="4434840"/>
            <a:ext cx="1985554" cy="320040"/>
          </a:xfrm>
          <a:prstGeom prst="rect">
            <a:avLst/>
          </a:prstGeom>
          <a:noFill/>
        </p:spPr>
        <p:txBody>
          <a:bodyPr wrap="square" lIns="0" tIns="0" rIns="0" bIns="0" anchor="t">
            <a:spAutoFit/>
          </a:bodyPr>
          <a:lstStyle/>
          <a:p>
            <a:pPr algn="l"/>
            <a:r>
              <a:rPr lang="es-CL" sz="1300" b="1" noProof="0">
                <a:solidFill>
                  <a:srgbClr val="FFFFFF"/>
                </a:solidFill>
                <a:latin typeface="Inter SemiBold"/>
              </a:rPr>
              <a:t>3 riesgos</a:t>
            </a:r>
          </a:p>
        </p:txBody>
      </p:sp>
      <p:sp>
        <p:nvSpPr>
          <p:cNvPr id="814" name="TextBox 813"/>
          <p:cNvSpPr txBox="1"/>
          <p:nvPr/>
        </p:nvSpPr>
        <p:spPr>
          <a:xfrm>
            <a:off x="822960" y="5257800"/>
            <a:ext cx="16642080" cy="320040"/>
          </a:xfrm>
          <a:prstGeom prst="rect">
            <a:avLst/>
          </a:prstGeom>
          <a:noFill/>
        </p:spPr>
        <p:txBody>
          <a:bodyPr wrap="square" lIns="0" tIns="0" rIns="0" bIns="0" anchor="t">
            <a:spAutoFit/>
          </a:bodyPr>
          <a:lstStyle/>
          <a:p>
            <a:pPr algn="l"/>
            <a:r>
              <a:rPr lang="es-CL" sz="1400" b="1" noProof="0">
                <a:solidFill>
                  <a:srgbClr val="E8641B"/>
                </a:solidFill>
                <a:latin typeface="Inter SemiBold"/>
              </a:rPr>
              <a:t>RAMA 7 · EMPRESA PROVEEDORA · 3 RIESGOS</a:t>
            </a:r>
          </a:p>
        </p:txBody>
      </p:sp>
      <p:sp>
        <p:nvSpPr>
          <p:cNvPr id="815" name="Rounded Rectangle 814"/>
          <p:cNvSpPr/>
          <p:nvPr/>
        </p:nvSpPr>
        <p:spPr>
          <a:xfrm>
            <a:off x="82296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R-025</a:t>
            </a:r>
            <a:r>
              <a:rPr lang="es-CL" sz="1300" b="0" noProof="0">
                <a:solidFill>
                  <a:srgbClr val="111111"/>
                </a:solidFill>
                <a:latin typeface="Inter"/>
              </a:rPr>
              <a:t>  · Alta</a:t>
            </a:r>
          </a:p>
          <a:p>
            <a:pPr algn="l"/>
            <a:r>
              <a:rPr lang="es-CL" sz="1600" b="1" noProof="0">
                <a:solidFill>
                  <a:srgbClr val="111111"/>
                </a:solidFill>
                <a:latin typeface="Inter SemiBold"/>
              </a:rPr>
              <a:t>Dotación compartida</a:t>
            </a:r>
          </a:p>
        </p:txBody>
      </p:sp>
      <p:sp>
        <p:nvSpPr>
          <p:cNvPr id="816" name="Rounded Rectangle 815"/>
          <p:cNvSpPr/>
          <p:nvPr/>
        </p:nvSpPr>
        <p:spPr>
          <a:xfrm>
            <a:off x="5017770" y="5669280"/>
            <a:ext cx="4057650" cy="896112"/>
          </a:xfrm>
          <a:prstGeom prst="roundRect">
            <a:avLst>
              <a:gd name="adj" fmla="val 12000"/>
            </a:avLst>
          </a:prstGeom>
          <a:solidFill>
            <a:srgbClr val="F4F4F4"/>
          </a:solidFill>
          <a:ln w="15875">
            <a:solidFill>
              <a:srgbClr val="C7C7C7"/>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R-034</a:t>
            </a:r>
            <a:r>
              <a:rPr lang="es-CL" sz="1300" b="0" noProof="0">
                <a:solidFill>
                  <a:srgbClr val="111111"/>
                </a:solidFill>
                <a:latin typeface="Inter"/>
              </a:rPr>
              <a:t>  · Media</a:t>
            </a:r>
          </a:p>
          <a:p>
            <a:pPr algn="l"/>
            <a:r>
              <a:rPr lang="es-CL" sz="1600" b="1" noProof="0">
                <a:solidFill>
                  <a:srgbClr val="111111"/>
                </a:solidFill>
                <a:latin typeface="Inter SemiBold"/>
              </a:rPr>
              <a:t>Mesa o NOC insuficiente</a:t>
            </a:r>
          </a:p>
        </p:txBody>
      </p:sp>
      <p:sp>
        <p:nvSpPr>
          <p:cNvPr id="817" name="Rounded Rectangle 816"/>
          <p:cNvSpPr/>
          <p:nvPr/>
        </p:nvSpPr>
        <p:spPr>
          <a:xfrm>
            <a:off x="9212580" y="5669280"/>
            <a:ext cx="4057650" cy="896112"/>
          </a:xfrm>
          <a:prstGeom prst="roundRect">
            <a:avLst>
              <a:gd name="adj" fmla="val 12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l"/>
            <a:r>
              <a:rPr lang="es-CL" sz="1400" b="1" noProof="0">
                <a:solidFill>
                  <a:srgbClr val="111111"/>
                </a:solidFill>
                <a:latin typeface="Inter SemiBold"/>
              </a:rPr>
              <a:t>R-035</a:t>
            </a:r>
            <a:r>
              <a:rPr lang="es-CL" sz="1300" b="0" noProof="0">
                <a:solidFill>
                  <a:srgbClr val="111111"/>
                </a:solidFill>
                <a:latin typeface="Inter"/>
              </a:rPr>
              <a:t>  · Alta</a:t>
            </a:r>
          </a:p>
          <a:p>
            <a:pPr algn="l"/>
            <a:r>
              <a:rPr lang="es-CL" sz="1600" b="1" noProof="0">
                <a:solidFill>
                  <a:srgbClr val="111111"/>
                </a:solidFill>
                <a:latin typeface="Inter SemiBold"/>
              </a:rPr>
              <a:t>Costos subestimados</a:t>
            </a:r>
          </a:p>
        </p:txBody>
      </p:sp>
      <p:sp>
        <p:nvSpPr>
          <p:cNvPr id="818" name="TextBox 817"/>
          <p:cNvSpPr txBox="1"/>
          <p:nvPr/>
        </p:nvSpPr>
        <p:spPr>
          <a:xfrm>
            <a:off x="822960" y="9464040"/>
            <a:ext cx="9144000" cy="365760"/>
          </a:xfrm>
          <a:prstGeom prst="rect">
            <a:avLst/>
          </a:prstGeom>
          <a:noFill/>
        </p:spPr>
        <p:txBody>
          <a:bodyPr wrap="square" lIns="0" tIns="0" rIns="0" bIns="0" anchor="t">
            <a:spAutoFit/>
          </a:bodyPr>
          <a:lstStyle/>
          <a:p>
            <a:pPr algn="l"/>
            <a:r>
              <a:rPr lang="es-CL" sz="1400" b="0" noProof="0">
                <a:solidFill>
                  <a:srgbClr val="E8641B"/>
                </a:solidFill>
                <a:latin typeface="Inter"/>
              </a:rPr>
              <a:t>■ </a:t>
            </a:r>
            <a:r>
              <a:rPr lang="es-CL" sz="1400" b="0" noProof="0">
                <a:solidFill>
                  <a:srgbClr val="3C3C3C"/>
                </a:solidFill>
                <a:latin typeface="Inter"/>
              </a:rPr>
              <a:t>Crítica   </a:t>
            </a:r>
            <a:r>
              <a:rPr lang="es-CL" sz="1400" b="0" noProof="0">
                <a:solidFill>
                  <a:srgbClr val="F29A5E"/>
                </a:solidFill>
                <a:latin typeface="Inter"/>
              </a:rPr>
              <a:t>■ </a:t>
            </a:r>
            <a:r>
              <a:rPr lang="es-CL" sz="1400" b="0" noProof="0">
                <a:solidFill>
                  <a:srgbClr val="3C3C3C"/>
                </a:solidFill>
                <a:latin typeface="Inter"/>
              </a:rPr>
              <a:t>Alta   </a:t>
            </a:r>
            <a:r>
              <a:rPr lang="es-CL" sz="1400" b="0" noProof="0">
                <a:solidFill>
                  <a:srgbClr val="C7C7C7"/>
                </a:solidFill>
                <a:latin typeface="Inter"/>
              </a:rPr>
              <a:t>■ </a:t>
            </a:r>
            <a:r>
              <a:rPr lang="es-CL" sz="1400" b="0" noProof="0">
                <a:solidFill>
                  <a:srgbClr val="3C3C3C"/>
                </a:solidFill>
                <a:latin typeface="Inter"/>
              </a:rPr>
              <a:t>Media   </a:t>
            </a:r>
            <a:r>
              <a:rPr lang="es-CL" sz="1400" b="0" noProof="0">
                <a:solidFill>
                  <a:srgbClr val="9A9A9A"/>
                </a:solidFill>
                <a:latin typeface="Inter"/>
              </a:rPr>
              <a:t>□ </a:t>
            </a:r>
            <a:r>
              <a:rPr lang="es-CL" sz="1400" b="0" noProof="0">
                <a:solidFill>
                  <a:srgbClr val="3C3C3C"/>
                </a:solidFill>
                <a:latin typeface="Inter"/>
              </a:rPr>
              <a:t>Baja</a:t>
            </a:r>
          </a:p>
        </p:txBody>
      </p:sp>
      <p:sp>
        <p:nvSpPr>
          <p:cNvPr id="81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46</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1820"/>
        <p:cNvGrpSpPr/>
        <p:nvPr/>
      </p:nvGrpSpPr>
      <p:grpSpPr>
        <a:xfrm>
          <a:off x="0" y="0"/>
          <a:ext cx="0" cy="0"/>
          <a:chOff x="0" y="0"/>
          <a:chExt cx="0" cy="0"/>
        </a:xfrm>
      </p:grpSpPr>
      <p:sp>
        <p:nvSpPr>
          <p:cNvPr id="1824"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1821" name="!!title"/>
          <p:cNvSpPr txBox="1"/>
          <p:nvPr/>
        </p:nvSpPr>
        <p:spPr>
          <a:xfrm>
            <a:off x="1463040" y="1188720"/>
            <a:ext cx="4572000" cy="21945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5600" b="1" noProof="0">
                <a:solidFill>
                  <a:srgbClr val="111111"/>
                </a:solidFill>
                <a:latin typeface="Inter SemiBold"/>
                <a:ea typeface="Inter SemiBold"/>
                <a:cs typeface="Inter SemiBold"/>
                <a:sym typeface="Inter SemiBold"/>
              </a:rPr>
              <a:t>Riesgos principales</a:t>
            </a:r>
            <a:endParaRPr lang="es-CL" noProof="0"/>
          </a:p>
        </p:txBody>
      </p:sp>
      <p:sp>
        <p:nvSpPr>
          <p:cNvPr id="1826" name="TextBox 1825"/>
          <p:cNvSpPr txBox="1"/>
          <p:nvPr/>
        </p:nvSpPr>
        <p:spPr>
          <a:xfrm>
            <a:off x="1463040" y="3520440"/>
            <a:ext cx="4389120" cy="731520"/>
          </a:xfrm>
          <a:prstGeom prst="rect">
            <a:avLst/>
          </a:prstGeom>
          <a:noFill/>
        </p:spPr>
        <p:txBody>
          <a:bodyPr wrap="square" lIns="0" tIns="0" rIns="0" bIns="0" anchor="t">
            <a:spAutoFit/>
          </a:bodyPr>
          <a:lstStyle/>
          <a:p>
            <a:pPr algn="l"/>
            <a:r>
              <a:rPr lang="es-CL" sz="1600" b="0" noProof="0">
                <a:solidFill>
                  <a:srgbClr val="606060"/>
                </a:solidFill>
                <a:latin typeface="Inter"/>
              </a:rPr>
              <a:t>Los 10 de mayor exposición</a:t>
            </a:r>
          </a:p>
          <a:p>
            <a:pPr algn="l"/>
            <a:r>
              <a:rPr lang="es-CL" sz="1600" b="0" noProof="0">
                <a:solidFill>
                  <a:srgbClr val="606060"/>
                </a:solidFill>
                <a:latin typeface="Inter"/>
              </a:rPr>
              <a:t>Respuesta: mitigar</a:t>
            </a:r>
          </a:p>
        </p:txBody>
      </p:sp>
      <p:sp>
        <p:nvSpPr>
          <p:cNvPr id="1832" name="TextBox 1831"/>
          <p:cNvSpPr txBox="1"/>
          <p:nvPr/>
        </p:nvSpPr>
        <p:spPr>
          <a:xfrm>
            <a:off x="694944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RIESGO</a:t>
            </a:r>
          </a:p>
        </p:txBody>
      </p:sp>
      <p:sp>
        <p:nvSpPr>
          <p:cNvPr id="1833" name="TextBox 1832"/>
          <p:cNvSpPr txBox="1"/>
          <p:nvPr/>
        </p:nvSpPr>
        <p:spPr>
          <a:xfrm>
            <a:off x="1074420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EXPOSICIÓN  P × I</a:t>
            </a:r>
          </a:p>
        </p:txBody>
      </p:sp>
      <p:sp>
        <p:nvSpPr>
          <p:cNvPr id="1834" name="TextBox 1833"/>
          <p:cNvSpPr txBox="1"/>
          <p:nvPr/>
        </p:nvSpPr>
        <p:spPr>
          <a:xfrm>
            <a:off x="1362456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ZONA</a:t>
            </a:r>
          </a:p>
        </p:txBody>
      </p:sp>
      <p:sp>
        <p:nvSpPr>
          <p:cNvPr id="1835" name="TextBox 1834"/>
          <p:cNvSpPr txBox="1"/>
          <p:nvPr/>
        </p:nvSpPr>
        <p:spPr>
          <a:xfrm>
            <a:off x="14721840" y="502920"/>
            <a:ext cx="3200400" cy="274320"/>
          </a:xfrm>
          <a:prstGeom prst="rect">
            <a:avLst/>
          </a:prstGeom>
          <a:noFill/>
        </p:spPr>
        <p:txBody>
          <a:bodyPr wrap="square" lIns="0" tIns="0" rIns="0" bIns="0" anchor="t">
            <a:spAutoFit/>
          </a:bodyPr>
          <a:lstStyle/>
          <a:p>
            <a:pPr algn="l"/>
            <a:r>
              <a:rPr lang="es-CL" sz="1300" b="1" noProof="0">
                <a:solidFill>
                  <a:srgbClr val="9A9A9A"/>
                </a:solidFill>
                <a:latin typeface="Inter SemiBold"/>
              </a:rPr>
              <a:t>RESPUESTA · PROB.</a:t>
            </a:r>
          </a:p>
        </p:txBody>
      </p:sp>
      <p:sp>
        <p:nvSpPr>
          <p:cNvPr id="1836" name="Rounded Rectangle 1835"/>
          <p:cNvSpPr/>
          <p:nvPr/>
        </p:nvSpPr>
        <p:spPr>
          <a:xfrm>
            <a:off x="6309360" y="868680"/>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37" name="Oval 1836"/>
          <p:cNvSpPr/>
          <p:nvPr/>
        </p:nvSpPr>
        <p:spPr>
          <a:xfrm>
            <a:off x="6419088" y="1024127"/>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1</a:t>
            </a:r>
          </a:p>
        </p:txBody>
      </p:sp>
      <p:sp>
        <p:nvSpPr>
          <p:cNvPr id="1838" name="TextBox 1837"/>
          <p:cNvSpPr txBox="1"/>
          <p:nvPr/>
        </p:nvSpPr>
        <p:spPr>
          <a:xfrm>
            <a:off x="6995160" y="941832"/>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R-012  </a:t>
            </a:r>
            <a:r>
              <a:rPr lang="es-CL" sz="1500" b="1" noProof="0">
                <a:solidFill>
                  <a:srgbClr val="111111"/>
                </a:solidFill>
                <a:latin typeface="Inter SemiBold"/>
              </a:rPr>
              <a:t>Retiro sin trazabilidad</a:t>
            </a:r>
          </a:p>
        </p:txBody>
      </p:sp>
      <p:sp>
        <p:nvSpPr>
          <p:cNvPr id="1839" name="TextBox 1838"/>
          <p:cNvSpPr txBox="1"/>
          <p:nvPr/>
        </p:nvSpPr>
        <p:spPr>
          <a:xfrm>
            <a:off x="6995160" y="1289304"/>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40" name="Rectangle 1839"/>
          <p:cNvSpPr/>
          <p:nvPr/>
        </p:nvSpPr>
        <p:spPr>
          <a:xfrm>
            <a:off x="10744200" y="1051560"/>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41" name="TextBox 1840"/>
          <p:cNvSpPr txBox="1"/>
          <p:nvPr/>
        </p:nvSpPr>
        <p:spPr>
          <a:xfrm>
            <a:off x="10744200" y="1307592"/>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0,80 = 0,40</a:t>
            </a:r>
          </a:p>
        </p:txBody>
      </p:sp>
      <p:sp>
        <p:nvSpPr>
          <p:cNvPr id="1842" name="Rounded Rectangle 1841"/>
          <p:cNvSpPr/>
          <p:nvPr/>
        </p:nvSpPr>
        <p:spPr>
          <a:xfrm>
            <a:off x="13624560" y="1069848"/>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FFFFFF"/>
                </a:solidFill>
                <a:latin typeface="Inter SemiBold"/>
              </a:rPr>
              <a:t>Crítica</a:t>
            </a:r>
          </a:p>
        </p:txBody>
      </p:sp>
      <p:sp>
        <p:nvSpPr>
          <p:cNvPr id="1843" name="TextBox 1842"/>
          <p:cNvSpPr txBox="1"/>
          <p:nvPr/>
        </p:nvSpPr>
        <p:spPr>
          <a:xfrm>
            <a:off x="14721840" y="941832"/>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Retiro simulado de punta a punta</a:t>
            </a:r>
          </a:p>
        </p:txBody>
      </p:sp>
      <p:sp>
        <p:nvSpPr>
          <p:cNvPr id="1845" name="Rounded Rectangle 1844"/>
          <p:cNvSpPr/>
          <p:nvPr/>
        </p:nvSpPr>
        <p:spPr>
          <a:xfrm>
            <a:off x="6309360" y="1728216"/>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46" name="Oval 1845"/>
          <p:cNvSpPr/>
          <p:nvPr/>
        </p:nvSpPr>
        <p:spPr>
          <a:xfrm>
            <a:off x="6419088" y="1883664"/>
            <a:ext cx="457200" cy="457200"/>
          </a:xfrm>
          <a:prstGeom prst="ellipse">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2</a:t>
            </a:r>
          </a:p>
        </p:txBody>
      </p:sp>
      <p:sp>
        <p:nvSpPr>
          <p:cNvPr id="1847" name="TextBox 1846"/>
          <p:cNvSpPr txBox="1"/>
          <p:nvPr/>
        </p:nvSpPr>
        <p:spPr>
          <a:xfrm>
            <a:off x="6995160" y="1801368"/>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R-015  </a:t>
            </a:r>
            <a:r>
              <a:rPr lang="es-CL" sz="1500" b="1" noProof="0">
                <a:solidFill>
                  <a:srgbClr val="111111"/>
                </a:solidFill>
                <a:latin typeface="Inter SemiBold"/>
              </a:rPr>
              <a:t>RTO/RPO excedidos</a:t>
            </a:r>
          </a:p>
        </p:txBody>
      </p:sp>
      <p:sp>
        <p:nvSpPr>
          <p:cNvPr id="1848" name="TextBox 1847"/>
          <p:cNvSpPr txBox="1"/>
          <p:nvPr/>
        </p:nvSpPr>
        <p:spPr>
          <a:xfrm>
            <a:off x="6995160" y="2148840"/>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49" name="Rectangle 1848"/>
          <p:cNvSpPr/>
          <p:nvPr/>
        </p:nvSpPr>
        <p:spPr>
          <a:xfrm>
            <a:off x="10744200" y="1911095"/>
            <a:ext cx="2011680" cy="237744"/>
          </a:xfrm>
          <a:prstGeom prst="rect">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50" name="TextBox 1849"/>
          <p:cNvSpPr txBox="1"/>
          <p:nvPr/>
        </p:nvSpPr>
        <p:spPr>
          <a:xfrm>
            <a:off x="10744200" y="2167128"/>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0,80 = 0,40</a:t>
            </a:r>
          </a:p>
        </p:txBody>
      </p:sp>
      <p:sp>
        <p:nvSpPr>
          <p:cNvPr id="1851" name="Rounded Rectangle 1850"/>
          <p:cNvSpPr/>
          <p:nvPr/>
        </p:nvSpPr>
        <p:spPr>
          <a:xfrm>
            <a:off x="13624560" y="1929384"/>
            <a:ext cx="960120" cy="384048"/>
          </a:xfrm>
          <a:prstGeom prst="roundRect">
            <a:avLst>
              <a:gd name="adj" fmla="val 50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FFFFFF"/>
                </a:solidFill>
                <a:latin typeface="Inter SemiBold"/>
              </a:rPr>
              <a:t>Crítica</a:t>
            </a:r>
          </a:p>
        </p:txBody>
      </p:sp>
      <p:sp>
        <p:nvSpPr>
          <p:cNvPr id="1852" name="TextBox 1851"/>
          <p:cNvSpPr txBox="1"/>
          <p:nvPr/>
        </p:nvSpPr>
        <p:spPr>
          <a:xfrm>
            <a:off x="14721840" y="1801368"/>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Ensayo de desastre total</a:t>
            </a:r>
          </a:p>
        </p:txBody>
      </p:sp>
      <p:sp>
        <p:nvSpPr>
          <p:cNvPr id="1854" name="Rounded Rectangle 1853"/>
          <p:cNvSpPr/>
          <p:nvPr/>
        </p:nvSpPr>
        <p:spPr>
          <a:xfrm>
            <a:off x="6309360" y="2587752"/>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55" name="Oval 1854"/>
          <p:cNvSpPr/>
          <p:nvPr/>
        </p:nvSpPr>
        <p:spPr>
          <a:xfrm>
            <a:off x="6419088" y="274320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3</a:t>
            </a:r>
          </a:p>
        </p:txBody>
      </p:sp>
      <p:sp>
        <p:nvSpPr>
          <p:cNvPr id="1856" name="TextBox 1855"/>
          <p:cNvSpPr txBox="1"/>
          <p:nvPr/>
        </p:nvSpPr>
        <p:spPr>
          <a:xfrm>
            <a:off x="6995160" y="2660904"/>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R-005  </a:t>
            </a:r>
            <a:r>
              <a:rPr lang="es-CL" sz="1500" b="1" noProof="0">
                <a:solidFill>
                  <a:srgbClr val="111111"/>
                </a:solidFill>
                <a:latin typeface="Inter SemiBold"/>
              </a:rPr>
              <a:t>Duplicados tras reconexión</a:t>
            </a:r>
          </a:p>
        </p:txBody>
      </p:sp>
      <p:sp>
        <p:nvSpPr>
          <p:cNvPr id="1857" name="TextBox 1856"/>
          <p:cNvSpPr txBox="1"/>
          <p:nvPr/>
        </p:nvSpPr>
        <p:spPr>
          <a:xfrm>
            <a:off x="6995160" y="3008376"/>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58" name="Rectangle 1857"/>
          <p:cNvSpPr/>
          <p:nvPr/>
        </p:nvSpPr>
        <p:spPr>
          <a:xfrm>
            <a:off x="10744200" y="277063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59" name="TextBox 1858"/>
          <p:cNvSpPr txBox="1"/>
          <p:nvPr/>
        </p:nvSpPr>
        <p:spPr>
          <a:xfrm>
            <a:off x="10744200" y="3026664"/>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60" name="Rounded Rectangle 1859"/>
          <p:cNvSpPr/>
          <p:nvPr/>
        </p:nvSpPr>
        <p:spPr>
          <a:xfrm>
            <a:off x="13624560" y="278892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61" name="TextBox 1860"/>
          <p:cNvSpPr txBox="1"/>
          <p:nvPr/>
        </p:nvSpPr>
        <p:spPr>
          <a:xfrm>
            <a:off x="14721840" y="2660904"/>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Inyección de fallas</a:t>
            </a:r>
          </a:p>
        </p:txBody>
      </p:sp>
      <p:sp>
        <p:nvSpPr>
          <p:cNvPr id="1863" name="Rounded Rectangle 1862"/>
          <p:cNvSpPr/>
          <p:nvPr/>
        </p:nvSpPr>
        <p:spPr>
          <a:xfrm>
            <a:off x="6309360" y="3447287"/>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64" name="Oval 1863"/>
          <p:cNvSpPr/>
          <p:nvPr/>
        </p:nvSpPr>
        <p:spPr>
          <a:xfrm>
            <a:off x="6419088" y="360273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4</a:t>
            </a:r>
          </a:p>
        </p:txBody>
      </p:sp>
      <p:sp>
        <p:nvSpPr>
          <p:cNvPr id="1865" name="TextBox 1864"/>
          <p:cNvSpPr txBox="1"/>
          <p:nvPr/>
        </p:nvSpPr>
        <p:spPr>
          <a:xfrm>
            <a:off x="6995160" y="3520439"/>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R-006  </a:t>
            </a:r>
            <a:r>
              <a:rPr lang="es-CL" sz="1500" b="1" noProof="0">
                <a:solidFill>
                  <a:srgbClr val="111111"/>
                </a:solidFill>
                <a:latin typeface="Inter SemiBold"/>
              </a:rPr>
              <a:t>Enlaces de Concepción</a:t>
            </a:r>
          </a:p>
        </p:txBody>
      </p:sp>
      <p:sp>
        <p:nvSpPr>
          <p:cNvPr id="1866" name="TextBox 1865"/>
          <p:cNvSpPr txBox="1"/>
          <p:nvPr/>
        </p:nvSpPr>
        <p:spPr>
          <a:xfrm>
            <a:off x="6995160" y="3867911"/>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3 </a:t>
            </a:r>
          </a:p>
        </p:txBody>
      </p:sp>
      <p:sp>
        <p:nvSpPr>
          <p:cNvPr id="1867" name="Rectangle 1866"/>
          <p:cNvSpPr/>
          <p:nvPr/>
        </p:nvSpPr>
        <p:spPr>
          <a:xfrm>
            <a:off x="10744200" y="3630168"/>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68" name="TextBox 1867"/>
          <p:cNvSpPr txBox="1"/>
          <p:nvPr/>
        </p:nvSpPr>
        <p:spPr>
          <a:xfrm>
            <a:off x="10744200" y="3886200"/>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69" name="Rounded Rectangle 1868"/>
          <p:cNvSpPr/>
          <p:nvPr/>
        </p:nvSpPr>
        <p:spPr>
          <a:xfrm>
            <a:off x="13624560" y="364845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70" name="TextBox 1869"/>
          <p:cNvSpPr txBox="1"/>
          <p:nvPr/>
        </p:nvSpPr>
        <p:spPr>
          <a:xfrm>
            <a:off x="14721840" y="3520439"/>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Simulacro de caída de enlaces</a:t>
            </a:r>
          </a:p>
        </p:txBody>
      </p:sp>
      <p:sp>
        <p:nvSpPr>
          <p:cNvPr id="1872" name="Rounded Rectangle 1871"/>
          <p:cNvSpPr/>
          <p:nvPr/>
        </p:nvSpPr>
        <p:spPr>
          <a:xfrm>
            <a:off x="6309360" y="4306824"/>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73" name="Oval 1872"/>
          <p:cNvSpPr/>
          <p:nvPr/>
        </p:nvSpPr>
        <p:spPr>
          <a:xfrm>
            <a:off x="6419088" y="4462272"/>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5</a:t>
            </a:r>
          </a:p>
        </p:txBody>
      </p:sp>
      <p:sp>
        <p:nvSpPr>
          <p:cNvPr id="1874" name="TextBox 1873"/>
          <p:cNvSpPr txBox="1"/>
          <p:nvPr/>
        </p:nvSpPr>
        <p:spPr>
          <a:xfrm>
            <a:off x="6995160" y="4379976"/>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R-011  </a:t>
            </a:r>
            <a:r>
              <a:rPr lang="es-CL" sz="1500" b="1" noProof="0">
                <a:solidFill>
                  <a:srgbClr val="111111"/>
                </a:solidFill>
                <a:latin typeface="Inter SemiBold"/>
              </a:rPr>
              <a:t>Regla o sensor térmico</a:t>
            </a:r>
          </a:p>
        </p:txBody>
      </p:sp>
      <p:sp>
        <p:nvSpPr>
          <p:cNvPr id="1875" name="TextBox 1874"/>
          <p:cNvSpPr txBox="1"/>
          <p:nvPr/>
        </p:nvSpPr>
        <p:spPr>
          <a:xfrm>
            <a:off x="6995160" y="4727448"/>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76" name="Rectangle 1875"/>
          <p:cNvSpPr/>
          <p:nvPr/>
        </p:nvSpPr>
        <p:spPr>
          <a:xfrm>
            <a:off x="10744200" y="4489704"/>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77" name="TextBox 1876"/>
          <p:cNvSpPr txBox="1"/>
          <p:nvPr/>
        </p:nvSpPr>
        <p:spPr>
          <a:xfrm>
            <a:off x="10744200" y="4745736"/>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78" name="Rounded Rectangle 1877"/>
          <p:cNvSpPr/>
          <p:nvPr/>
        </p:nvSpPr>
        <p:spPr>
          <a:xfrm>
            <a:off x="13624560" y="450799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79" name="TextBox 1878"/>
          <p:cNvSpPr txBox="1"/>
          <p:nvPr/>
        </p:nvSpPr>
        <p:spPr>
          <a:xfrm>
            <a:off x="14721840" y="4379976"/>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Validar rangos y sensor</a:t>
            </a:r>
          </a:p>
        </p:txBody>
      </p:sp>
      <p:sp>
        <p:nvSpPr>
          <p:cNvPr id="1881" name="Rounded Rectangle 1880"/>
          <p:cNvSpPr/>
          <p:nvPr/>
        </p:nvSpPr>
        <p:spPr>
          <a:xfrm>
            <a:off x="6309360" y="5166359"/>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82" name="Oval 1881"/>
          <p:cNvSpPr/>
          <p:nvPr/>
        </p:nvSpPr>
        <p:spPr>
          <a:xfrm>
            <a:off x="6419088" y="5321807"/>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6</a:t>
            </a:r>
          </a:p>
        </p:txBody>
      </p:sp>
      <p:sp>
        <p:nvSpPr>
          <p:cNvPr id="1883" name="TextBox 1882"/>
          <p:cNvSpPr txBox="1"/>
          <p:nvPr/>
        </p:nvSpPr>
        <p:spPr>
          <a:xfrm>
            <a:off x="6995160" y="5239512"/>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R-013  </a:t>
            </a:r>
            <a:r>
              <a:rPr lang="es-CL" sz="1500" b="1" noProof="0">
                <a:solidFill>
                  <a:srgbClr val="111111"/>
                </a:solidFill>
                <a:latin typeface="Inter SemiBold"/>
              </a:rPr>
              <a:t>Peak sin capacidad</a:t>
            </a:r>
          </a:p>
        </p:txBody>
      </p:sp>
      <p:sp>
        <p:nvSpPr>
          <p:cNvPr id="1884" name="TextBox 1883"/>
          <p:cNvSpPr txBox="1"/>
          <p:nvPr/>
        </p:nvSpPr>
        <p:spPr>
          <a:xfrm>
            <a:off x="6995160" y="5586983"/>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885" name="Rectangle 1884"/>
          <p:cNvSpPr/>
          <p:nvPr/>
        </p:nvSpPr>
        <p:spPr>
          <a:xfrm>
            <a:off x="10744200" y="5349240"/>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86" name="TextBox 1885"/>
          <p:cNvSpPr txBox="1"/>
          <p:nvPr/>
        </p:nvSpPr>
        <p:spPr>
          <a:xfrm>
            <a:off x="10744200" y="5605271"/>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87" name="Rounded Rectangle 1886"/>
          <p:cNvSpPr/>
          <p:nvPr/>
        </p:nvSpPr>
        <p:spPr>
          <a:xfrm>
            <a:off x="13624560" y="5367527"/>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88" name="TextBox 1887"/>
          <p:cNvSpPr txBox="1"/>
          <p:nvPr/>
        </p:nvSpPr>
        <p:spPr>
          <a:xfrm>
            <a:off x="14721840" y="5239512"/>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Prueba de carga en despacho</a:t>
            </a:r>
          </a:p>
        </p:txBody>
      </p:sp>
      <p:sp>
        <p:nvSpPr>
          <p:cNvPr id="1890" name="Rounded Rectangle 1889"/>
          <p:cNvSpPr/>
          <p:nvPr/>
        </p:nvSpPr>
        <p:spPr>
          <a:xfrm>
            <a:off x="6309360" y="6025896"/>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91" name="Oval 1890"/>
          <p:cNvSpPr/>
          <p:nvPr/>
        </p:nvSpPr>
        <p:spPr>
          <a:xfrm>
            <a:off x="6419088" y="6181344"/>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7</a:t>
            </a:r>
          </a:p>
        </p:txBody>
      </p:sp>
      <p:sp>
        <p:nvSpPr>
          <p:cNvPr id="1892" name="TextBox 1891"/>
          <p:cNvSpPr txBox="1"/>
          <p:nvPr/>
        </p:nvSpPr>
        <p:spPr>
          <a:xfrm>
            <a:off x="6995160" y="6099048"/>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R-014  </a:t>
            </a:r>
            <a:r>
              <a:rPr lang="es-CL" sz="1500" b="1" noProof="0">
                <a:solidFill>
                  <a:srgbClr val="111111"/>
                </a:solidFill>
                <a:latin typeface="Inter SemiBold"/>
              </a:rPr>
              <a:t>Sala y energía</a:t>
            </a:r>
          </a:p>
        </p:txBody>
      </p:sp>
      <p:sp>
        <p:nvSpPr>
          <p:cNvPr id="1893" name="TextBox 1892"/>
          <p:cNvSpPr txBox="1"/>
          <p:nvPr/>
        </p:nvSpPr>
        <p:spPr>
          <a:xfrm>
            <a:off x="6995160" y="6446520"/>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3 </a:t>
            </a:r>
          </a:p>
        </p:txBody>
      </p:sp>
      <p:sp>
        <p:nvSpPr>
          <p:cNvPr id="1894" name="Rectangle 1893"/>
          <p:cNvSpPr/>
          <p:nvPr/>
        </p:nvSpPr>
        <p:spPr>
          <a:xfrm>
            <a:off x="10744200" y="6208776"/>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895" name="TextBox 1894"/>
          <p:cNvSpPr txBox="1"/>
          <p:nvPr/>
        </p:nvSpPr>
        <p:spPr>
          <a:xfrm>
            <a:off x="10744200" y="6464808"/>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896" name="Rounded Rectangle 1895"/>
          <p:cNvSpPr/>
          <p:nvPr/>
        </p:nvSpPr>
        <p:spPr>
          <a:xfrm>
            <a:off x="13624560" y="6227064"/>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897" name="TextBox 1896"/>
          <p:cNvSpPr txBox="1"/>
          <p:nvPr/>
        </p:nvSpPr>
        <p:spPr>
          <a:xfrm>
            <a:off x="14721840" y="6099048"/>
            <a:ext cx="2880360" cy="411480"/>
          </a:xfrm>
          <a:prstGeom prst="rect">
            <a:avLst/>
          </a:prstGeom>
          <a:noFill/>
        </p:spPr>
        <p:txBody>
          <a:bodyPr wrap="square" lIns="0" tIns="0" rIns="0" bIns="0" anchor="t">
            <a:spAutoFit/>
          </a:bodyPr>
          <a:lstStyle/>
          <a:p>
            <a:pPr algn="l"/>
            <a:r>
              <a:rPr lang="es-CL" sz="1400" b="1" noProof="0" err="1">
                <a:solidFill>
                  <a:srgbClr val="111111"/>
                </a:solidFill>
                <a:latin typeface="Inter SemiBold"/>
              </a:rPr>
              <a:t>Recepcionar</a:t>
            </a:r>
            <a:r>
              <a:rPr lang="es-CL" sz="1400" b="1" noProof="0">
                <a:solidFill>
                  <a:srgbClr val="111111"/>
                </a:solidFill>
                <a:latin typeface="Inter SemiBold"/>
              </a:rPr>
              <a:t> energía y clima</a:t>
            </a:r>
          </a:p>
        </p:txBody>
      </p:sp>
      <p:sp>
        <p:nvSpPr>
          <p:cNvPr id="1899" name="Rounded Rectangle 1898"/>
          <p:cNvSpPr/>
          <p:nvPr/>
        </p:nvSpPr>
        <p:spPr>
          <a:xfrm>
            <a:off x="6309360" y="6885432"/>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00" name="Oval 1899"/>
          <p:cNvSpPr/>
          <p:nvPr/>
        </p:nvSpPr>
        <p:spPr>
          <a:xfrm>
            <a:off x="6419088" y="7040880"/>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8</a:t>
            </a:r>
          </a:p>
        </p:txBody>
      </p:sp>
      <p:sp>
        <p:nvSpPr>
          <p:cNvPr id="1901" name="TextBox 1900"/>
          <p:cNvSpPr txBox="1"/>
          <p:nvPr/>
        </p:nvSpPr>
        <p:spPr>
          <a:xfrm>
            <a:off x="6995160" y="6958584"/>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R-016  </a:t>
            </a:r>
            <a:r>
              <a:rPr lang="es-CL" sz="1500" b="1" noProof="0">
                <a:solidFill>
                  <a:srgbClr val="111111"/>
                </a:solidFill>
                <a:latin typeface="Inter SemiBold"/>
              </a:rPr>
              <a:t>Uso indebido de privilegios</a:t>
            </a:r>
          </a:p>
        </p:txBody>
      </p:sp>
      <p:sp>
        <p:nvSpPr>
          <p:cNvPr id="1902" name="TextBox 1901"/>
          <p:cNvSpPr txBox="1"/>
          <p:nvPr/>
        </p:nvSpPr>
        <p:spPr>
          <a:xfrm>
            <a:off x="6995160" y="7306056"/>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1 </a:t>
            </a:r>
          </a:p>
        </p:txBody>
      </p:sp>
      <p:sp>
        <p:nvSpPr>
          <p:cNvPr id="1903" name="Rectangle 1902"/>
          <p:cNvSpPr/>
          <p:nvPr/>
        </p:nvSpPr>
        <p:spPr>
          <a:xfrm>
            <a:off x="10744200" y="7068312"/>
            <a:ext cx="1207008"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04" name="TextBox 1903"/>
          <p:cNvSpPr txBox="1"/>
          <p:nvPr/>
        </p:nvSpPr>
        <p:spPr>
          <a:xfrm>
            <a:off x="10744200" y="7324344"/>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0,30 × 0,80 = 0,24</a:t>
            </a:r>
          </a:p>
        </p:txBody>
      </p:sp>
      <p:sp>
        <p:nvSpPr>
          <p:cNvPr id="1905" name="Rounded Rectangle 1904"/>
          <p:cNvSpPr/>
          <p:nvPr/>
        </p:nvSpPr>
        <p:spPr>
          <a:xfrm>
            <a:off x="13624560" y="7086600"/>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906" name="TextBox 1905"/>
          <p:cNvSpPr txBox="1"/>
          <p:nvPr/>
        </p:nvSpPr>
        <p:spPr>
          <a:xfrm>
            <a:off x="14721840" y="6958584"/>
            <a:ext cx="2880360" cy="411480"/>
          </a:xfrm>
          <a:prstGeom prst="rect">
            <a:avLst/>
          </a:prstGeom>
          <a:noFill/>
        </p:spPr>
        <p:txBody>
          <a:bodyPr wrap="square" lIns="0" tIns="0" rIns="0" bIns="0" anchor="t">
            <a:spAutoFit/>
          </a:bodyPr>
          <a:lstStyle/>
          <a:p>
            <a:pPr algn="l"/>
            <a:r>
              <a:rPr lang="es-CL" sz="1400" b="1" noProof="0" err="1">
                <a:solidFill>
                  <a:srgbClr val="111111"/>
                </a:solidFill>
                <a:latin typeface="Inter SemiBold"/>
              </a:rPr>
              <a:t>Pentest</a:t>
            </a:r>
            <a:r>
              <a:rPr lang="es-CL" sz="1400" b="1" noProof="0">
                <a:solidFill>
                  <a:srgbClr val="111111"/>
                </a:solidFill>
                <a:latin typeface="Inter SemiBold"/>
              </a:rPr>
              <a:t> y contención</a:t>
            </a:r>
          </a:p>
        </p:txBody>
      </p:sp>
      <p:sp>
        <p:nvSpPr>
          <p:cNvPr id="1908" name="Rounded Rectangle 1907"/>
          <p:cNvSpPr/>
          <p:nvPr/>
        </p:nvSpPr>
        <p:spPr>
          <a:xfrm>
            <a:off x="6309360" y="7744967"/>
            <a:ext cx="11338560" cy="768096"/>
          </a:xfrm>
          <a:prstGeom prst="roundRect">
            <a:avLst>
              <a:gd name="adj" fmla="val 10000"/>
            </a:avLst>
          </a:prstGeom>
          <a:solidFill>
            <a:srgbClr val="F4F4F4"/>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09" name="Oval 1908"/>
          <p:cNvSpPr/>
          <p:nvPr/>
        </p:nvSpPr>
        <p:spPr>
          <a:xfrm>
            <a:off x="6419088" y="7900415"/>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9</a:t>
            </a:r>
          </a:p>
        </p:txBody>
      </p:sp>
      <p:sp>
        <p:nvSpPr>
          <p:cNvPr id="1910" name="TextBox 1909"/>
          <p:cNvSpPr txBox="1"/>
          <p:nvPr/>
        </p:nvSpPr>
        <p:spPr>
          <a:xfrm>
            <a:off x="6995160" y="7818119"/>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R-001  </a:t>
            </a:r>
            <a:r>
              <a:rPr lang="es-CL" sz="1500" b="1" noProof="0">
                <a:solidFill>
                  <a:srgbClr val="111111"/>
                </a:solidFill>
                <a:latin typeface="Inter SemiBold"/>
              </a:rPr>
              <a:t>Interfaces del ERP</a:t>
            </a:r>
          </a:p>
        </p:txBody>
      </p:sp>
      <p:sp>
        <p:nvSpPr>
          <p:cNvPr id="1911" name="TextBox 1910"/>
          <p:cNvSpPr txBox="1"/>
          <p:nvPr/>
        </p:nvSpPr>
        <p:spPr>
          <a:xfrm>
            <a:off x="6995160" y="8165592"/>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2 </a:t>
            </a:r>
          </a:p>
        </p:txBody>
      </p:sp>
      <p:sp>
        <p:nvSpPr>
          <p:cNvPr id="1912" name="Rectangle 1911"/>
          <p:cNvSpPr/>
          <p:nvPr/>
        </p:nvSpPr>
        <p:spPr>
          <a:xfrm>
            <a:off x="10744200" y="7927847"/>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13" name="TextBox 1912"/>
          <p:cNvSpPr txBox="1"/>
          <p:nvPr/>
        </p:nvSpPr>
        <p:spPr>
          <a:xfrm>
            <a:off x="10744200" y="8183879"/>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0,40 = 0,20</a:t>
            </a:r>
          </a:p>
        </p:txBody>
      </p:sp>
      <p:sp>
        <p:nvSpPr>
          <p:cNvPr id="1914" name="Rounded Rectangle 1913"/>
          <p:cNvSpPr/>
          <p:nvPr/>
        </p:nvSpPr>
        <p:spPr>
          <a:xfrm>
            <a:off x="13624560" y="7946136"/>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915" name="TextBox 1914"/>
          <p:cNvSpPr txBox="1"/>
          <p:nvPr/>
        </p:nvSpPr>
        <p:spPr>
          <a:xfrm>
            <a:off x="14721840" y="7818119"/>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Contrato de interfaz probado</a:t>
            </a:r>
          </a:p>
        </p:txBody>
      </p:sp>
      <p:sp>
        <p:nvSpPr>
          <p:cNvPr id="1917" name="Rounded Rectangle 1916"/>
          <p:cNvSpPr/>
          <p:nvPr/>
        </p:nvSpPr>
        <p:spPr>
          <a:xfrm>
            <a:off x="6309360" y="8604503"/>
            <a:ext cx="11338560" cy="768096"/>
          </a:xfrm>
          <a:prstGeom prst="roundRect">
            <a:avLst>
              <a:gd name="adj" fmla="val 10000"/>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18" name="Oval 1917"/>
          <p:cNvSpPr/>
          <p:nvPr/>
        </p:nvSpPr>
        <p:spPr>
          <a:xfrm>
            <a:off x="6419088" y="8759951"/>
            <a:ext cx="457200" cy="457200"/>
          </a:xfrm>
          <a:prstGeom prst="ellipse">
            <a:avLst/>
          </a:prstGeom>
          <a:solidFill>
            <a:srgbClr val="111111"/>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400" b="1" noProof="0">
                <a:solidFill>
                  <a:srgbClr val="FFFFFF"/>
                </a:solidFill>
                <a:latin typeface="Inter SemiBold"/>
              </a:rPr>
              <a:t>10</a:t>
            </a:r>
          </a:p>
        </p:txBody>
      </p:sp>
      <p:sp>
        <p:nvSpPr>
          <p:cNvPr id="1919" name="TextBox 1918"/>
          <p:cNvSpPr txBox="1"/>
          <p:nvPr/>
        </p:nvSpPr>
        <p:spPr>
          <a:xfrm>
            <a:off x="6995160" y="8677655"/>
            <a:ext cx="3749039" cy="365760"/>
          </a:xfrm>
          <a:prstGeom prst="rect">
            <a:avLst/>
          </a:prstGeom>
          <a:noFill/>
        </p:spPr>
        <p:txBody>
          <a:bodyPr wrap="square" lIns="0" tIns="0" rIns="0" bIns="0" anchor="t">
            <a:spAutoFit/>
          </a:bodyPr>
          <a:lstStyle/>
          <a:p>
            <a:pPr algn="l"/>
            <a:r>
              <a:rPr lang="es-CL" sz="1500" b="1" noProof="0">
                <a:solidFill>
                  <a:srgbClr val="E8641B"/>
                </a:solidFill>
                <a:latin typeface="Inter SemiBold"/>
              </a:rPr>
              <a:t>R-003  </a:t>
            </a:r>
            <a:r>
              <a:rPr lang="es-CL" sz="1500" b="1" noProof="0">
                <a:solidFill>
                  <a:srgbClr val="111111"/>
                </a:solidFill>
                <a:latin typeface="Inter SemiBold"/>
              </a:rPr>
              <a:t>Convivencia del WMS</a:t>
            </a:r>
          </a:p>
        </p:txBody>
      </p:sp>
      <p:sp>
        <p:nvSpPr>
          <p:cNvPr id="1920" name="TextBox 1919"/>
          <p:cNvSpPr txBox="1"/>
          <p:nvPr/>
        </p:nvSpPr>
        <p:spPr>
          <a:xfrm>
            <a:off x="6995160" y="9025128"/>
            <a:ext cx="3749039" cy="200055"/>
          </a:xfrm>
          <a:prstGeom prst="rect">
            <a:avLst/>
          </a:prstGeom>
          <a:noFill/>
        </p:spPr>
        <p:txBody>
          <a:bodyPr wrap="square" lIns="0" tIns="0" rIns="0" bIns="0" anchor="t">
            <a:spAutoFit/>
          </a:bodyPr>
          <a:lstStyle/>
          <a:p>
            <a:pPr algn="l"/>
            <a:r>
              <a:rPr lang="es-CL" sz="1300" b="0" noProof="0">
                <a:solidFill>
                  <a:srgbClr val="606060"/>
                </a:solidFill>
                <a:latin typeface="Inter"/>
              </a:rPr>
              <a:t>Rama 2 · </a:t>
            </a:r>
          </a:p>
        </p:txBody>
      </p:sp>
      <p:sp>
        <p:nvSpPr>
          <p:cNvPr id="1921" name="Rectangle 1920"/>
          <p:cNvSpPr/>
          <p:nvPr/>
        </p:nvSpPr>
        <p:spPr>
          <a:xfrm>
            <a:off x="10744200" y="8787383"/>
            <a:ext cx="1005840" cy="237744"/>
          </a:xfrm>
          <a:prstGeom prst="rect">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endParaRPr lang="es-CL" noProof="0"/>
          </a:p>
        </p:txBody>
      </p:sp>
      <p:sp>
        <p:nvSpPr>
          <p:cNvPr id="1922" name="TextBox 1921"/>
          <p:cNvSpPr txBox="1"/>
          <p:nvPr/>
        </p:nvSpPr>
        <p:spPr>
          <a:xfrm>
            <a:off x="10744200" y="9043415"/>
            <a:ext cx="2743200" cy="292608"/>
          </a:xfrm>
          <a:prstGeom prst="rect">
            <a:avLst/>
          </a:prstGeom>
          <a:noFill/>
        </p:spPr>
        <p:txBody>
          <a:bodyPr wrap="square" lIns="0" tIns="0" rIns="0" bIns="0" anchor="t">
            <a:spAutoFit/>
          </a:bodyPr>
          <a:lstStyle/>
          <a:p>
            <a:pPr algn="l"/>
            <a:r>
              <a:rPr lang="es-CL" sz="1300" b="0" noProof="0">
                <a:solidFill>
                  <a:srgbClr val="3C3C3C"/>
                </a:solidFill>
                <a:latin typeface="Inter"/>
              </a:rPr>
              <a:t>0,50 × 0,40 = 0,20</a:t>
            </a:r>
          </a:p>
        </p:txBody>
      </p:sp>
      <p:sp>
        <p:nvSpPr>
          <p:cNvPr id="1923" name="Rounded Rectangle 1922"/>
          <p:cNvSpPr/>
          <p:nvPr/>
        </p:nvSpPr>
        <p:spPr>
          <a:xfrm>
            <a:off x="13624560" y="8805672"/>
            <a:ext cx="960120" cy="384048"/>
          </a:xfrm>
          <a:prstGeom prst="roundRect">
            <a:avLst>
              <a:gd name="adj" fmla="val 50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0" rIns="0" rtlCol="0" anchor="ctr"/>
          <a:lstStyle/>
          <a:p>
            <a:pPr algn="ctr"/>
            <a:r>
              <a:rPr lang="es-CL" sz="1300" b="1" noProof="0">
                <a:solidFill>
                  <a:srgbClr val="111111"/>
                </a:solidFill>
                <a:latin typeface="Inter SemiBold"/>
              </a:rPr>
              <a:t>Alta</a:t>
            </a:r>
          </a:p>
        </p:txBody>
      </p:sp>
      <p:sp>
        <p:nvSpPr>
          <p:cNvPr id="1924" name="TextBox 1923"/>
          <p:cNvSpPr txBox="1"/>
          <p:nvPr/>
        </p:nvSpPr>
        <p:spPr>
          <a:xfrm>
            <a:off x="14721840" y="8677655"/>
            <a:ext cx="2880360" cy="411480"/>
          </a:xfrm>
          <a:prstGeom prst="rect">
            <a:avLst/>
          </a:prstGeom>
          <a:noFill/>
        </p:spPr>
        <p:txBody>
          <a:bodyPr wrap="square" lIns="0" tIns="0" rIns="0" bIns="0" anchor="t">
            <a:spAutoFit/>
          </a:bodyPr>
          <a:lstStyle/>
          <a:p>
            <a:pPr algn="l"/>
            <a:r>
              <a:rPr lang="es-CL" sz="1400" b="1" noProof="0">
                <a:solidFill>
                  <a:srgbClr val="111111"/>
                </a:solidFill>
                <a:latin typeface="Inter SemiBold"/>
              </a:rPr>
              <a:t>Ensayo de delta y reversión</a:t>
            </a:r>
          </a:p>
        </p:txBody>
      </p:sp>
      <p:sp>
        <p:nvSpPr>
          <p:cNvPr id="1926"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47</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1827"/>
        <p:cNvGrpSpPr/>
        <p:nvPr/>
      </p:nvGrpSpPr>
      <p:grpSpPr>
        <a:xfrm>
          <a:off x="0" y="0"/>
          <a:ext cx="0" cy="0"/>
          <a:chOff x="0" y="0"/>
          <a:chExt cx="0" cy="0"/>
        </a:xfrm>
      </p:grpSpPr>
      <p:sp>
        <p:nvSpPr>
          <p:cNvPr id="1830" name="!!deco_dce8b6c9_1"/>
          <p:cNvSpPr/>
          <p:nvPr/>
        </p:nvSpPr>
        <p:spPr>
          <a:xfrm>
            <a:off x="-4730695" y="-7442573"/>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3"/>
                </a:ext>
              </a:extLst>
            </a:blip>
            <a:stretch>
              <a:fillRect/>
            </a:stretch>
          </a:blipFill>
        </p:spPr>
        <p:txBody>
          <a:bodyPr/>
          <a:lstStyle/>
          <a:p>
            <a:endParaRPr lang="es-CL" noProof="0"/>
          </a:p>
        </p:txBody>
      </p:sp>
      <p:sp>
        <p:nvSpPr>
          <p:cNvPr id="1828" name="!!title"/>
          <p:cNvSpPr txBox="1"/>
          <p:nvPr/>
        </p:nvSpPr>
        <p:spPr>
          <a:xfrm>
            <a:off x="1463040" y="411480"/>
            <a:ext cx="10972800" cy="822960"/>
          </a:xfrm>
          <a:prstGeom prst="rect">
            <a:avLst/>
          </a:prstGeom>
          <a:noFill/>
          <a:ln>
            <a:noFill/>
          </a:ln>
        </p:spPr>
        <p:txBody>
          <a:bodyPr spcFirstLastPara="1" wrap="square" lIns="0" tIns="0" rIns="0" bIns="0" anchor="t" anchorCtr="0">
            <a:spAutoFit/>
          </a:bodyPr>
          <a:lstStyle/>
          <a:p>
            <a:pPr marL="0" marR="0" lvl="0" indent="0" algn="l" rtl="0">
              <a:lnSpc>
                <a:spcPct val="90000"/>
              </a:lnSpc>
              <a:spcBef>
                <a:spcPts val="0"/>
              </a:spcBef>
              <a:spcAft>
                <a:spcPts val="0"/>
              </a:spcAft>
              <a:buNone/>
            </a:pPr>
            <a:r>
              <a:rPr lang="es-CL" sz="4400" b="1" noProof="0">
                <a:solidFill>
                  <a:srgbClr val="111111"/>
                </a:solidFill>
                <a:latin typeface="Inter SemiBold"/>
                <a:ea typeface="Inter SemiBold"/>
                <a:cs typeface="Inter SemiBold"/>
                <a:sym typeface="Inter SemiBold"/>
              </a:rPr>
              <a:t>Matriz de exposición</a:t>
            </a:r>
            <a:endParaRPr lang="es-CL" noProof="0"/>
          </a:p>
        </p:txBody>
      </p:sp>
      <p:sp>
        <p:nvSpPr>
          <p:cNvPr id="1832" name="TextBox 1831"/>
          <p:cNvSpPr txBox="1"/>
          <p:nvPr/>
        </p:nvSpPr>
        <p:spPr>
          <a:xfrm>
            <a:off x="1417320" y="1325880"/>
            <a:ext cx="457200" cy="7379208"/>
          </a:xfrm>
          <a:prstGeom prst="rect">
            <a:avLst/>
          </a:prstGeom>
          <a:noFill/>
        </p:spPr>
        <p:txBody>
          <a:bodyPr vert="vert270" wrap="square" lIns="0" tIns="0" rIns="0" bIns="0" anchor="ctr">
            <a:spAutoFit/>
          </a:bodyPr>
          <a:lstStyle/>
          <a:p>
            <a:pPr algn="ctr"/>
            <a:r>
              <a:rPr lang="es-CL" sz="1500" b="1" noProof="0">
                <a:solidFill>
                  <a:srgbClr val="E8641B"/>
                </a:solidFill>
                <a:latin typeface="Inter SemiBold"/>
              </a:rPr>
              <a:t>PROBABILIDAD</a:t>
            </a:r>
          </a:p>
        </p:txBody>
      </p:sp>
      <p:sp>
        <p:nvSpPr>
          <p:cNvPr id="1833" name="TextBox 1832"/>
          <p:cNvSpPr txBox="1"/>
          <p:nvPr/>
        </p:nvSpPr>
        <p:spPr>
          <a:xfrm>
            <a:off x="1965960" y="1325880"/>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Muy alta</a:t>
            </a:r>
          </a:p>
          <a:p>
            <a:pPr algn="r"/>
            <a:r>
              <a:rPr lang="es-CL" sz="1400" b="1" noProof="0">
                <a:solidFill>
                  <a:srgbClr val="3C3C3C"/>
                </a:solidFill>
                <a:latin typeface="Inter SemiBold"/>
              </a:rPr>
              <a:t>0,9</a:t>
            </a:r>
          </a:p>
        </p:txBody>
      </p:sp>
      <p:sp>
        <p:nvSpPr>
          <p:cNvPr id="1834" name="!!cell00"/>
          <p:cNvSpPr/>
          <p:nvPr/>
        </p:nvSpPr>
        <p:spPr>
          <a:xfrm>
            <a:off x="3566160" y="1325880"/>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5" name="!!cell01"/>
          <p:cNvSpPr/>
          <p:nvPr/>
        </p:nvSpPr>
        <p:spPr>
          <a:xfrm>
            <a:off x="6355080" y="1325880"/>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6" name="!!cell02"/>
          <p:cNvSpPr/>
          <p:nvPr/>
        </p:nvSpPr>
        <p:spPr>
          <a:xfrm>
            <a:off x="914400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7" name="!!cell03"/>
          <p:cNvSpPr/>
          <p:nvPr/>
        </p:nvSpPr>
        <p:spPr>
          <a:xfrm>
            <a:off x="1193292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8" name="!!cell04"/>
          <p:cNvSpPr/>
          <p:nvPr/>
        </p:nvSpPr>
        <p:spPr>
          <a:xfrm>
            <a:off x="14721840" y="1325880"/>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39" name="TextBox 1838"/>
          <p:cNvSpPr txBox="1"/>
          <p:nvPr/>
        </p:nvSpPr>
        <p:spPr>
          <a:xfrm>
            <a:off x="1965960" y="2816352"/>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Alta</a:t>
            </a:r>
          </a:p>
          <a:p>
            <a:pPr algn="r"/>
            <a:r>
              <a:rPr lang="es-CL" sz="1400" b="1" noProof="0">
                <a:solidFill>
                  <a:srgbClr val="3C3C3C"/>
                </a:solidFill>
                <a:latin typeface="Inter SemiBold"/>
              </a:rPr>
              <a:t>0,7</a:t>
            </a:r>
          </a:p>
        </p:txBody>
      </p:sp>
      <p:sp>
        <p:nvSpPr>
          <p:cNvPr id="1840" name="!!cell10"/>
          <p:cNvSpPr/>
          <p:nvPr/>
        </p:nvSpPr>
        <p:spPr>
          <a:xfrm>
            <a:off x="3566160" y="2816352"/>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1" name="!!cell11"/>
          <p:cNvSpPr/>
          <p:nvPr/>
        </p:nvSpPr>
        <p:spPr>
          <a:xfrm>
            <a:off x="6355080" y="2816352"/>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2" name="!!cell12"/>
          <p:cNvSpPr/>
          <p:nvPr/>
        </p:nvSpPr>
        <p:spPr>
          <a:xfrm>
            <a:off x="914400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3" name="!!cell13"/>
          <p:cNvSpPr/>
          <p:nvPr/>
        </p:nvSpPr>
        <p:spPr>
          <a:xfrm>
            <a:off x="1193292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4" name="!!cell14"/>
          <p:cNvSpPr/>
          <p:nvPr/>
        </p:nvSpPr>
        <p:spPr>
          <a:xfrm>
            <a:off x="14721840" y="2816352"/>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5" name="TextBox 1844"/>
          <p:cNvSpPr txBox="1"/>
          <p:nvPr/>
        </p:nvSpPr>
        <p:spPr>
          <a:xfrm>
            <a:off x="1965960" y="4306824"/>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Media</a:t>
            </a:r>
          </a:p>
          <a:p>
            <a:pPr algn="r"/>
            <a:r>
              <a:rPr lang="es-CL" sz="1400" b="1" noProof="0">
                <a:solidFill>
                  <a:srgbClr val="3C3C3C"/>
                </a:solidFill>
                <a:latin typeface="Inter SemiBold"/>
              </a:rPr>
              <a:t>0,5</a:t>
            </a:r>
          </a:p>
        </p:txBody>
      </p:sp>
      <p:sp>
        <p:nvSpPr>
          <p:cNvPr id="1846" name="!!cell20"/>
          <p:cNvSpPr/>
          <p:nvPr/>
        </p:nvSpPr>
        <p:spPr>
          <a:xfrm>
            <a:off x="3566160" y="4306824"/>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10</a:t>
            </a:r>
          </a:p>
          <a:p>
            <a:pPr algn="l"/>
            <a:r>
              <a:rPr lang="es-CL" sz="1300" b="0" noProof="0">
                <a:solidFill>
                  <a:srgbClr val="111111"/>
                </a:solidFill>
                <a:latin typeface="Inter"/>
              </a:rPr>
              <a:t>R-002 · R-019 · R-020 · R-027 · R-031 · R-033 · R-036 · R-037 · R-039 · R-040</a:t>
            </a:r>
          </a:p>
        </p:txBody>
      </p:sp>
      <p:sp>
        <p:nvSpPr>
          <p:cNvPr id="1847" name="!!cell21"/>
          <p:cNvSpPr/>
          <p:nvPr/>
        </p:nvSpPr>
        <p:spPr>
          <a:xfrm>
            <a:off x="6355080" y="4306824"/>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17</a:t>
            </a:r>
          </a:p>
          <a:p>
            <a:pPr algn="l"/>
            <a:r>
              <a:rPr lang="es-CL" sz="1300" b="0" noProof="0">
                <a:solidFill>
                  <a:srgbClr val="111111"/>
                </a:solidFill>
                <a:latin typeface="Inter"/>
              </a:rPr>
              <a:t>R-001 · R-003 · R-004 · R-007 · R-017 · R-018 · R-021 · R-022 · R-024 · R-025 · R-026 · R-029 · R-030 · R-035 · R-038 · R-042 · R-045</a:t>
            </a:r>
          </a:p>
        </p:txBody>
      </p:sp>
      <p:sp>
        <p:nvSpPr>
          <p:cNvPr id="1848" name="!!cell22"/>
          <p:cNvSpPr/>
          <p:nvPr/>
        </p:nvSpPr>
        <p:spPr>
          <a:xfrm>
            <a:off x="9144000" y="4306824"/>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49" name="!!cell23"/>
          <p:cNvSpPr/>
          <p:nvPr/>
        </p:nvSpPr>
        <p:spPr>
          <a:xfrm>
            <a:off x="11932920" y="4306824"/>
            <a:ext cx="2697480" cy="1417320"/>
          </a:xfrm>
          <a:prstGeom prst="roundRect">
            <a:avLst>
              <a:gd name="adj" fmla="val 8000"/>
            </a:avLst>
          </a:prstGeom>
          <a:solidFill>
            <a:srgbClr val="E8641B"/>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FFFFFF"/>
                </a:solidFill>
                <a:latin typeface="Inter SemiBold"/>
              </a:rPr>
              <a:t>2</a:t>
            </a:r>
          </a:p>
          <a:p>
            <a:pPr algn="l"/>
            <a:r>
              <a:rPr lang="es-CL" sz="1300" b="0" noProof="0">
                <a:solidFill>
                  <a:srgbClr val="FFFFFF"/>
                </a:solidFill>
                <a:latin typeface="Inter"/>
              </a:rPr>
              <a:t>R-012 · R-015</a:t>
            </a:r>
          </a:p>
        </p:txBody>
      </p:sp>
      <p:sp>
        <p:nvSpPr>
          <p:cNvPr id="1850" name="!!cell24"/>
          <p:cNvSpPr/>
          <p:nvPr/>
        </p:nvSpPr>
        <p:spPr>
          <a:xfrm>
            <a:off x="14721840" y="4306824"/>
            <a:ext cx="2697480" cy="1417320"/>
          </a:xfrm>
          <a:prstGeom prst="roundRect">
            <a:avLst>
              <a:gd name="adj" fmla="val 8000"/>
            </a:avLst>
          </a:prstGeom>
          <a:solidFill>
            <a:srgbClr val="F7C3A0"/>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1" name="TextBox 1850"/>
          <p:cNvSpPr txBox="1"/>
          <p:nvPr/>
        </p:nvSpPr>
        <p:spPr>
          <a:xfrm>
            <a:off x="1965960" y="5797296"/>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Baja</a:t>
            </a:r>
          </a:p>
          <a:p>
            <a:pPr algn="r"/>
            <a:r>
              <a:rPr lang="es-CL" sz="1400" b="1" noProof="0">
                <a:solidFill>
                  <a:srgbClr val="3C3C3C"/>
                </a:solidFill>
                <a:latin typeface="Inter SemiBold"/>
              </a:rPr>
              <a:t>0,3</a:t>
            </a:r>
          </a:p>
        </p:txBody>
      </p:sp>
      <p:sp>
        <p:nvSpPr>
          <p:cNvPr id="1852" name="!!cell30"/>
          <p:cNvSpPr/>
          <p:nvPr/>
        </p:nvSpPr>
        <p:spPr>
          <a:xfrm>
            <a:off x="3566160" y="5797296"/>
            <a:ext cx="2697480" cy="1417320"/>
          </a:xfrm>
          <a:prstGeom prst="roundRect">
            <a:avLst>
              <a:gd name="adj" fmla="val 8000"/>
            </a:avLst>
          </a:prstGeom>
          <a:solidFill>
            <a:srgbClr val="FDEBDD"/>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1</a:t>
            </a:r>
          </a:p>
          <a:p>
            <a:pPr algn="l"/>
            <a:r>
              <a:rPr lang="es-CL" sz="1300" b="0" noProof="0">
                <a:solidFill>
                  <a:srgbClr val="111111"/>
                </a:solidFill>
                <a:latin typeface="Inter"/>
              </a:rPr>
              <a:t>R-044</a:t>
            </a:r>
          </a:p>
        </p:txBody>
      </p:sp>
      <p:sp>
        <p:nvSpPr>
          <p:cNvPr id="1853" name="!!cell31"/>
          <p:cNvSpPr/>
          <p:nvPr/>
        </p:nvSpPr>
        <p:spPr>
          <a:xfrm>
            <a:off x="6355080" y="5797296"/>
            <a:ext cx="2697480" cy="1417320"/>
          </a:xfrm>
          <a:prstGeom prst="roundRect">
            <a:avLst>
              <a:gd name="adj" fmla="val 8000"/>
            </a:avLst>
          </a:prstGeom>
          <a:solidFill>
            <a:srgbClr val="FBD5BA"/>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9</a:t>
            </a:r>
          </a:p>
          <a:p>
            <a:pPr algn="l"/>
            <a:r>
              <a:rPr lang="es-CL" sz="1300" b="0" noProof="0">
                <a:solidFill>
                  <a:srgbClr val="111111"/>
                </a:solidFill>
                <a:latin typeface="Inter"/>
              </a:rPr>
              <a:t>R-008 · R-009 · R-010 · R-023 · R-028 · R-032 · R-034 · R-041 · R-043</a:t>
            </a:r>
          </a:p>
        </p:txBody>
      </p:sp>
      <p:sp>
        <p:nvSpPr>
          <p:cNvPr id="1854" name="!!cell32"/>
          <p:cNvSpPr/>
          <p:nvPr/>
        </p:nvSpPr>
        <p:spPr>
          <a:xfrm>
            <a:off x="9144000" y="5797296"/>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5" name="!!cell33"/>
          <p:cNvSpPr/>
          <p:nvPr/>
        </p:nvSpPr>
        <p:spPr>
          <a:xfrm>
            <a:off x="11932920" y="5797296"/>
            <a:ext cx="2697480" cy="1417320"/>
          </a:xfrm>
          <a:prstGeom prst="roundRect">
            <a:avLst>
              <a:gd name="adj" fmla="val 8000"/>
            </a:avLst>
          </a:prstGeom>
          <a:solidFill>
            <a:srgbClr val="F29A5E"/>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r>
              <a:rPr lang="es-CL" sz="2000" b="1" noProof="0">
                <a:solidFill>
                  <a:srgbClr val="111111"/>
                </a:solidFill>
                <a:latin typeface="Inter SemiBold"/>
              </a:rPr>
              <a:t>6</a:t>
            </a:r>
          </a:p>
          <a:p>
            <a:pPr algn="l"/>
            <a:r>
              <a:rPr lang="es-CL" sz="1300" b="0" noProof="0">
                <a:solidFill>
                  <a:srgbClr val="111111"/>
                </a:solidFill>
                <a:latin typeface="Inter"/>
              </a:rPr>
              <a:t>R-005 · R-006 · R-011 · R-013 · R-014 · R-016</a:t>
            </a:r>
          </a:p>
        </p:txBody>
      </p:sp>
      <p:sp>
        <p:nvSpPr>
          <p:cNvPr id="1856" name="!!cell34"/>
          <p:cNvSpPr/>
          <p:nvPr/>
        </p:nvSpPr>
        <p:spPr>
          <a:xfrm>
            <a:off x="14721840" y="5797296"/>
            <a:ext cx="2697480" cy="1417320"/>
          </a:xfrm>
          <a:prstGeom prst="roundRect">
            <a:avLst>
              <a:gd name="adj" fmla="val 8000"/>
            </a:avLst>
          </a:prstGeom>
          <a:solidFill>
            <a:srgbClr val="FADBC6"/>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7" name="TextBox 1856"/>
          <p:cNvSpPr txBox="1"/>
          <p:nvPr/>
        </p:nvSpPr>
        <p:spPr>
          <a:xfrm>
            <a:off x="1965960" y="7287768"/>
            <a:ext cx="1463040" cy="1417320"/>
          </a:xfrm>
          <a:prstGeom prst="rect">
            <a:avLst/>
          </a:prstGeom>
          <a:noFill/>
        </p:spPr>
        <p:txBody>
          <a:bodyPr wrap="square" lIns="0" tIns="0" rIns="0" bIns="0" anchor="ctr">
            <a:spAutoFit/>
          </a:bodyPr>
          <a:lstStyle/>
          <a:p>
            <a:pPr algn="r"/>
            <a:r>
              <a:rPr lang="es-CL" sz="1400" b="1" noProof="0">
                <a:solidFill>
                  <a:srgbClr val="3C3C3C"/>
                </a:solidFill>
                <a:latin typeface="Inter SemiBold"/>
              </a:rPr>
              <a:t>Muy baja</a:t>
            </a:r>
          </a:p>
          <a:p>
            <a:pPr algn="r"/>
            <a:r>
              <a:rPr lang="es-CL" sz="1400" b="1" noProof="0">
                <a:solidFill>
                  <a:srgbClr val="3C3C3C"/>
                </a:solidFill>
                <a:latin typeface="Inter SemiBold"/>
              </a:rPr>
              <a:t>0,1</a:t>
            </a:r>
          </a:p>
        </p:txBody>
      </p:sp>
      <p:sp>
        <p:nvSpPr>
          <p:cNvPr id="1858" name="!!cell40"/>
          <p:cNvSpPr/>
          <p:nvPr/>
        </p:nvSpPr>
        <p:spPr>
          <a:xfrm>
            <a:off x="356616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59" name="!!cell41"/>
          <p:cNvSpPr/>
          <p:nvPr/>
        </p:nvSpPr>
        <p:spPr>
          <a:xfrm>
            <a:off x="635508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0" name="!!cell42"/>
          <p:cNvSpPr/>
          <p:nvPr/>
        </p:nvSpPr>
        <p:spPr>
          <a:xfrm>
            <a:off x="9144000" y="7287768"/>
            <a:ext cx="2697480" cy="1417320"/>
          </a:xfrm>
          <a:prstGeom prst="roundRect">
            <a:avLst>
              <a:gd name="adj" fmla="val 8000"/>
            </a:avLst>
          </a:prstGeom>
          <a:solidFill>
            <a:srgbClr val="FEF7F2"/>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1" name="!!cell43"/>
          <p:cNvSpPr/>
          <p:nvPr/>
        </p:nvSpPr>
        <p:spPr>
          <a:xfrm>
            <a:off x="1193292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2" name="!!cell44"/>
          <p:cNvSpPr/>
          <p:nvPr/>
        </p:nvSpPr>
        <p:spPr>
          <a:xfrm>
            <a:off x="14721840" y="7287768"/>
            <a:ext cx="2697480" cy="1417320"/>
          </a:xfrm>
          <a:prstGeom prst="roundRect">
            <a:avLst>
              <a:gd name="adj" fmla="val 8000"/>
            </a:avLst>
          </a:prstGeom>
          <a:solidFill>
            <a:srgbClr val="FDEEE3"/>
          </a:solidFill>
          <a:ln>
            <a:no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t"/>
          <a:lstStyle/>
          <a:p>
            <a:pPr algn="l"/>
            <a:endParaRPr lang="es-CL" noProof="0"/>
          </a:p>
        </p:txBody>
      </p:sp>
      <p:sp>
        <p:nvSpPr>
          <p:cNvPr id="1863" name="TextBox 1862"/>
          <p:cNvSpPr txBox="1"/>
          <p:nvPr/>
        </p:nvSpPr>
        <p:spPr>
          <a:xfrm>
            <a:off x="356616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Muy bajo</a:t>
            </a:r>
          </a:p>
          <a:p>
            <a:pPr algn="ctr"/>
            <a:r>
              <a:rPr lang="es-CL" sz="1400" b="1" noProof="0">
                <a:solidFill>
                  <a:srgbClr val="3C3C3C"/>
                </a:solidFill>
                <a:latin typeface="Inter SemiBold"/>
              </a:rPr>
              <a:t>0,2</a:t>
            </a:r>
          </a:p>
        </p:txBody>
      </p:sp>
      <p:sp>
        <p:nvSpPr>
          <p:cNvPr id="1864" name="TextBox 1863"/>
          <p:cNvSpPr txBox="1"/>
          <p:nvPr/>
        </p:nvSpPr>
        <p:spPr>
          <a:xfrm>
            <a:off x="635508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Bajo</a:t>
            </a:r>
          </a:p>
          <a:p>
            <a:pPr algn="ctr"/>
            <a:r>
              <a:rPr lang="es-CL" sz="1400" b="1" noProof="0">
                <a:solidFill>
                  <a:srgbClr val="3C3C3C"/>
                </a:solidFill>
                <a:latin typeface="Inter SemiBold"/>
              </a:rPr>
              <a:t>0,4</a:t>
            </a:r>
          </a:p>
        </p:txBody>
      </p:sp>
      <p:sp>
        <p:nvSpPr>
          <p:cNvPr id="1865" name="TextBox 1864"/>
          <p:cNvSpPr txBox="1"/>
          <p:nvPr/>
        </p:nvSpPr>
        <p:spPr>
          <a:xfrm>
            <a:off x="914400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Medio</a:t>
            </a:r>
          </a:p>
          <a:p>
            <a:pPr algn="ctr"/>
            <a:r>
              <a:rPr lang="es-CL" sz="1400" b="1" noProof="0">
                <a:solidFill>
                  <a:srgbClr val="3C3C3C"/>
                </a:solidFill>
                <a:latin typeface="Inter SemiBold"/>
              </a:rPr>
              <a:t>0,6</a:t>
            </a:r>
          </a:p>
        </p:txBody>
      </p:sp>
      <p:sp>
        <p:nvSpPr>
          <p:cNvPr id="1866" name="TextBox 1865"/>
          <p:cNvSpPr txBox="1"/>
          <p:nvPr/>
        </p:nvSpPr>
        <p:spPr>
          <a:xfrm>
            <a:off x="1193292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Alto</a:t>
            </a:r>
          </a:p>
          <a:p>
            <a:pPr algn="ctr"/>
            <a:r>
              <a:rPr lang="es-CL" sz="1400" b="1" noProof="0">
                <a:solidFill>
                  <a:srgbClr val="3C3C3C"/>
                </a:solidFill>
                <a:latin typeface="Inter SemiBold"/>
              </a:rPr>
              <a:t>0,8</a:t>
            </a:r>
          </a:p>
        </p:txBody>
      </p:sp>
      <p:sp>
        <p:nvSpPr>
          <p:cNvPr id="1867" name="TextBox 1866"/>
          <p:cNvSpPr txBox="1"/>
          <p:nvPr/>
        </p:nvSpPr>
        <p:spPr>
          <a:xfrm>
            <a:off x="14721840" y="8823960"/>
            <a:ext cx="2697480" cy="548640"/>
          </a:xfrm>
          <a:prstGeom prst="rect">
            <a:avLst/>
          </a:prstGeom>
          <a:noFill/>
        </p:spPr>
        <p:txBody>
          <a:bodyPr wrap="square" lIns="0" tIns="0" rIns="0" bIns="0" anchor="t">
            <a:spAutoFit/>
          </a:bodyPr>
          <a:lstStyle/>
          <a:p>
            <a:pPr algn="ctr"/>
            <a:r>
              <a:rPr lang="es-CL" sz="1400" b="1" noProof="0">
                <a:solidFill>
                  <a:srgbClr val="3C3C3C"/>
                </a:solidFill>
                <a:latin typeface="Inter SemiBold"/>
              </a:rPr>
              <a:t>Muy alto</a:t>
            </a:r>
          </a:p>
          <a:p>
            <a:pPr algn="ctr"/>
            <a:r>
              <a:rPr lang="es-CL" sz="1400" b="1" noProof="0">
                <a:solidFill>
                  <a:srgbClr val="3C3C3C"/>
                </a:solidFill>
                <a:latin typeface="Inter SemiBold"/>
              </a:rPr>
              <a:t>1,0</a:t>
            </a:r>
          </a:p>
        </p:txBody>
      </p:sp>
      <p:sp>
        <p:nvSpPr>
          <p:cNvPr id="1868" name="TextBox 1867"/>
          <p:cNvSpPr txBox="1"/>
          <p:nvPr/>
        </p:nvSpPr>
        <p:spPr>
          <a:xfrm>
            <a:off x="3566160" y="9372600"/>
            <a:ext cx="13853160" cy="320040"/>
          </a:xfrm>
          <a:prstGeom prst="rect">
            <a:avLst/>
          </a:prstGeom>
          <a:noFill/>
        </p:spPr>
        <p:txBody>
          <a:bodyPr wrap="square" lIns="0" tIns="0" rIns="0" bIns="0" anchor="t">
            <a:spAutoFit/>
          </a:bodyPr>
          <a:lstStyle/>
          <a:p>
            <a:pPr algn="ctr"/>
            <a:r>
              <a:rPr lang="es-CL" sz="1500" b="1" noProof="0">
                <a:solidFill>
                  <a:srgbClr val="E8641B"/>
                </a:solidFill>
                <a:latin typeface="Inter SemiBold"/>
              </a:rPr>
              <a:t>IMPACTO</a:t>
            </a:r>
          </a:p>
        </p:txBody>
      </p:sp>
      <p:sp>
        <p:nvSpPr>
          <p:cNvPr id="1869" name="TextBox 1868"/>
          <p:cNvSpPr txBox="1"/>
          <p:nvPr/>
        </p:nvSpPr>
        <p:spPr>
          <a:xfrm>
            <a:off x="11887200" y="685800"/>
            <a:ext cx="5760720" cy="365760"/>
          </a:xfrm>
          <a:prstGeom prst="rect">
            <a:avLst/>
          </a:prstGeom>
          <a:noFill/>
        </p:spPr>
        <p:txBody>
          <a:bodyPr wrap="square" lIns="0" tIns="0" rIns="0" bIns="0" anchor="t">
            <a:spAutoFit/>
          </a:bodyPr>
          <a:lstStyle/>
          <a:p>
            <a:pPr algn="r"/>
            <a:r>
              <a:rPr lang="es-CL" sz="1300" b="0" noProof="0">
                <a:solidFill>
                  <a:srgbClr val="E8641B"/>
                </a:solidFill>
                <a:latin typeface="Inter"/>
              </a:rPr>
              <a:t>■ </a:t>
            </a:r>
            <a:r>
              <a:rPr lang="es-CL" sz="1300" b="0" noProof="0">
                <a:solidFill>
                  <a:srgbClr val="3C3C3C"/>
                </a:solidFill>
                <a:latin typeface="Inter"/>
              </a:rPr>
              <a:t>Crítica ≥ 0,40   </a:t>
            </a:r>
            <a:r>
              <a:rPr lang="es-CL" sz="1300" b="0" noProof="0">
                <a:solidFill>
                  <a:srgbClr val="F29A5E"/>
                </a:solidFill>
                <a:latin typeface="Inter"/>
              </a:rPr>
              <a:t>■ </a:t>
            </a:r>
            <a:r>
              <a:rPr lang="es-CL" sz="1300" b="0" noProof="0">
                <a:solidFill>
                  <a:srgbClr val="3C3C3C"/>
                </a:solidFill>
                <a:latin typeface="Inter"/>
              </a:rPr>
              <a:t>Alta ≥ 0,20   </a:t>
            </a:r>
            <a:r>
              <a:rPr lang="es-CL" sz="1300" b="0" noProof="0">
                <a:solidFill>
                  <a:srgbClr val="FBD5BA"/>
                </a:solidFill>
                <a:latin typeface="Inter"/>
              </a:rPr>
              <a:t>■ </a:t>
            </a:r>
            <a:r>
              <a:rPr lang="es-CL" sz="1300" b="0" noProof="0">
                <a:solidFill>
                  <a:srgbClr val="3C3C3C"/>
                </a:solidFill>
                <a:latin typeface="Inter"/>
              </a:rPr>
              <a:t>Media ≥ 0,08   </a:t>
            </a:r>
            <a:r>
              <a:rPr lang="es-CL" sz="1300" b="0" noProof="0">
                <a:solidFill>
                  <a:srgbClr val="FDEBDD"/>
                </a:solidFill>
                <a:latin typeface="Inter"/>
              </a:rPr>
              <a:t>■ </a:t>
            </a:r>
            <a:r>
              <a:rPr lang="es-CL" sz="1300" b="0" noProof="0">
                <a:solidFill>
                  <a:srgbClr val="3C3C3C"/>
                </a:solidFill>
                <a:latin typeface="Inter"/>
              </a:rPr>
              <a:t>Baja</a:t>
            </a:r>
          </a:p>
        </p:txBody>
      </p:sp>
      <p:sp>
        <p:nvSpPr>
          <p:cNvPr id="187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48</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2061"/>
        <p:cNvGrpSpPr/>
        <p:nvPr/>
      </p:nvGrpSpPr>
      <p:grpSpPr>
        <a:xfrm>
          <a:off x="0" y="0"/>
          <a:ext cx="0" cy="0"/>
          <a:chOff x="0" y="0"/>
          <a:chExt cx="0" cy="0"/>
        </a:xfrm>
      </p:grpSpPr>
      <p:sp>
        <p:nvSpPr>
          <p:cNvPr id="2062" name="!!deco_49ff2308_1"/>
          <p:cNvSpPr/>
          <p:nvPr/>
        </p:nvSpPr>
        <p:spPr>
          <a:xfrm>
            <a:off x="-713192" y="-1969519"/>
            <a:ext cx="7495547" cy="5996438"/>
          </a:xfrm>
          <a:custGeom>
            <a:avLst/>
            <a:gdLst/>
            <a:ahLst/>
            <a:cxnLst/>
            <a:rect l="l" t="t" r="r" b="b"/>
            <a:pathLst>
              <a:path w="7495547" h="5996438">
                <a:moveTo>
                  <a:pt x="0" y="0"/>
                </a:moveTo>
                <a:lnTo>
                  <a:pt x="7495547" y="0"/>
                </a:lnTo>
                <a:lnTo>
                  <a:pt x="7495547" y="5996438"/>
                </a:lnTo>
                <a:lnTo>
                  <a:pt x="0" y="5996438"/>
                </a:lnTo>
                <a:lnTo>
                  <a:pt x="0" y="0"/>
                </a:lnTo>
                <a:close/>
              </a:path>
            </a:pathLst>
          </a:custGeom>
          <a:blipFill>
            <a:blip>
              <a:extLst>
                <a:ext uri="{96DAC541-7B7A-43D3-8B79-37D633B846F1}">
                  <asvg:svgBlip xmlns:asvg="http://schemas.microsoft.com/office/drawing/2016/SVG/main" r:embed="rId3"/>
                </a:ext>
              </a:extLst>
            </a:blip>
            <a:stretch>
              <a:fillRect/>
            </a:stretch>
          </a:blipFill>
          <a:ln>
            <a:noFill/>
          </a:ln>
        </p:spPr>
        <p:txBody>
          <a:bodyPr/>
          <a:lstStyle/>
          <a:p>
            <a:endParaRPr lang="es-CL" noProof="0"/>
          </a:p>
        </p:txBody>
      </p:sp>
      <p:sp>
        <p:nvSpPr>
          <p:cNvPr id="2063" name="Google Shape;2063;p32"/>
          <p:cNvSpPr txBox="1"/>
          <p:nvPr/>
        </p:nvSpPr>
        <p:spPr>
          <a:xfrm>
            <a:off x="1028700" y="5318360"/>
            <a:ext cx="8326675" cy="2579594"/>
          </a:xfrm>
          <a:prstGeom prst="rect">
            <a:avLst/>
          </a:prstGeom>
          <a:noFill/>
          <a:ln>
            <a:noFill/>
          </a:ln>
        </p:spPr>
        <p:txBody>
          <a:bodyPr spcFirstLastPara="1" wrap="square" lIns="0" tIns="0" rIns="0" bIns="0" anchor="t" anchorCtr="0">
            <a:spAutoFit/>
          </a:bodyPr>
          <a:lstStyle/>
          <a:p>
            <a:pPr marL="0" marR="0" lvl="0" indent="0" algn="l" rtl="0">
              <a:lnSpc>
                <a:spcPct val="131255"/>
              </a:lnSpc>
              <a:spcBef>
                <a:spcPts val="0"/>
              </a:spcBef>
              <a:spcAft>
                <a:spcPts val="0"/>
              </a:spcAft>
              <a:buNone/>
            </a:pPr>
            <a:r>
              <a:rPr lang="es-CL" sz="7333" b="1" noProof="0">
                <a:solidFill>
                  <a:srgbClr val="111111"/>
                </a:solidFill>
                <a:latin typeface="Inter SemiBold"/>
                <a:ea typeface="Inter SemiBold"/>
                <a:cs typeface="Inter SemiBold"/>
                <a:sym typeface="Inter SemiBold"/>
              </a:rPr>
              <a:t>5 innovaciones</a:t>
            </a:r>
            <a:endParaRPr lang="es-CL" noProof="0"/>
          </a:p>
        </p:txBody>
      </p:sp>
      <p:sp>
        <p:nvSpPr>
          <p:cNvPr id="2064" name="!!deco_dce8b6c9_1"/>
          <p:cNvSpPr/>
          <p:nvPr/>
        </p:nvSpPr>
        <p:spPr>
          <a:xfrm>
            <a:off x="1663864" y="8249107"/>
            <a:ext cx="10236981" cy="10236981"/>
          </a:xfrm>
          <a:custGeom>
            <a:avLst/>
            <a:gdLst/>
            <a:ahLst/>
            <a:cxnLst/>
            <a:rect l="l" t="t" r="r" b="b"/>
            <a:pathLst>
              <a:path w="10236981" h="10236981">
                <a:moveTo>
                  <a:pt x="0" y="0"/>
                </a:moveTo>
                <a:lnTo>
                  <a:pt x="10236982" y="0"/>
                </a:lnTo>
                <a:lnTo>
                  <a:pt x="10236982" y="10236981"/>
                </a:lnTo>
                <a:lnTo>
                  <a:pt x="0" y="10236981"/>
                </a:lnTo>
                <a:lnTo>
                  <a:pt x="0" y="0"/>
                </a:lnTo>
                <a:close/>
              </a:path>
            </a:pathLst>
          </a:custGeom>
          <a:blipFill>
            <a:blip>
              <a:alphaModFix amt="5000"/>
              <a:extLst>
                <a:ext uri="{96DAC541-7B7A-43D3-8B79-37D633B846F1}">
                  <asvg:svgBlip xmlns:asvg="http://schemas.microsoft.com/office/drawing/2016/SVG/main" r:embed="rId4"/>
                </a:ext>
              </a:extLst>
            </a:blip>
            <a:stretch>
              <a:fillRect/>
            </a:stretch>
          </a:blipFill>
          <a:ln>
            <a:noFill/>
          </a:ln>
        </p:spPr>
        <p:txBody>
          <a:bodyPr/>
          <a:lstStyle/>
          <a:p>
            <a:endParaRPr lang="es-CL" noProof="0"/>
          </a:p>
        </p:txBody>
      </p:sp>
      <p:sp>
        <p:nvSpPr>
          <p:cNvPr id="2065" name="!!deco_78f3c294_1"/>
          <p:cNvSpPr/>
          <p:nvPr/>
        </p:nvSpPr>
        <p:spPr>
          <a:xfrm flipH="1">
            <a:off x="2365909" y="8920171"/>
            <a:ext cx="203722" cy="338129"/>
          </a:xfrm>
          <a:custGeom>
            <a:avLst/>
            <a:gdLst/>
            <a:ahLst/>
            <a:cxnLst/>
            <a:rect l="l" t="t" r="r" b="b"/>
            <a:pathLst>
              <a:path w="203722" h="338129">
                <a:moveTo>
                  <a:pt x="203723" y="0"/>
                </a:moveTo>
                <a:lnTo>
                  <a:pt x="0" y="0"/>
                </a:lnTo>
                <a:lnTo>
                  <a:pt x="0" y="338129"/>
                </a:lnTo>
                <a:lnTo>
                  <a:pt x="203723" y="338129"/>
                </a:lnTo>
                <a:lnTo>
                  <a:pt x="203723"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2066" name="!!deco_78f3c294_2"/>
          <p:cNvSpPr/>
          <p:nvPr/>
        </p:nvSpPr>
        <p:spPr>
          <a:xfrm flipH="1">
            <a:off x="2213227" y="8920171"/>
            <a:ext cx="203722" cy="338129"/>
          </a:xfrm>
          <a:custGeom>
            <a:avLst/>
            <a:gdLst/>
            <a:ahLst/>
            <a:cxnLst/>
            <a:rect l="l" t="t" r="r" b="b"/>
            <a:pathLst>
              <a:path w="203722" h="338129">
                <a:moveTo>
                  <a:pt x="203722" y="0"/>
                </a:moveTo>
                <a:lnTo>
                  <a:pt x="0" y="0"/>
                </a:lnTo>
                <a:lnTo>
                  <a:pt x="0" y="338129"/>
                </a:lnTo>
                <a:lnTo>
                  <a:pt x="203722" y="338129"/>
                </a:lnTo>
                <a:lnTo>
                  <a:pt x="203722"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a:lstStyle/>
          <a:p>
            <a:endParaRPr lang="es-CL" noProof="0"/>
          </a:p>
        </p:txBody>
      </p:sp>
      <p:sp>
        <p:nvSpPr>
          <p:cNvPr id="2067" name="Google Shape;2067;p32"/>
          <p:cNvSpPr txBox="1"/>
          <p:nvPr/>
        </p:nvSpPr>
        <p:spPr>
          <a:xfrm>
            <a:off x="543274" y="8926358"/>
            <a:ext cx="1572710" cy="297180"/>
          </a:xfrm>
          <a:prstGeom prst="rect">
            <a:avLst/>
          </a:prstGeom>
          <a:noFill/>
          <a:ln>
            <a:noFill/>
          </a:ln>
        </p:spPr>
        <p:txBody>
          <a:bodyPr spcFirstLastPara="1" wrap="square" lIns="0" tIns="0" rIns="0" bIns="0" anchor="t" anchorCtr="0">
            <a:spAutoFit/>
          </a:bodyPr>
          <a:lstStyle/>
          <a:p>
            <a:pPr marL="0" marR="0" lvl="0" indent="0" algn="r" rtl="0">
              <a:lnSpc>
                <a:spcPct val="140000"/>
              </a:lnSpc>
              <a:spcBef>
                <a:spcPts val="0"/>
              </a:spcBef>
              <a:spcAft>
                <a:spcPts val="0"/>
              </a:spcAft>
              <a:buNone/>
            </a:pPr>
            <a:r>
              <a:rPr lang="es-CL" sz="1800" noProof="0">
                <a:solidFill>
                  <a:srgbClr val="000000"/>
                </a:solidFill>
                <a:latin typeface="Inter"/>
                <a:ea typeface="Inter"/>
                <a:cs typeface="Inter"/>
                <a:sym typeface="Inter"/>
              </a:rPr>
              <a:t>Siguiente</a:t>
            </a:r>
            <a:endParaRPr lang="es-CL" noProof="0"/>
          </a:p>
        </p:txBody>
      </p:sp>
      <p:sp>
        <p:nvSpPr>
          <p:cNvPr id="2069" name="Google Shape;2069;p32"/>
          <p:cNvSpPr txBox="1"/>
          <p:nvPr/>
        </p:nvSpPr>
        <p:spPr>
          <a:xfrm>
            <a:off x="10058400" y="8686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01</a:t>
            </a:r>
            <a:endParaRPr lang="es-CL" noProof="0"/>
          </a:p>
        </p:txBody>
      </p:sp>
      <p:sp>
        <p:nvSpPr>
          <p:cNvPr id="2070" name="Google Shape;2070;p32"/>
          <p:cNvSpPr txBox="1"/>
          <p:nvPr/>
        </p:nvSpPr>
        <p:spPr>
          <a:xfrm>
            <a:off x="11430000" y="8686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PRODUCTO</a:t>
            </a:r>
            <a:endParaRPr lang="es-CL" noProof="0"/>
          </a:p>
        </p:txBody>
      </p:sp>
      <p:sp>
        <p:nvSpPr>
          <p:cNvPr id="2071" name="Google Shape;2071;p32"/>
          <p:cNvSpPr txBox="1"/>
          <p:nvPr/>
        </p:nvSpPr>
        <p:spPr>
          <a:xfrm>
            <a:off x="11430000" y="1188719"/>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Vencimiento </a:t>
            </a:r>
            <a:r>
              <a:rPr lang="es-CL" sz="2200" b="1" noProof="0" err="1">
                <a:solidFill>
                  <a:srgbClr val="111111"/>
                </a:solidFill>
                <a:latin typeface="Inter SemiBold"/>
                <a:ea typeface="Inter SemiBold"/>
                <a:cs typeface="Inter SemiBold"/>
                <a:sym typeface="Inter SemiBold"/>
              </a:rPr>
              <a:t>posentrega</a:t>
            </a:r>
            <a:endParaRPr lang="es-CL" noProof="0"/>
          </a:p>
        </p:txBody>
      </p:sp>
      <p:sp>
        <p:nvSpPr>
          <p:cNvPr id="2072" name="Google Shape;2072;p32"/>
          <p:cNvSpPr txBox="1"/>
          <p:nvPr/>
        </p:nvSpPr>
        <p:spPr>
          <a:xfrm>
            <a:off x="11430000" y="1691640"/>
            <a:ext cx="62179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Meta: −25 % de vencido en el local</a:t>
            </a:r>
            <a:endParaRPr lang="es-CL" noProof="0"/>
          </a:p>
        </p:txBody>
      </p:sp>
      <p:sp>
        <p:nvSpPr>
          <p:cNvPr id="2073" name="Google Shape;2073;p32"/>
          <p:cNvSpPr txBox="1"/>
          <p:nvPr/>
        </p:nvSpPr>
        <p:spPr>
          <a:xfrm>
            <a:off x="10058400" y="24688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02</a:t>
            </a:r>
            <a:endParaRPr lang="es-CL" noProof="0"/>
          </a:p>
        </p:txBody>
      </p:sp>
      <p:sp>
        <p:nvSpPr>
          <p:cNvPr id="2074" name="Google Shape;2074;p32"/>
          <p:cNvSpPr txBox="1"/>
          <p:nvPr/>
        </p:nvSpPr>
        <p:spPr>
          <a:xfrm>
            <a:off x="11430000" y="24688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PROCESO</a:t>
            </a:r>
            <a:endParaRPr lang="es-CL" noProof="0"/>
          </a:p>
        </p:txBody>
      </p:sp>
      <p:sp>
        <p:nvSpPr>
          <p:cNvPr id="2075" name="Google Shape;2075;p32"/>
          <p:cNvSpPr txBox="1"/>
          <p:nvPr/>
        </p:nvSpPr>
        <p:spPr>
          <a:xfrm>
            <a:off x="11430000" y="27889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Reproducción de incidentes</a:t>
            </a:r>
            <a:endParaRPr lang="es-CL" noProof="0"/>
          </a:p>
        </p:txBody>
      </p:sp>
      <p:sp>
        <p:nvSpPr>
          <p:cNvPr id="2076" name="Google Shape;2076;p32"/>
          <p:cNvSpPr txBox="1"/>
          <p:nvPr/>
        </p:nvSpPr>
        <p:spPr>
          <a:xfrm>
            <a:off x="11430000" y="3291840"/>
            <a:ext cx="6217920" cy="52322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Meta: −30 % horas de diagnóstico en la mediana del tiempo de reproducir la causa</a:t>
            </a:r>
            <a:endParaRPr lang="es-CL" noProof="0"/>
          </a:p>
        </p:txBody>
      </p:sp>
      <p:sp>
        <p:nvSpPr>
          <p:cNvPr id="2077" name="Google Shape;2077;p32"/>
          <p:cNvSpPr txBox="1"/>
          <p:nvPr/>
        </p:nvSpPr>
        <p:spPr>
          <a:xfrm>
            <a:off x="10058400" y="40690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03</a:t>
            </a:r>
            <a:endParaRPr lang="es-CL" noProof="0"/>
          </a:p>
        </p:txBody>
      </p:sp>
      <p:sp>
        <p:nvSpPr>
          <p:cNvPr id="2078" name="Google Shape;2078;p32"/>
          <p:cNvSpPr txBox="1"/>
          <p:nvPr/>
        </p:nvSpPr>
        <p:spPr>
          <a:xfrm>
            <a:off x="11430000" y="40690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TECNOLÓGICA</a:t>
            </a:r>
            <a:endParaRPr lang="es-CL" noProof="0"/>
          </a:p>
        </p:txBody>
      </p:sp>
      <p:sp>
        <p:nvSpPr>
          <p:cNvPr id="2079" name="Google Shape;2079;p32"/>
          <p:cNvSpPr txBox="1"/>
          <p:nvPr/>
        </p:nvSpPr>
        <p:spPr>
          <a:xfrm>
            <a:off x="11430000" y="43891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Vida útil por historia térmica</a:t>
            </a:r>
            <a:endParaRPr lang="es-CL" noProof="0"/>
          </a:p>
        </p:txBody>
      </p:sp>
      <p:sp>
        <p:nvSpPr>
          <p:cNvPr id="2080" name="Google Shape;2080;p32"/>
          <p:cNvSpPr txBox="1"/>
          <p:nvPr/>
        </p:nvSpPr>
        <p:spPr>
          <a:xfrm>
            <a:off x="11430000" y="4892040"/>
            <a:ext cx="6217920" cy="523220"/>
          </a:xfrm>
          <a:prstGeom prst="rect">
            <a:avLst/>
          </a:prstGeom>
          <a:noFill/>
          <a:ln>
            <a:noFill/>
          </a:ln>
        </p:spPr>
        <p:txBody>
          <a:bodyPr spcFirstLastPara="1" wrap="square" lIns="0" tIns="0" rIns="0" bIns="0" anchor="t" anchorCtr="0">
            <a:spAutoFit/>
          </a:bodyPr>
          <a:lstStyle/>
          <a:p>
            <a:pPr lvl="0"/>
            <a:r>
              <a:rPr lang="es-CL" sz="1700" b="0" noProof="0">
                <a:solidFill>
                  <a:srgbClr val="606060"/>
                </a:solidFill>
                <a:latin typeface="Inter"/>
                <a:ea typeface="Inter"/>
                <a:cs typeface="Inter"/>
                <a:sym typeface="Inter"/>
              </a:rPr>
              <a:t>Meta</a:t>
            </a:r>
            <a:r>
              <a:rPr lang="es-CL" sz="1700">
                <a:solidFill>
                  <a:srgbClr val="606060"/>
                </a:solidFill>
                <a:latin typeface="Inter"/>
                <a:ea typeface="Inter"/>
                <a:cs typeface="Inter"/>
                <a:sym typeface="Inter"/>
              </a:rPr>
              <a:t> por familia: ≥80 % de los lotes</a:t>
            </a:r>
            <a:r>
              <a:rPr lang="es-CL" sz="1700" b="0" noProof="0">
                <a:solidFill>
                  <a:srgbClr val="606060"/>
                </a:solidFill>
                <a:latin typeface="Inter"/>
                <a:ea typeface="Inter"/>
                <a:cs typeface="Inter"/>
                <a:sym typeface="Inter"/>
              </a:rPr>
              <a:t> dentro de ±15 % de la vida nominal</a:t>
            </a:r>
          </a:p>
        </p:txBody>
      </p:sp>
      <p:sp>
        <p:nvSpPr>
          <p:cNvPr id="2081" name="Google Shape;2081;p32"/>
          <p:cNvSpPr txBox="1"/>
          <p:nvPr/>
        </p:nvSpPr>
        <p:spPr>
          <a:xfrm>
            <a:off x="10058400" y="56692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04</a:t>
            </a:r>
            <a:endParaRPr lang="es-CL" noProof="0"/>
          </a:p>
        </p:txBody>
      </p:sp>
      <p:sp>
        <p:nvSpPr>
          <p:cNvPr id="2082" name="Google Shape;2082;p32"/>
          <p:cNvSpPr txBox="1"/>
          <p:nvPr/>
        </p:nvSpPr>
        <p:spPr>
          <a:xfrm>
            <a:off x="11430000" y="56692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MODELO DE NEGOCIO</a:t>
            </a:r>
            <a:endParaRPr lang="es-CL" noProof="0"/>
          </a:p>
        </p:txBody>
      </p:sp>
      <p:sp>
        <p:nvSpPr>
          <p:cNvPr id="2083" name="Google Shape;2083;p32"/>
          <p:cNvSpPr txBox="1"/>
          <p:nvPr/>
        </p:nvSpPr>
        <p:spPr>
          <a:xfrm>
            <a:off x="11430000" y="59893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Pago ligado al costo de servir</a:t>
            </a:r>
            <a:endParaRPr lang="es-CL" noProof="0"/>
          </a:p>
        </p:txBody>
      </p:sp>
      <p:sp>
        <p:nvSpPr>
          <p:cNvPr id="2084" name="Google Shape;2084;p32"/>
          <p:cNvSpPr txBox="1"/>
          <p:nvPr/>
        </p:nvSpPr>
        <p:spPr>
          <a:xfrm>
            <a:off x="11430000" y="6492240"/>
            <a:ext cx="6217920" cy="26161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Meta: ≥5 % menos costo comparable, con OTIF ≥95 %</a:t>
            </a:r>
            <a:endParaRPr lang="es-CL" noProof="0"/>
          </a:p>
        </p:txBody>
      </p:sp>
      <p:sp>
        <p:nvSpPr>
          <p:cNvPr id="2085" name="Google Shape;2085;p32"/>
          <p:cNvSpPr txBox="1"/>
          <p:nvPr/>
        </p:nvSpPr>
        <p:spPr>
          <a:xfrm>
            <a:off x="10058400" y="7269480"/>
            <a:ext cx="1280160" cy="82296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4600" b="1" noProof="0">
                <a:solidFill>
                  <a:srgbClr val="E8641B"/>
                </a:solidFill>
                <a:latin typeface="Inter SemiBold"/>
                <a:ea typeface="Inter SemiBold"/>
                <a:cs typeface="Inter SemiBold"/>
                <a:sym typeface="Inter SemiBold"/>
              </a:rPr>
              <a:t>05</a:t>
            </a:r>
            <a:endParaRPr lang="es-CL" noProof="0"/>
          </a:p>
        </p:txBody>
      </p:sp>
      <p:sp>
        <p:nvSpPr>
          <p:cNvPr id="2086" name="Google Shape;2086;p32"/>
          <p:cNvSpPr txBox="1"/>
          <p:nvPr/>
        </p:nvSpPr>
        <p:spPr>
          <a:xfrm>
            <a:off x="11430000" y="7269480"/>
            <a:ext cx="6217920" cy="292608"/>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400" b="1" noProof="0">
                <a:solidFill>
                  <a:srgbClr val="E8641B"/>
                </a:solidFill>
                <a:latin typeface="Inter SemiBold"/>
                <a:ea typeface="Inter SemiBold"/>
                <a:cs typeface="Inter SemiBold"/>
                <a:sym typeface="Inter SemiBold"/>
              </a:rPr>
              <a:t>IMPACTO SOCIAL</a:t>
            </a:r>
            <a:endParaRPr lang="es-CL" noProof="0"/>
          </a:p>
        </p:txBody>
      </p:sp>
      <p:sp>
        <p:nvSpPr>
          <p:cNvPr id="2087" name="Google Shape;2087;p32"/>
          <p:cNvSpPr txBox="1"/>
          <p:nvPr/>
        </p:nvSpPr>
        <p:spPr>
          <a:xfrm>
            <a:off x="11430000" y="7589520"/>
            <a:ext cx="6217920" cy="45720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2200" b="1" noProof="0">
                <a:solidFill>
                  <a:srgbClr val="111111"/>
                </a:solidFill>
                <a:latin typeface="Inter SemiBold"/>
                <a:ea typeface="Inter SemiBold"/>
                <a:cs typeface="Inter SemiBold"/>
                <a:sym typeface="Inter SemiBold"/>
              </a:rPr>
              <a:t>Hoja del almacenero</a:t>
            </a:r>
            <a:endParaRPr lang="es-CL" noProof="0"/>
          </a:p>
        </p:txBody>
      </p:sp>
      <p:sp>
        <p:nvSpPr>
          <p:cNvPr id="2088" name="Google Shape;2088;p32"/>
          <p:cNvSpPr txBox="1"/>
          <p:nvPr/>
        </p:nvSpPr>
        <p:spPr>
          <a:xfrm>
            <a:off x="11430000" y="8092440"/>
            <a:ext cx="6217920" cy="411480"/>
          </a:xfrm>
          <a:prstGeom prst="rect">
            <a:avLst/>
          </a:prstGeom>
          <a:noFill/>
          <a:ln>
            <a:noFill/>
          </a:ln>
        </p:spPr>
        <p:txBody>
          <a:bodyPr spcFirstLastPara="1" wrap="square" lIns="0" tIns="0" rIns="0" bIns="0" anchor="t" anchorCtr="0">
            <a:spAutoFit/>
          </a:bodyPr>
          <a:lstStyle/>
          <a:p>
            <a:pPr marL="0" marR="0" lvl="0" indent="0" algn="l" rtl="0">
              <a:spcBef>
                <a:spcPts val="0"/>
              </a:spcBef>
              <a:spcAft>
                <a:spcPts val="0"/>
              </a:spcAft>
              <a:buNone/>
            </a:pPr>
            <a:r>
              <a:rPr lang="es-CL" sz="1700" b="0" noProof="0">
                <a:solidFill>
                  <a:srgbClr val="606060"/>
                </a:solidFill>
                <a:latin typeface="Inter"/>
                <a:ea typeface="Inter"/>
                <a:cs typeface="Inter"/>
                <a:sym typeface="Inter"/>
              </a:rPr>
              <a:t>Sin internet: pantalla o impresa</a:t>
            </a:r>
            <a:endParaRPr lang="es-CL" noProof="0"/>
          </a:p>
        </p:txBody>
      </p:sp>
      <p:sp>
        <p:nvSpPr>
          <p:cNvPr id="2089"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606060"/>
                </a:solidFill>
                <a:latin typeface="Inter SemiBold"/>
              </a:rPr>
              <a:t>49</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2142"/>
        <p:cNvGrpSpPr/>
        <p:nvPr/>
      </p:nvGrpSpPr>
      <p:grpSpPr>
        <a:xfrm>
          <a:off x="0" y="0"/>
          <a:ext cx="0" cy="0"/>
          <a:chOff x="0" y="0"/>
          <a:chExt cx="0" cy="0"/>
        </a:xfrm>
      </p:grpSpPr>
      <p:sp>
        <p:nvSpPr>
          <p:cNvPr id="2143"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4"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5"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6"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7"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8"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49"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6"/>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50"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a:solidFill>
                  <a:srgbClr val="FFFFFF"/>
                </a:solidFill>
                <a:latin typeface="Inter SemiBold"/>
                <a:ea typeface="Inter SemiBold"/>
                <a:cs typeface="Inter SemiBold"/>
                <a:sym typeface="Inter SemiBold"/>
              </a:rPr>
              <a:t>LafroX </a:t>
            </a:r>
            <a:r>
              <a:rPr lang="es-CL" sz="1999" b="1" noProof="0" err="1">
                <a:solidFill>
                  <a:srgbClr val="FFFFFF"/>
                </a:solidFill>
                <a:latin typeface="Inter SemiBold"/>
                <a:ea typeface="Inter SemiBold"/>
                <a:cs typeface="Inter SemiBold"/>
                <a:sym typeface="Inter SemiBold"/>
              </a:rPr>
              <a:t>SpA</a:t>
            </a:r>
            <a:endParaRPr lang="es-CL" noProof="0"/>
          </a:p>
        </p:txBody>
      </p:sp>
      <p:pic>
        <p:nvPicPr>
          <p:cNvPr id="2151" name="!!logo" descr="Isotipo LafroX"/>
          <p:cNvPicPr preferRelativeResize="0"/>
          <p:nvPr/>
        </p:nvPicPr>
        <p:blipFill rotWithShape="1">
          <a:blip r:embed="rId7">
            <a:alphaModFix/>
          </a:blip>
          <a:srcRect/>
          <a:stretch/>
        </p:blipFill>
        <p:spPr>
          <a:xfrm>
            <a:off x="8814816" y="228600"/>
            <a:ext cx="658508" cy="676656"/>
          </a:xfrm>
          <a:prstGeom prst="rect">
            <a:avLst/>
          </a:prstGeom>
          <a:noFill/>
          <a:ln>
            <a:noFill/>
          </a:ln>
        </p:spPr>
      </p:pic>
      <p:sp>
        <p:nvSpPr>
          <p:cNvPr id="2152" name="!!title"/>
          <p:cNvSpPr txBox="1"/>
          <p:nvPr/>
        </p:nvSpPr>
        <p:spPr>
          <a:xfrm>
            <a:off x="1828800" y="2377440"/>
            <a:ext cx="14630400" cy="356616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23000" b="1" noProof="0">
                <a:solidFill>
                  <a:srgbClr val="FFFFFF"/>
                </a:solidFill>
                <a:latin typeface="Inter SemiBold"/>
                <a:ea typeface="Inter SemiBold"/>
                <a:cs typeface="Inter SemiBold"/>
                <a:sym typeface="Inter SemiBold"/>
              </a:rPr>
              <a:t>9 días</a:t>
            </a:r>
            <a:endParaRPr lang="es-CL" noProof="0"/>
          </a:p>
        </p:txBody>
      </p:sp>
      <p:sp>
        <p:nvSpPr>
          <p:cNvPr id="2153"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FFFFFF"/>
                </a:solidFill>
                <a:latin typeface="Inter SemiBold"/>
              </a:rPr>
              <a:t>50</a:t>
            </a:r>
          </a:p>
        </p:txBody>
      </p:sp>
    </p:spTree>
  </p:cSld>
  <p:clrMapOvr>
    <a:masterClrMapping/>
  </p:clrMapOvr>
  <p:transition spd="med" advTm="1500">
    <p:fade/>
  </p:transition>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2158"/>
        <p:cNvGrpSpPr/>
        <p:nvPr/>
      </p:nvGrpSpPr>
      <p:grpSpPr>
        <a:xfrm>
          <a:off x="0" y="0"/>
          <a:ext cx="0" cy="0"/>
          <a:chOff x="0" y="0"/>
          <a:chExt cx="0" cy="0"/>
        </a:xfrm>
      </p:grpSpPr>
      <p:sp>
        <p:nvSpPr>
          <p:cNvPr id="2159" name="!!deco_fd810b03_1"/>
          <p:cNvSpPr/>
          <p:nvPr/>
        </p:nvSpPr>
        <p:spPr>
          <a:xfrm rot="10800000">
            <a:off x="0" y="0"/>
            <a:ext cx="18288000" cy="10287000"/>
          </a:xfrm>
          <a:custGeom>
            <a:avLst/>
            <a:gdLst/>
            <a:ahLst/>
            <a:cxnLst/>
            <a:rect l="l" t="t" r="r" b="b"/>
            <a:pathLst>
              <a:path w="18288000" h="10287000" extrusionOk="0">
                <a:moveTo>
                  <a:pt x="18288000" y="10287000"/>
                </a:moveTo>
                <a:lnTo>
                  <a:pt x="0" y="10287000"/>
                </a:lnTo>
                <a:lnTo>
                  <a:pt x="0" y="0"/>
                </a:lnTo>
                <a:lnTo>
                  <a:pt x="18288000" y="0"/>
                </a:lnTo>
                <a:lnTo>
                  <a:pt x="18288000" y="10287000"/>
                </a:lnTo>
                <a:close/>
              </a:path>
            </a:pathLst>
          </a:custGeom>
          <a:blipFill rotWithShape="1">
            <a:blip r:embed="rId3">
              <a:alphaModFix/>
            </a:blip>
            <a:stretch>
              <a:fillRect b="-18444"/>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0" name="!!deco_7051808c_1"/>
          <p:cNvSpPr/>
          <p:nvPr/>
        </p:nvSpPr>
        <p:spPr>
          <a:xfrm>
            <a:off x="1747827" y="1028700"/>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1" name="!!deco_7051808c_2"/>
          <p:cNvSpPr/>
          <p:nvPr/>
        </p:nvSpPr>
        <p:spPr>
          <a:xfrm>
            <a:off x="15762513" y="9056741"/>
            <a:ext cx="806235" cy="201559"/>
          </a:xfrm>
          <a:custGeom>
            <a:avLst/>
            <a:gdLst/>
            <a:ahLst/>
            <a:cxnLst/>
            <a:rect l="l" t="t" r="r" b="b"/>
            <a:pathLst>
              <a:path w="806235" h="201559">
                <a:moveTo>
                  <a:pt x="0" y="0"/>
                </a:moveTo>
                <a:lnTo>
                  <a:pt x="806235" y="0"/>
                </a:lnTo>
                <a:lnTo>
                  <a:pt x="806235" y="201559"/>
                </a:lnTo>
                <a:lnTo>
                  <a:pt x="0" y="201559"/>
                </a:lnTo>
                <a:lnTo>
                  <a:pt x="0" y="0"/>
                </a:lnTo>
                <a:close/>
              </a:path>
            </a:pathLst>
          </a:custGeom>
          <a:blipFill>
            <a:blip>
              <a:extLst>
                <a:ext uri="{96DAC541-7B7A-43D3-8B79-37D633B846F1}">
                  <asvg:svgBlip xmlns:asvg="http://schemas.microsoft.com/office/drawing/2016/SVG/main" r:embed="rId4"/>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2" name="!!deco_a08c7f17_1"/>
          <p:cNvSpPr/>
          <p:nvPr/>
        </p:nvSpPr>
        <p:spPr>
          <a:xfrm>
            <a:off x="10069298" y="7296286"/>
            <a:ext cx="387808" cy="387810"/>
          </a:xfrm>
          <a:custGeom>
            <a:avLst/>
            <a:gdLst/>
            <a:ahLst/>
            <a:cxnLst/>
            <a:rect l="l" t="t" r="r" b="b"/>
            <a:pathLst>
              <a:path w="387808" h="387810">
                <a:moveTo>
                  <a:pt x="0" y="0"/>
                </a:moveTo>
                <a:lnTo>
                  <a:pt x="387808" y="0"/>
                </a:lnTo>
                <a:lnTo>
                  <a:pt x="387808" y="387810"/>
                </a:lnTo>
                <a:lnTo>
                  <a:pt x="0" y="387810"/>
                </a:lnTo>
                <a:lnTo>
                  <a:pt x="0" y="0"/>
                </a:lnTo>
                <a:close/>
              </a:path>
            </a:pathLst>
          </a:custGeom>
          <a:blipFill>
            <a:blip>
              <a:extLst>
                <a:ext uri="{96DAC541-7B7A-43D3-8B79-37D633B846F1}">
                  <asvg:svgBlip xmlns:asvg="http://schemas.microsoft.com/office/drawing/2016/SVG/main" r:embed="rId5"/>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3" name="Google Shape;2163;p35"/>
          <p:cNvSpPr txBox="1"/>
          <p:nvPr/>
        </p:nvSpPr>
        <p:spPr>
          <a:xfrm>
            <a:off x="5747919" y="6690083"/>
            <a:ext cx="2794872"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noProof="0">
                <a:solidFill>
                  <a:srgbClr val="FFFFFF"/>
                </a:solidFill>
                <a:latin typeface="Inter"/>
                <a:ea typeface="Inter"/>
                <a:cs typeface="Inter"/>
                <a:sym typeface="Inter"/>
              </a:rPr>
              <a:t>contacto@lafrox.cl</a:t>
            </a:r>
            <a:endParaRPr lang="es-CL" noProof="0"/>
          </a:p>
        </p:txBody>
      </p:sp>
      <p:sp>
        <p:nvSpPr>
          <p:cNvPr id="2164" name="!!deco_abc274cf_1"/>
          <p:cNvSpPr/>
          <p:nvPr/>
        </p:nvSpPr>
        <p:spPr>
          <a:xfrm>
            <a:off x="10069298" y="6732646"/>
            <a:ext cx="325031" cy="325031"/>
          </a:xfrm>
          <a:custGeom>
            <a:avLst/>
            <a:gdLst/>
            <a:ahLst/>
            <a:cxnLst/>
            <a:rect l="l" t="t" r="r" b="b"/>
            <a:pathLst>
              <a:path w="325031" h="325031">
                <a:moveTo>
                  <a:pt x="0" y="0"/>
                </a:moveTo>
                <a:lnTo>
                  <a:pt x="325031" y="0"/>
                </a:lnTo>
                <a:lnTo>
                  <a:pt x="325031" y="325031"/>
                </a:lnTo>
                <a:lnTo>
                  <a:pt x="0" y="325031"/>
                </a:lnTo>
                <a:lnTo>
                  <a:pt x="0" y="0"/>
                </a:lnTo>
                <a:close/>
              </a:path>
            </a:pathLst>
          </a:custGeom>
          <a:blipFill>
            <a:blip>
              <a:extLst>
                <a:ext uri="{96DAC541-7B7A-43D3-8B79-37D633B846F1}">
                  <asvg:svgBlip xmlns:asvg="http://schemas.microsoft.com/office/drawing/2016/SVG/main" r:embed="rId6"/>
                </a:ext>
              </a:extLst>
            </a:blip>
            <a:stretch>
              <a:fillRect t="-800" b="-800"/>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5" name="!!deco_e6d4545c_1"/>
          <p:cNvSpPr/>
          <p:nvPr/>
        </p:nvSpPr>
        <p:spPr>
          <a:xfrm>
            <a:off x="5052380" y="7208371"/>
            <a:ext cx="308824" cy="441177"/>
          </a:xfrm>
          <a:custGeom>
            <a:avLst/>
            <a:gdLst/>
            <a:ahLst/>
            <a:cxnLst/>
            <a:rect l="l" t="t" r="r" b="b"/>
            <a:pathLst>
              <a:path w="308824" h="441177">
                <a:moveTo>
                  <a:pt x="0" y="0"/>
                </a:moveTo>
                <a:lnTo>
                  <a:pt x="308824" y="0"/>
                </a:lnTo>
                <a:lnTo>
                  <a:pt x="308824" y="441177"/>
                </a:lnTo>
                <a:lnTo>
                  <a:pt x="0" y="441177"/>
                </a:lnTo>
                <a:lnTo>
                  <a:pt x="0" y="0"/>
                </a:lnTo>
                <a:close/>
              </a:path>
            </a:pathLst>
          </a:custGeom>
          <a:blipFill>
            <a:blip>
              <a:extLst>
                <a:ext uri="{96DAC541-7B7A-43D3-8B79-37D633B846F1}">
                  <asvg:svgBlip xmlns:asvg="http://schemas.microsoft.com/office/drawing/2016/SVG/main" r:embed="rId7"/>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6" name="Google Shape;2166;p35"/>
          <p:cNvSpPr txBox="1"/>
          <p:nvPr/>
        </p:nvSpPr>
        <p:spPr>
          <a:xfrm>
            <a:off x="5747919" y="7268144"/>
            <a:ext cx="2794872"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noProof="0">
                <a:solidFill>
                  <a:srgbClr val="FFFFFF"/>
                </a:solidFill>
                <a:latin typeface="Inter"/>
                <a:ea typeface="Inter"/>
                <a:cs typeface="Inter"/>
                <a:sym typeface="Inter"/>
              </a:rPr>
              <a:t>Av. Brasil 2241, Valparaíso</a:t>
            </a:r>
            <a:endParaRPr lang="es-CL" noProof="0"/>
          </a:p>
        </p:txBody>
      </p:sp>
      <p:sp>
        <p:nvSpPr>
          <p:cNvPr id="2167" name="Google Shape;2167;p35"/>
          <p:cNvSpPr txBox="1"/>
          <p:nvPr/>
        </p:nvSpPr>
        <p:spPr>
          <a:xfrm>
            <a:off x="10736647" y="7329375"/>
            <a:ext cx="2823062" cy="30014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u="none" noProof="0">
                <a:solidFill>
                  <a:srgbClr val="FFFFFF"/>
                </a:solidFill>
                <a:latin typeface="Inter"/>
                <a:ea typeface="Inter"/>
                <a:cs typeface="Inter"/>
                <a:sym typeface="Inter"/>
              </a:rPr>
              <a:t>lafrox.github.io</a:t>
            </a:r>
            <a:endParaRPr lang="es-CL" noProof="0"/>
          </a:p>
        </p:txBody>
      </p:sp>
      <p:sp>
        <p:nvSpPr>
          <p:cNvPr id="2168" name="!!deco_05350c3c_1"/>
          <p:cNvSpPr/>
          <p:nvPr/>
        </p:nvSpPr>
        <p:spPr>
          <a:xfrm>
            <a:off x="4985939" y="6693491"/>
            <a:ext cx="441707" cy="314817"/>
          </a:xfrm>
          <a:custGeom>
            <a:avLst/>
            <a:gdLst/>
            <a:ahLst/>
            <a:cxnLst/>
            <a:rect l="l" t="t" r="r" b="b"/>
            <a:pathLst>
              <a:path w="441707" h="314817">
                <a:moveTo>
                  <a:pt x="0" y="0"/>
                </a:moveTo>
                <a:lnTo>
                  <a:pt x="441707" y="0"/>
                </a:lnTo>
                <a:lnTo>
                  <a:pt x="441707" y="314817"/>
                </a:lnTo>
                <a:lnTo>
                  <a:pt x="0" y="314817"/>
                </a:lnTo>
                <a:lnTo>
                  <a:pt x="0" y="0"/>
                </a:lnTo>
                <a:close/>
              </a:path>
            </a:pathLst>
          </a:custGeom>
          <a:blipFill>
            <a:blip>
              <a:extLst>
                <a:ext uri="{96DAC541-7B7A-43D3-8B79-37D633B846F1}">
                  <asvg:svgBlip xmlns:asvg="http://schemas.microsoft.com/office/drawing/2016/SVG/main" r:embed="rId8"/>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69" name="Google Shape;2169;p35"/>
          <p:cNvSpPr txBox="1"/>
          <p:nvPr/>
        </p:nvSpPr>
        <p:spPr>
          <a:xfrm>
            <a:off x="10758453" y="6734346"/>
            <a:ext cx="2801256" cy="293057"/>
          </a:xfrm>
          <a:prstGeom prst="rect">
            <a:avLst/>
          </a:prstGeom>
          <a:noFill/>
          <a:ln>
            <a:noFill/>
          </a:ln>
        </p:spPr>
        <p:txBody>
          <a:bodyPr spcFirstLastPara="1" wrap="square" lIns="0" tIns="0" rIns="0" bIns="0" anchor="t" anchorCtr="0">
            <a:spAutoFit/>
          </a:bodyPr>
          <a:lstStyle/>
          <a:p>
            <a:pPr marL="0" marR="0" lvl="0" indent="0" algn="l" rtl="0">
              <a:lnSpc>
                <a:spcPct val="140022"/>
              </a:lnSpc>
              <a:spcBef>
                <a:spcPts val="0"/>
              </a:spcBef>
              <a:spcAft>
                <a:spcPts val="0"/>
              </a:spcAft>
              <a:buNone/>
            </a:pPr>
            <a:r>
              <a:rPr lang="es-CL" sz="1764" u="none" noProof="0">
                <a:solidFill>
                  <a:srgbClr val="FFFFFF"/>
                </a:solidFill>
                <a:latin typeface="Inter"/>
                <a:ea typeface="Inter"/>
                <a:cs typeface="Inter"/>
                <a:sym typeface="Inter"/>
              </a:rPr>
              <a:t>+56 32 250 4100</a:t>
            </a:r>
            <a:endParaRPr lang="es-CL" noProof="0"/>
          </a:p>
        </p:txBody>
      </p:sp>
      <p:sp>
        <p:nvSpPr>
          <p:cNvPr id="2170" name="!!deco_13b10c14_1"/>
          <p:cNvSpPr/>
          <p:nvPr/>
        </p:nvSpPr>
        <p:spPr>
          <a:xfrm>
            <a:off x="-9059637" y="2283886"/>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1" name="!!deco_4b7ea539_1"/>
          <p:cNvSpPr/>
          <p:nvPr/>
        </p:nvSpPr>
        <p:spPr>
          <a:xfrm rot="10800000" flipH="1">
            <a:off x="-9028175" y="4664565"/>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2" name="!!deco_13b10c14_2"/>
          <p:cNvSpPr/>
          <p:nvPr/>
        </p:nvSpPr>
        <p:spPr>
          <a:xfrm rot="10800000" flipH="1">
            <a:off x="15793975" y="1769006"/>
            <a:ext cx="11582237" cy="5791118"/>
          </a:xfrm>
          <a:custGeom>
            <a:avLst/>
            <a:gdLst/>
            <a:ahLst/>
            <a:cxnLst/>
            <a:rect l="l" t="t" r="r" b="b"/>
            <a:pathLst>
              <a:path w="11582237" h="5791118">
                <a:moveTo>
                  <a:pt x="0" y="5791118"/>
                </a:moveTo>
                <a:lnTo>
                  <a:pt x="11582237" y="5791118"/>
                </a:lnTo>
                <a:lnTo>
                  <a:pt x="11582237" y="0"/>
                </a:lnTo>
                <a:lnTo>
                  <a:pt x="0" y="0"/>
                </a:lnTo>
                <a:lnTo>
                  <a:pt x="0" y="5791118"/>
                </a:lnTo>
                <a:close/>
              </a:path>
            </a:pathLst>
          </a:custGeom>
          <a:blipFill>
            <a:blip>
              <a:extLst>
                <a:ext uri="{96DAC541-7B7A-43D3-8B79-37D633B846F1}">
                  <asvg:svgBlip xmlns:asvg="http://schemas.microsoft.com/office/drawing/2016/SVG/main" r:embed="rId9"/>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3" name="!!deco_4b7ea539_2"/>
          <p:cNvSpPr/>
          <p:nvPr/>
        </p:nvSpPr>
        <p:spPr>
          <a:xfrm>
            <a:off x="15762513" y="-611673"/>
            <a:ext cx="11582237" cy="5791118"/>
          </a:xfrm>
          <a:custGeom>
            <a:avLst/>
            <a:gdLst/>
            <a:ahLst/>
            <a:cxnLst/>
            <a:rect l="l" t="t" r="r" b="b"/>
            <a:pathLst>
              <a:path w="11582237" h="5791118">
                <a:moveTo>
                  <a:pt x="0" y="0"/>
                </a:moveTo>
                <a:lnTo>
                  <a:pt x="11582237" y="0"/>
                </a:lnTo>
                <a:lnTo>
                  <a:pt x="11582237" y="5791118"/>
                </a:lnTo>
                <a:lnTo>
                  <a:pt x="0" y="5791118"/>
                </a:lnTo>
                <a:lnTo>
                  <a:pt x="0" y="0"/>
                </a:lnTo>
                <a:close/>
              </a:path>
            </a:pathLst>
          </a:custGeom>
          <a:blipFill>
            <a:blip>
              <a:extLst>
                <a:ext uri="{96DAC541-7B7A-43D3-8B79-37D633B846F1}">
                  <asvg:svgBlip xmlns:asvg="http://schemas.microsoft.com/office/drawing/2016/SVG/main" r:embed="rId10"/>
                </a:ext>
              </a:extLst>
            </a:blip>
            <a:stretch>
              <a:fillRect/>
            </a:stretch>
          </a:blipFill>
          <a:ln>
            <a:noFill/>
          </a:ln>
        </p:spPr>
        <p:txBody>
          <a:bodyPr spcFirstLastPara="1" wrap="square" lIns="91425" tIns="45700" rIns="91425" bIns="45700" anchor="t" anchorCtr="0">
            <a:noAutofit/>
          </a:bodyPr>
          <a:lstStyle/>
          <a:p>
            <a:pPr marL="0" marR="0" lvl="0" indent="0" algn="l" rtl="0">
              <a:spcBef>
                <a:spcPts val="0"/>
              </a:spcBef>
              <a:spcAft>
                <a:spcPts val="0"/>
              </a:spcAft>
              <a:buNone/>
            </a:pPr>
            <a:endParaRPr lang="es-CL" sz="1800" noProof="0">
              <a:solidFill>
                <a:schemeClr val="dk1"/>
              </a:solidFill>
              <a:latin typeface="Inter"/>
              <a:ea typeface="Inter"/>
              <a:cs typeface="Inter"/>
              <a:sym typeface="Inter"/>
            </a:endParaRPr>
          </a:p>
        </p:txBody>
      </p:sp>
      <p:sp>
        <p:nvSpPr>
          <p:cNvPr id="2174" name="!!brand"/>
          <p:cNvSpPr txBox="1"/>
          <p:nvPr/>
        </p:nvSpPr>
        <p:spPr>
          <a:xfrm>
            <a:off x="7123055" y="987552"/>
            <a:ext cx="4041891" cy="339725"/>
          </a:xfrm>
          <a:prstGeom prst="rect">
            <a:avLst/>
          </a:prstGeom>
          <a:noFill/>
          <a:ln>
            <a:noFill/>
          </a:ln>
        </p:spPr>
        <p:txBody>
          <a:bodyPr spcFirstLastPara="1" wrap="square" lIns="0" tIns="0" rIns="0" bIns="0" anchor="t" anchorCtr="0">
            <a:spAutoFit/>
          </a:bodyPr>
          <a:lstStyle/>
          <a:p>
            <a:pPr marL="0" marR="0" lvl="0" indent="0" algn="ctr" rtl="0">
              <a:lnSpc>
                <a:spcPct val="140020"/>
              </a:lnSpc>
              <a:spcBef>
                <a:spcPts val="0"/>
              </a:spcBef>
              <a:spcAft>
                <a:spcPts val="0"/>
              </a:spcAft>
              <a:buNone/>
            </a:pPr>
            <a:r>
              <a:rPr lang="es-CL" sz="1999" b="1" noProof="0">
                <a:solidFill>
                  <a:srgbClr val="FFFFFF"/>
                </a:solidFill>
                <a:latin typeface="Inter SemiBold"/>
                <a:ea typeface="Inter SemiBold"/>
                <a:cs typeface="Inter SemiBold"/>
                <a:sym typeface="Inter SemiBold"/>
              </a:rPr>
              <a:t>LafroX </a:t>
            </a:r>
            <a:r>
              <a:rPr lang="es-CL" sz="1999" b="1" noProof="0" err="1">
                <a:solidFill>
                  <a:srgbClr val="FFFFFF"/>
                </a:solidFill>
                <a:latin typeface="Inter SemiBold"/>
                <a:ea typeface="Inter SemiBold"/>
                <a:cs typeface="Inter SemiBold"/>
                <a:sym typeface="Inter SemiBold"/>
              </a:rPr>
              <a:t>SpA</a:t>
            </a:r>
            <a:endParaRPr lang="es-CL" noProof="0"/>
          </a:p>
        </p:txBody>
      </p:sp>
      <p:sp>
        <p:nvSpPr>
          <p:cNvPr id="2175" name="Google Shape;2175;p35"/>
          <p:cNvSpPr txBox="1"/>
          <p:nvPr/>
        </p:nvSpPr>
        <p:spPr>
          <a:xfrm>
            <a:off x="2743200" y="8850630"/>
            <a:ext cx="12801600" cy="407670"/>
          </a:xfrm>
          <a:prstGeom prst="rect">
            <a:avLst/>
          </a:prstGeom>
          <a:noFill/>
          <a:ln>
            <a:noFill/>
          </a:ln>
        </p:spPr>
        <p:txBody>
          <a:bodyPr spcFirstLastPara="1" wrap="square" lIns="0" tIns="0" rIns="0" bIns="0" anchor="t" anchorCtr="0">
            <a:spAutoFit/>
          </a:bodyPr>
          <a:lstStyle/>
          <a:p>
            <a:pPr marL="0" marR="0" lvl="0" indent="0" algn="ctr" rtl="0">
              <a:lnSpc>
                <a:spcPct val="104937"/>
              </a:lnSpc>
              <a:spcBef>
                <a:spcPts val="0"/>
              </a:spcBef>
              <a:spcAft>
                <a:spcPts val="0"/>
              </a:spcAft>
              <a:buNone/>
            </a:pPr>
            <a:r>
              <a:rPr lang="es-CL" sz="1600" noProof="0">
                <a:solidFill>
                  <a:srgbClr val="FFFFFF"/>
                </a:solidFill>
                <a:latin typeface="Inter"/>
                <a:ea typeface="Inter"/>
                <a:cs typeface="Inter"/>
                <a:sym typeface="Inter"/>
              </a:rPr>
              <a:t>Sistema Integral de Gestión Logística Puelche · LafroX </a:t>
            </a:r>
            <a:r>
              <a:rPr lang="es-CL" sz="1600" noProof="0" err="1">
                <a:solidFill>
                  <a:srgbClr val="FFFFFF"/>
                </a:solidFill>
                <a:latin typeface="Inter"/>
                <a:ea typeface="Inter"/>
                <a:cs typeface="Inter"/>
                <a:sym typeface="Inter"/>
              </a:rPr>
              <a:t>SpA</a:t>
            </a:r>
            <a:endParaRPr lang="es-CL" noProof="0"/>
          </a:p>
        </p:txBody>
      </p:sp>
      <p:pic>
        <p:nvPicPr>
          <p:cNvPr id="2176" name="!!logo" descr="Isotipo LafroX"/>
          <p:cNvPicPr preferRelativeResize="0"/>
          <p:nvPr/>
        </p:nvPicPr>
        <p:blipFill rotWithShape="1">
          <a:blip r:embed="rId11">
            <a:alphaModFix/>
          </a:blip>
          <a:srcRect/>
          <a:stretch/>
        </p:blipFill>
        <p:spPr>
          <a:xfrm>
            <a:off x="8814816" y="228600"/>
            <a:ext cx="658508" cy="676656"/>
          </a:xfrm>
          <a:prstGeom prst="rect">
            <a:avLst/>
          </a:prstGeom>
          <a:noFill/>
          <a:ln>
            <a:noFill/>
          </a:ln>
        </p:spPr>
      </p:pic>
      <p:sp>
        <p:nvSpPr>
          <p:cNvPr id="2177" name="!!pre"/>
          <p:cNvSpPr txBox="1"/>
          <p:nvPr/>
        </p:nvSpPr>
        <p:spPr>
          <a:xfrm>
            <a:off x="1828800" y="1600200"/>
            <a:ext cx="14630400" cy="10058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6000" b="0" noProof="0">
                <a:solidFill>
                  <a:srgbClr val="FFFFFF"/>
                </a:solidFill>
                <a:latin typeface="Inter Light"/>
                <a:ea typeface="Inter Light"/>
                <a:cs typeface="Inter Light"/>
                <a:sym typeface="Inter Light"/>
              </a:rPr>
              <a:t>De 9 días a</a:t>
            </a:r>
            <a:endParaRPr lang="es-CL" noProof="0"/>
          </a:p>
        </p:txBody>
      </p:sp>
      <p:sp>
        <p:nvSpPr>
          <p:cNvPr id="2178" name="!!title"/>
          <p:cNvSpPr txBox="1"/>
          <p:nvPr/>
        </p:nvSpPr>
        <p:spPr>
          <a:xfrm>
            <a:off x="1828800" y="2514600"/>
            <a:ext cx="14630400" cy="3017520"/>
          </a:xfrm>
          <a:prstGeom prst="rect">
            <a:avLst/>
          </a:prstGeom>
          <a:noFill/>
          <a:ln>
            <a:noFill/>
          </a:ln>
        </p:spPr>
        <p:txBody>
          <a:bodyPr spcFirstLastPara="1" wrap="square" lIns="0" tIns="0" rIns="0" bIns="0" anchor="ctr" anchorCtr="0">
            <a:spAutoFit/>
          </a:bodyPr>
          <a:lstStyle/>
          <a:p>
            <a:pPr marL="0" marR="0" lvl="0" indent="0" algn="ctr" rtl="0">
              <a:spcBef>
                <a:spcPts val="0"/>
              </a:spcBef>
              <a:spcAft>
                <a:spcPts val="0"/>
              </a:spcAft>
              <a:buNone/>
            </a:pPr>
            <a:r>
              <a:rPr lang="es-CL" sz="19000" b="1" noProof="0">
                <a:solidFill>
                  <a:srgbClr val="E8641B"/>
                </a:solidFill>
                <a:latin typeface="Inter SemiBold"/>
                <a:ea typeface="Inter SemiBold"/>
                <a:cs typeface="Inter SemiBold"/>
                <a:sym typeface="Inter SemiBold"/>
              </a:rPr>
              <a:t>&lt; 2 horas</a:t>
            </a:r>
            <a:endParaRPr lang="es-CL" noProof="0"/>
          </a:p>
        </p:txBody>
      </p:sp>
      <p:sp>
        <p:nvSpPr>
          <p:cNvPr id="2179" name="Google Shape;2179;p35"/>
          <p:cNvSpPr txBox="1"/>
          <p:nvPr/>
        </p:nvSpPr>
        <p:spPr>
          <a:xfrm>
            <a:off x="1828800" y="5669280"/>
            <a:ext cx="14630400" cy="548640"/>
          </a:xfrm>
          <a:prstGeom prst="rect">
            <a:avLst/>
          </a:prstGeom>
          <a:noFill/>
          <a:ln>
            <a:noFill/>
          </a:ln>
        </p:spPr>
        <p:txBody>
          <a:bodyPr spcFirstLastPara="1" wrap="square" lIns="0" tIns="0" rIns="0" bIns="0" anchor="t" anchorCtr="0">
            <a:spAutoFit/>
          </a:bodyPr>
          <a:lstStyle/>
          <a:p>
            <a:pPr marL="0" marR="0" lvl="0" indent="0" algn="ctr" rtl="0">
              <a:spcBef>
                <a:spcPts val="0"/>
              </a:spcBef>
              <a:spcAft>
                <a:spcPts val="0"/>
              </a:spcAft>
              <a:buNone/>
            </a:pPr>
            <a:r>
              <a:rPr lang="es-CL" sz="2400" b="0" noProof="0">
                <a:solidFill>
                  <a:srgbClr val="FFFFFF"/>
                </a:solidFill>
                <a:latin typeface="Inter Light"/>
                <a:ea typeface="Inter Light"/>
                <a:cs typeface="Inter Light"/>
                <a:sym typeface="Inter Light"/>
              </a:rPr>
              <a:t>para identificar a los clientes afectados</a:t>
            </a:r>
            <a:endParaRPr lang="es-CL" noProof="0"/>
          </a:p>
        </p:txBody>
      </p:sp>
      <p:sp>
        <p:nvSpPr>
          <p:cNvPr id="2180" name="!!slidenum"/>
          <p:cNvSpPr txBox="1"/>
          <p:nvPr/>
        </p:nvSpPr>
        <p:spPr>
          <a:xfrm>
            <a:off x="16459200" y="9601200"/>
            <a:ext cx="1371600" cy="411480"/>
          </a:xfrm>
          <a:prstGeom prst="rect">
            <a:avLst/>
          </a:prstGeom>
          <a:noFill/>
        </p:spPr>
        <p:txBody>
          <a:bodyPr wrap="square" lIns="0" tIns="0" rIns="0" bIns="0" anchor="t">
            <a:spAutoFit/>
          </a:bodyPr>
          <a:lstStyle/>
          <a:p>
            <a:pPr algn="r"/>
            <a:r>
              <a:rPr lang="es-CL" sz="1600" b="1" noProof="0">
                <a:solidFill>
                  <a:srgbClr val="FFFFFF"/>
                </a:solidFill>
                <a:latin typeface="Inter SemiBold"/>
              </a:rPr>
              <a:t>50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LafroX">
      <a:dk1>
        <a:srgbClr val="111111"/>
      </a:dk1>
      <a:lt1>
        <a:srgbClr val="FFFFFF"/>
      </a:lt1>
      <a:dk2>
        <a:srgbClr val="141414"/>
      </a:dk2>
      <a:lt2>
        <a:srgbClr val="F4F4F4"/>
      </a:lt2>
      <a:accent1>
        <a:srgbClr val="E8641B"/>
      </a:accent1>
      <a:accent2>
        <a:srgbClr val="3C3C3C"/>
      </a:accent2>
      <a:accent3>
        <a:srgbClr val="606060"/>
      </a:accent3>
      <a:accent4>
        <a:srgbClr val="F29A5E"/>
      </a:accent4>
      <a:accent5>
        <a:srgbClr val="9A9A9A"/>
      </a:accent5>
      <a:accent6>
        <a:srgbClr val="C7C7C7"/>
      </a:accent6>
      <a:hlink>
        <a:srgbClr val="E8641B"/>
      </a:hlink>
      <a:folHlink>
        <a:srgbClr val="5F5F5F"/>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Tema de Offic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7206</Words>
  <Application>Microsoft Office PowerPoint</Application>
  <PresentationFormat>Personalizado</PresentationFormat>
  <Paragraphs>1608</Paragraphs>
  <Slides>52</Slides>
  <Notes>52</Notes>
  <HiddenSlides>0</HiddenSlides>
  <MMClips>0</MMClips>
  <ScaleCrop>false</ScaleCrop>
  <HeadingPairs>
    <vt:vector size="6" baseType="variant">
      <vt:variant>
        <vt:lpstr>Fuentes usadas</vt:lpstr>
      </vt:variant>
      <vt:variant>
        <vt:i4>4</vt:i4>
      </vt:variant>
      <vt:variant>
        <vt:lpstr>Tema</vt:lpstr>
      </vt:variant>
      <vt:variant>
        <vt:i4>3</vt:i4>
      </vt:variant>
      <vt:variant>
        <vt:lpstr>Títulos de diapositiva</vt:lpstr>
      </vt:variant>
      <vt:variant>
        <vt:i4>52</vt:i4>
      </vt:variant>
    </vt:vector>
  </HeadingPairs>
  <TitlesOfParts>
    <vt:vector size="59" baseType="lpstr">
      <vt:lpstr>Inter</vt:lpstr>
      <vt:lpstr>Inter Light</vt:lpstr>
      <vt:lpstr>Inter SemiBold</vt:lpstr>
      <vt:lpstr>Arial</vt:lpstr>
      <vt:lpstr>Office Theme</vt:lpstr>
      <vt:lpstr>Office Theme</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Patricio Henríquez Tapia</cp:lastModifiedBy>
  <cp:revision>1</cp:revision>
  <dcterms:created xsi:type="dcterms:W3CDTF">2006-08-16T00:00:00Z</dcterms:created>
  <dcterms:modified xsi:type="dcterms:W3CDTF">2026-10-21T21:12:58Z</dcterms:modified>
</cp:coreProperties>
</file>